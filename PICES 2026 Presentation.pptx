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omments/modernComment_100_E033BACA.xml" ContentType="application/vnd.ms-powerpoint.comments+xml"/>
  <Override PartName="/ppt/comments/modernComment_101_F7DFE6DD.xml" ContentType="application/vnd.ms-powerpoint.comment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2"/>
  </p:notesMasterIdLst>
  <p:sldIdLst>
    <p:sldId id="256" r:id="rId2"/>
    <p:sldId id="257" r:id="rId3"/>
    <p:sldId id="263" r:id="rId4"/>
    <p:sldId id="258" r:id="rId5"/>
    <p:sldId id="259" r:id="rId6"/>
    <p:sldId id="264" r:id="rId7"/>
    <p:sldId id="260" r:id="rId8"/>
    <p:sldId id="262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FD40F21-D16F-913E-F6A3-417C7EBBEA4C}" name="McCloskey, Ross" initials="RM" userId="S::mccloskw@oregonstate.edu::b1990487-ee44-4922-b58f-5b2980a02730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379952D-B28F-4DB6-B5D8-EB674AB8FC15}" v="9" dt="2026-09-30T00:41:22.54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3" d="100"/>
          <a:sy n="103" d="100"/>
        </p:scale>
        <p:origin x="132" y="14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cCloskey, Ross" userId="b1990487-ee44-4922-b58f-5b2980a02730" providerId="ADAL" clId="{7D443C21-FD7D-4E65-8C72-B41829F67170}"/>
    <pc:docChg chg="undo custSel addSld delSld modSld sldOrd modMainMaster">
      <pc:chgData name="McCloskey, Ross" userId="b1990487-ee44-4922-b58f-5b2980a02730" providerId="ADAL" clId="{7D443C21-FD7D-4E65-8C72-B41829F67170}" dt="2026-09-30T00:44:18.938" v="7056" actId="1076"/>
      <pc:docMkLst>
        <pc:docMk/>
      </pc:docMkLst>
      <pc:sldChg chg="modSp new mod">
        <pc:chgData name="McCloskey, Ross" userId="b1990487-ee44-4922-b58f-5b2980a02730" providerId="ADAL" clId="{7D443C21-FD7D-4E65-8C72-B41829F67170}" dt="2026-09-28T22:15:01.494" v="73" actId="27636"/>
        <pc:sldMkLst>
          <pc:docMk/>
          <pc:sldMk cId="3761486538" sldId="256"/>
        </pc:sldMkLst>
        <pc:spChg chg="mod">
          <ac:chgData name="McCloskey, Ross" userId="b1990487-ee44-4922-b58f-5b2980a02730" providerId="ADAL" clId="{7D443C21-FD7D-4E65-8C72-B41829F67170}" dt="2026-09-28T22:15:01.494" v="73" actId="27636"/>
          <ac:spMkLst>
            <pc:docMk/>
            <pc:sldMk cId="3761486538" sldId="256"/>
            <ac:spMk id="2" creationId="{9414B15A-1BA8-FAE0-F178-B785304BAB9C}"/>
          </ac:spMkLst>
        </pc:spChg>
        <pc:spChg chg="mod">
          <ac:chgData name="McCloskey, Ross" userId="b1990487-ee44-4922-b58f-5b2980a02730" providerId="ADAL" clId="{7D443C21-FD7D-4E65-8C72-B41829F67170}" dt="2026-09-28T22:14:45.435" v="70" actId="1076"/>
          <ac:spMkLst>
            <pc:docMk/>
            <pc:sldMk cId="3761486538" sldId="256"/>
            <ac:spMk id="3" creationId="{762E0F39-94FA-771E-FB61-BEBEF98967E4}"/>
          </ac:spMkLst>
        </pc:spChg>
      </pc:sldChg>
      <pc:sldChg chg="modSp new mod modClrScheme chgLayout">
        <pc:chgData name="McCloskey, Ross" userId="b1990487-ee44-4922-b58f-5b2980a02730" providerId="ADAL" clId="{7D443C21-FD7D-4E65-8C72-B41829F67170}" dt="2026-09-30T00:35:55.606" v="6970" actId="255"/>
        <pc:sldMkLst>
          <pc:docMk/>
          <pc:sldMk cId="4158645981" sldId="257"/>
        </pc:sldMkLst>
        <pc:spChg chg="mod ord">
          <ac:chgData name="McCloskey, Ross" userId="b1990487-ee44-4922-b58f-5b2980a02730" providerId="ADAL" clId="{7D443C21-FD7D-4E65-8C72-B41829F67170}" dt="2026-09-30T00:35:55.606" v="6970" actId="255"/>
          <ac:spMkLst>
            <pc:docMk/>
            <pc:sldMk cId="4158645981" sldId="257"/>
            <ac:spMk id="2" creationId="{CF81FE7A-9C51-A2F5-5A24-379FB7082CB8}"/>
          </ac:spMkLst>
        </pc:spChg>
        <pc:spChg chg="mod ord">
          <ac:chgData name="McCloskey, Ross" userId="b1990487-ee44-4922-b58f-5b2980a02730" providerId="ADAL" clId="{7D443C21-FD7D-4E65-8C72-B41829F67170}" dt="2026-09-28T23:01:57.985" v="3267" actId="255"/>
          <ac:spMkLst>
            <pc:docMk/>
            <pc:sldMk cId="4158645981" sldId="257"/>
            <ac:spMk id="3" creationId="{A57A7D49-2131-463F-4C9D-F7C5639F17BA}"/>
          </ac:spMkLst>
        </pc:spChg>
      </pc:sldChg>
      <pc:sldChg chg="modSp new mod modNotesTx">
        <pc:chgData name="McCloskey, Ross" userId="b1990487-ee44-4922-b58f-5b2980a02730" providerId="ADAL" clId="{7D443C21-FD7D-4E65-8C72-B41829F67170}" dt="2026-09-30T00:35:47.714" v="6969" actId="255"/>
        <pc:sldMkLst>
          <pc:docMk/>
          <pc:sldMk cId="44376489" sldId="258"/>
        </pc:sldMkLst>
        <pc:spChg chg="mod">
          <ac:chgData name="McCloskey, Ross" userId="b1990487-ee44-4922-b58f-5b2980a02730" providerId="ADAL" clId="{7D443C21-FD7D-4E65-8C72-B41829F67170}" dt="2026-09-30T00:35:47.714" v="6969" actId="255"/>
          <ac:spMkLst>
            <pc:docMk/>
            <pc:sldMk cId="44376489" sldId="258"/>
            <ac:spMk id="2" creationId="{F63A7BD9-A216-C803-5B99-4B6B1936302A}"/>
          </ac:spMkLst>
        </pc:spChg>
        <pc:spChg chg="mod">
          <ac:chgData name="McCloskey, Ross" userId="b1990487-ee44-4922-b58f-5b2980a02730" providerId="ADAL" clId="{7D443C21-FD7D-4E65-8C72-B41829F67170}" dt="2026-09-28T23:02:06.208" v="3268" actId="255"/>
          <ac:spMkLst>
            <pc:docMk/>
            <pc:sldMk cId="44376489" sldId="258"/>
            <ac:spMk id="3" creationId="{E199FAA9-8CCF-7FDF-EDB5-A953AF356B0E}"/>
          </ac:spMkLst>
        </pc:spChg>
      </pc:sldChg>
      <pc:sldChg chg="addSp delSp modSp new mod chgLayout modNotesTx">
        <pc:chgData name="McCloskey, Ross" userId="b1990487-ee44-4922-b58f-5b2980a02730" providerId="ADAL" clId="{7D443C21-FD7D-4E65-8C72-B41829F67170}" dt="2026-09-30T00:37:06.435" v="6992" actId="20577"/>
        <pc:sldMkLst>
          <pc:docMk/>
          <pc:sldMk cId="2055671180" sldId="259"/>
        </pc:sldMkLst>
        <pc:spChg chg="mod ord">
          <ac:chgData name="McCloskey, Ross" userId="b1990487-ee44-4922-b58f-5b2980a02730" providerId="ADAL" clId="{7D443C21-FD7D-4E65-8C72-B41829F67170}" dt="2026-09-30T00:35:26.599" v="6966" actId="255"/>
          <ac:spMkLst>
            <pc:docMk/>
            <pc:sldMk cId="2055671180" sldId="259"/>
            <ac:spMk id="2" creationId="{1B7B1884-9909-6996-B1EF-F9DB304B33C9}"/>
          </ac:spMkLst>
        </pc:spChg>
        <pc:spChg chg="add del mod">
          <ac:chgData name="McCloskey, Ross" userId="b1990487-ee44-4922-b58f-5b2980a02730" providerId="ADAL" clId="{7D443C21-FD7D-4E65-8C72-B41829F67170}" dt="2026-09-30T00:34:19.785" v="6957" actId="700"/>
          <ac:spMkLst>
            <pc:docMk/>
            <pc:sldMk cId="2055671180" sldId="259"/>
            <ac:spMk id="3" creationId="{8ABD6A78-7D89-0D0C-9654-28524A21C501}"/>
          </ac:spMkLst>
        </pc:spChg>
        <pc:spChg chg="mod ord">
          <ac:chgData name="McCloskey, Ross" userId="b1990487-ee44-4922-b58f-5b2980a02730" providerId="ADAL" clId="{7D443C21-FD7D-4E65-8C72-B41829F67170}" dt="2026-09-30T00:37:06.435" v="6992" actId="20577"/>
          <ac:spMkLst>
            <pc:docMk/>
            <pc:sldMk cId="2055671180" sldId="259"/>
            <ac:spMk id="4" creationId="{BB902A2A-9B25-5B79-B90D-5A644898C111}"/>
          </ac:spMkLst>
        </pc:spChg>
        <pc:spChg chg="add del mod ord">
          <ac:chgData name="McCloskey, Ross" userId="b1990487-ee44-4922-b58f-5b2980a02730" providerId="ADAL" clId="{7D443C21-FD7D-4E65-8C72-B41829F67170}" dt="2026-09-30T00:34:33.138" v="6958" actId="931"/>
          <ac:spMkLst>
            <pc:docMk/>
            <pc:sldMk cId="2055671180" sldId="259"/>
            <ac:spMk id="9" creationId="{08AD9B25-AD8A-09FD-9307-5DB57898D6E5}"/>
          </ac:spMkLst>
        </pc:spChg>
        <pc:picChg chg="add del mod ord">
          <ac:chgData name="McCloskey, Ross" userId="b1990487-ee44-4922-b58f-5b2980a02730" providerId="ADAL" clId="{7D443C21-FD7D-4E65-8C72-B41829F67170}" dt="2026-09-30T00:28:04.635" v="6897" actId="931"/>
          <ac:picMkLst>
            <pc:docMk/>
            <pc:sldMk cId="2055671180" sldId="259"/>
            <ac:picMk id="6" creationId="{B378F897-A8F6-2A91-42E7-EB629FF694F0}"/>
          </ac:picMkLst>
        </pc:picChg>
        <pc:picChg chg="add del mod ord">
          <ac:chgData name="McCloskey, Ross" userId="b1990487-ee44-4922-b58f-5b2980a02730" providerId="ADAL" clId="{7D443C21-FD7D-4E65-8C72-B41829F67170}" dt="2026-09-30T00:33:55.991" v="6956" actId="931"/>
          <ac:picMkLst>
            <pc:docMk/>
            <pc:sldMk cId="2055671180" sldId="259"/>
            <ac:picMk id="8" creationId="{6F584DCA-4581-C3BF-00F9-520CF65958B5}"/>
          </ac:picMkLst>
        </pc:picChg>
        <pc:picChg chg="add mod ord">
          <ac:chgData name="McCloskey, Ross" userId="b1990487-ee44-4922-b58f-5b2980a02730" providerId="ADAL" clId="{7D443C21-FD7D-4E65-8C72-B41829F67170}" dt="2026-09-30T00:34:33.138" v="6958" actId="931"/>
          <ac:picMkLst>
            <pc:docMk/>
            <pc:sldMk cId="2055671180" sldId="259"/>
            <ac:picMk id="11" creationId="{D81E69B6-8227-DAEF-3877-AA8B03C6F6A2}"/>
          </ac:picMkLst>
        </pc:picChg>
      </pc:sldChg>
      <pc:sldChg chg="modSp new mod modNotesTx">
        <pc:chgData name="McCloskey, Ross" userId="b1990487-ee44-4922-b58f-5b2980a02730" providerId="ADAL" clId="{7D443C21-FD7D-4E65-8C72-B41829F67170}" dt="2026-09-30T00:35:33.749" v="6967" actId="255"/>
        <pc:sldMkLst>
          <pc:docMk/>
          <pc:sldMk cId="3460423272" sldId="260"/>
        </pc:sldMkLst>
        <pc:spChg chg="mod">
          <ac:chgData name="McCloskey, Ross" userId="b1990487-ee44-4922-b58f-5b2980a02730" providerId="ADAL" clId="{7D443C21-FD7D-4E65-8C72-B41829F67170}" dt="2026-09-30T00:35:33.749" v="6967" actId="255"/>
          <ac:spMkLst>
            <pc:docMk/>
            <pc:sldMk cId="3460423272" sldId="260"/>
            <ac:spMk id="2" creationId="{751DC292-6437-72C8-FE7E-358DAA2DE035}"/>
          </ac:spMkLst>
        </pc:spChg>
        <pc:spChg chg="mod">
          <ac:chgData name="McCloskey, Ross" userId="b1990487-ee44-4922-b58f-5b2980a02730" providerId="ADAL" clId="{7D443C21-FD7D-4E65-8C72-B41829F67170}" dt="2026-09-28T23:02:20.030" v="3271" actId="255"/>
          <ac:spMkLst>
            <pc:docMk/>
            <pc:sldMk cId="3460423272" sldId="260"/>
            <ac:spMk id="3" creationId="{ECB50B18-4FB1-0283-6385-E05038C7DFF4}"/>
          </ac:spMkLst>
        </pc:spChg>
      </pc:sldChg>
      <pc:sldChg chg="addSp delSp modSp new mod modNotesTx">
        <pc:chgData name="McCloskey, Ross" userId="b1990487-ee44-4922-b58f-5b2980a02730" providerId="ADAL" clId="{7D443C21-FD7D-4E65-8C72-B41829F67170}" dt="2026-09-30T00:35:40.982" v="6968" actId="255"/>
        <pc:sldMkLst>
          <pc:docMk/>
          <pc:sldMk cId="3958860892" sldId="262"/>
        </pc:sldMkLst>
        <pc:spChg chg="mod">
          <ac:chgData name="McCloskey, Ross" userId="b1990487-ee44-4922-b58f-5b2980a02730" providerId="ADAL" clId="{7D443C21-FD7D-4E65-8C72-B41829F67170}" dt="2026-09-30T00:35:40.982" v="6968" actId="255"/>
          <ac:spMkLst>
            <pc:docMk/>
            <pc:sldMk cId="3958860892" sldId="262"/>
            <ac:spMk id="2" creationId="{ED8F4F21-E44A-8428-88A9-5472B256D169}"/>
          </ac:spMkLst>
        </pc:spChg>
        <pc:spChg chg="mod">
          <ac:chgData name="McCloskey, Ross" userId="b1990487-ee44-4922-b58f-5b2980a02730" providerId="ADAL" clId="{7D443C21-FD7D-4E65-8C72-B41829F67170}" dt="2026-09-28T22:29:52.235" v="694" actId="255"/>
          <ac:spMkLst>
            <pc:docMk/>
            <pc:sldMk cId="3958860892" sldId="262"/>
            <ac:spMk id="3" creationId="{811B784F-B0FE-B134-DE85-B82BC9CF9725}"/>
          </ac:spMkLst>
        </pc:spChg>
        <pc:spChg chg="mod">
          <ac:chgData name="McCloskey, Ross" userId="b1990487-ee44-4922-b58f-5b2980a02730" providerId="ADAL" clId="{7D443C21-FD7D-4E65-8C72-B41829F67170}" dt="2026-09-28T23:02:25.852" v="3272" actId="255"/>
          <ac:spMkLst>
            <pc:docMk/>
            <pc:sldMk cId="3958860892" sldId="262"/>
            <ac:spMk id="4" creationId="{9E5096C5-3BD2-27F3-58AD-14865937D002}"/>
          </ac:spMkLst>
        </pc:spChg>
        <pc:spChg chg="add del mod">
          <ac:chgData name="McCloskey, Ross" userId="b1990487-ee44-4922-b58f-5b2980a02730" providerId="ADAL" clId="{7D443C21-FD7D-4E65-8C72-B41829F67170}" dt="2026-09-28T22:29:59.904" v="695" actId="255"/>
          <ac:spMkLst>
            <pc:docMk/>
            <pc:sldMk cId="3958860892" sldId="262"/>
            <ac:spMk id="5" creationId="{941A9FE0-0831-3314-E63A-403E0F0F6E75}"/>
          </ac:spMkLst>
        </pc:spChg>
        <pc:spChg chg="mod">
          <ac:chgData name="McCloskey, Ross" userId="b1990487-ee44-4922-b58f-5b2980a02730" providerId="ADAL" clId="{7D443C21-FD7D-4E65-8C72-B41829F67170}" dt="2026-09-28T23:02:32.431" v="3273" actId="255"/>
          <ac:spMkLst>
            <pc:docMk/>
            <pc:sldMk cId="3958860892" sldId="262"/>
            <ac:spMk id="6" creationId="{E709375E-380E-E0E4-AABB-C3C82F7FD360}"/>
          </ac:spMkLst>
        </pc:spChg>
        <pc:spChg chg="add mod">
          <ac:chgData name="McCloskey, Ross" userId="b1990487-ee44-4922-b58f-5b2980a02730" providerId="ADAL" clId="{7D443C21-FD7D-4E65-8C72-B41829F67170}" dt="2026-09-28T22:30:10.489" v="702" actId="255"/>
          <ac:spMkLst>
            <pc:docMk/>
            <pc:sldMk cId="3958860892" sldId="262"/>
            <ac:spMk id="10" creationId="{4897BA95-02F0-B7E1-1044-1BA7DA428238}"/>
          </ac:spMkLst>
        </pc:spChg>
        <pc:spChg chg="add mod">
          <ac:chgData name="McCloskey, Ross" userId="b1990487-ee44-4922-b58f-5b2980a02730" providerId="ADAL" clId="{7D443C21-FD7D-4E65-8C72-B41829F67170}" dt="2026-09-28T23:02:38.662" v="3274" actId="255"/>
          <ac:spMkLst>
            <pc:docMk/>
            <pc:sldMk cId="3958860892" sldId="262"/>
            <ac:spMk id="14" creationId="{B6290506-0F17-7A96-BD89-BF7282E95E12}"/>
          </ac:spMkLst>
        </pc:spChg>
        <pc:cxnChg chg="add mod">
          <ac:chgData name="McCloskey, Ross" userId="b1990487-ee44-4922-b58f-5b2980a02730" providerId="ADAL" clId="{7D443C21-FD7D-4E65-8C72-B41829F67170}" dt="2026-09-28T22:44:29.434" v="1291" actId="13822"/>
          <ac:cxnSpMkLst>
            <pc:docMk/>
            <pc:sldMk cId="3958860892" sldId="262"/>
            <ac:cxnSpMk id="16" creationId="{50253486-C68C-51C9-A40E-06E059ABBD6E}"/>
          </ac:cxnSpMkLst>
        </pc:cxnChg>
        <pc:cxnChg chg="add mod">
          <ac:chgData name="McCloskey, Ross" userId="b1990487-ee44-4922-b58f-5b2980a02730" providerId="ADAL" clId="{7D443C21-FD7D-4E65-8C72-B41829F67170}" dt="2026-09-28T22:44:39.326" v="1294" actId="1076"/>
          <ac:cxnSpMkLst>
            <pc:docMk/>
            <pc:sldMk cId="3958860892" sldId="262"/>
            <ac:cxnSpMk id="17" creationId="{4338D88A-853D-90FD-85D3-713F2340645C}"/>
          </ac:cxnSpMkLst>
        </pc:cxnChg>
        <pc:cxnChg chg="add mod">
          <ac:chgData name="McCloskey, Ross" userId="b1990487-ee44-4922-b58f-5b2980a02730" providerId="ADAL" clId="{7D443C21-FD7D-4E65-8C72-B41829F67170}" dt="2026-09-28T22:44:49.810" v="1295" actId="1076"/>
          <ac:cxnSpMkLst>
            <pc:docMk/>
            <pc:sldMk cId="3958860892" sldId="262"/>
            <ac:cxnSpMk id="18" creationId="{50713E81-6361-0A83-AB67-A91F8B3DCF06}"/>
          </ac:cxnSpMkLst>
        </pc:cxnChg>
      </pc:sldChg>
      <pc:sldChg chg="modSp new mod">
        <pc:chgData name="McCloskey, Ross" userId="b1990487-ee44-4922-b58f-5b2980a02730" providerId="ADAL" clId="{7D443C21-FD7D-4E65-8C72-B41829F67170}" dt="2026-09-28T22:40:58.686" v="1000" actId="122"/>
        <pc:sldMkLst>
          <pc:docMk/>
          <pc:sldMk cId="537475907" sldId="263"/>
        </pc:sldMkLst>
        <pc:spChg chg="mod">
          <ac:chgData name="McCloskey, Ross" userId="b1990487-ee44-4922-b58f-5b2980a02730" providerId="ADAL" clId="{7D443C21-FD7D-4E65-8C72-B41829F67170}" dt="2026-09-28T22:40:58.686" v="1000" actId="122"/>
          <ac:spMkLst>
            <pc:docMk/>
            <pc:sldMk cId="537475907" sldId="263"/>
            <ac:spMk id="2" creationId="{DABE3F03-D8C1-AD38-095D-B69CB01CC9C5}"/>
          </ac:spMkLst>
        </pc:spChg>
      </pc:sldChg>
      <pc:sldChg chg="modSp new mod">
        <pc:chgData name="McCloskey, Ross" userId="b1990487-ee44-4922-b58f-5b2980a02730" providerId="ADAL" clId="{7D443C21-FD7D-4E65-8C72-B41829F67170}" dt="2026-09-28T22:41:28.300" v="1047" actId="122"/>
        <pc:sldMkLst>
          <pc:docMk/>
          <pc:sldMk cId="4095987181" sldId="264"/>
        </pc:sldMkLst>
        <pc:spChg chg="mod">
          <ac:chgData name="McCloskey, Ross" userId="b1990487-ee44-4922-b58f-5b2980a02730" providerId="ADAL" clId="{7D443C21-FD7D-4E65-8C72-B41829F67170}" dt="2026-09-28T22:41:28.300" v="1047" actId="122"/>
          <ac:spMkLst>
            <pc:docMk/>
            <pc:sldMk cId="4095987181" sldId="264"/>
            <ac:spMk id="2" creationId="{3990C8C9-DCCB-9092-1633-D30892F6B909}"/>
          </ac:spMkLst>
        </pc:spChg>
      </pc:sldChg>
      <pc:sldChg chg="addSp delSp modSp new mod modClrScheme chgLayout">
        <pc:chgData name="McCloskey, Ross" userId="b1990487-ee44-4922-b58f-5b2980a02730" providerId="ADAL" clId="{7D443C21-FD7D-4E65-8C72-B41829F67170}" dt="2026-09-28T22:45:57.269" v="1304" actId="700"/>
        <pc:sldMkLst>
          <pc:docMk/>
          <pc:sldMk cId="552340326" sldId="265"/>
        </pc:sldMkLst>
        <pc:spChg chg="mod ord">
          <ac:chgData name="McCloskey, Ross" userId="b1990487-ee44-4922-b58f-5b2980a02730" providerId="ADAL" clId="{7D443C21-FD7D-4E65-8C72-B41829F67170}" dt="2026-09-28T22:45:57.269" v="1304" actId="700"/>
          <ac:spMkLst>
            <pc:docMk/>
            <pc:sldMk cId="552340326" sldId="265"/>
            <ac:spMk id="2" creationId="{5E491BF2-BE1A-1528-5C92-EB5549F9C0A6}"/>
          </ac:spMkLst>
        </pc:spChg>
        <pc:spChg chg="add del mod ord">
          <ac:chgData name="McCloskey, Ross" userId="b1990487-ee44-4922-b58f-5b2980a02730" providerId="ADAL" clId="{7D443C21-FD7D-4E65-8C72-B41829F67170}" dt="2026-09-28T22:45:57.269" v="1304" actId="700"/>
          <ac:spMkLst>
            <pc:docMk/>
            <pc:sldMk cId="552340326" sldId="265"/>
            <ac:spMk id="3" creationId="{D1AEFAF1-D499-19A9-E3D2-E4A0A61A88F8}"/>
          </ac:spMkLst>
        </pc:spChg>
      </pc:sldChg>
      <pc:sldChg chg="addSp delSp modSp new mod modClrScheme chgLayout modNotesTx">
        <pc:chgData name="McCloskey, Ross" userId="b1990487-ee44-4922-b58f-5b2980a02730" providerId="ADAL" clId="{7D443C21-FD7D-4E65-8C72-B41829F67170}" dt="2026-09-30T00:38:52.140" v="7015" actId="931"/>
        <pc:sldMkLst>
          <pc:docMk/>
          <pc:sldMk cId="1943530923" sldId="266"/>
        </pc:sldMkLst>
        <pc:spChg chg="mod ord">
          <ac:chgData name="McCloskey, Ross" userId="b1990487-ee44-4922-b58f-5b2980a02730" providerId="ADAL" clId="{7D443C21-FD7D-4E65-8C72-B41829F67170}" dt="2026-09-30T00:35:19.660" v="6965" actId="255"/>
          <ac:spMkLst>
            <pc:docMk/>
            <pc:sldMk cId="1943530923" sldId="266"/>
            <ac:spMk id="2" creationId="{942C52EC-1B0B-CAE3-D686-BE73422DB350}"/>
          </ac:spMkLst>
        </pc:spChg>
        <pc:spChg chg="del mod ord">
          <ac:chgData name="McCloskey, Ross" userId="b1990487-ee44-4922-b58f-5b2980a02730" providerId="ADAL" clId="{7D443C21-FD7D-4E65-8C72-B41829F67170}" dt="2026-09-30T00:36:31.267" v="6972" actId="931"/>
          <ac:spMkLst>
            <pc:docMk/>
            <pc:sldMk cId="1943530923" sldId="266"/>
            <ac:spMk id="3" creationId="{9FF00D4B-CEFF-9983-910F-ABF6C598D1C9}"/>
          </ac:spMkLst>
        </pc:spChg>
        <pc:spChg chg="add del mod ord">
          <ac:chgData name="McCloskey, Ross" userId="b1990487-ee44-4922-b58f-5b2980a02730" providerId="ADAL" clId="{7D443C21-FD7D-4E65-8C72-B41829F67170}" dt="2026-09-30T00:33:49.622" v="6944" actId="700"/>
          <ac:spMkLst>
            <pc:docMk/>
            <pc:sldMk cId="1943530923" sldId="266"/>
            <ac:spMk id="4" creationId="{A528A679-7310-89B7-5F03-B964BA13A7C2}"/>
          </ac:spMkLst>
        </pc:spChg>
        <pc:spChg chg="add mod ord">
          <ac:chgData name="McCloskey, Ross" userId="b1990487-ee44-4922-b58f-5b2980a02730" providerId="ADAL" clId="{7D443C21-FD7D-4E65-8C72-B41829F67170}" dt="2026-09-30T00:36:57.218" v="6979" actId="20577"/>
          <ac:spMkLst>
            <pc:docMk/>
            <pc:sldMk cId="1943530923" sldId="266"/>
            <ac:spMk id="7" creationId="{37231315-04AE-B570-9CA2-A28B0C7843E7}"/>
          </ac:spMkLst>
        </pc:spChg>
        <pc:spChg chg="add del mod">
          <ac:chgData name="McCloskey, Ross" userId="b1990487-ee44-4922-b58f-5b2980a02730" providerId="ADAL" clId="{7D443C21-FD7D-4E65-8C72-B41829F67170}" dt="2026-09-30T00:38:52.140" v="7015" actId="931"/>
          <ac:spMkLst>
            <pc:docMk/>
            <pc:sldMk cId="1943530923" sldId="266"/>
            <ac:spMk id="13" creationId="{3DAF93A4-26DB-E2C7-1C58-54F751081734}"/>
          </ac:spMkLst>
        </pc:spChg>
        <pc:picChg chg="add del mod ord">
          <ac:chgData name="McCloskey, Ross" userId="b1990487-ee44-4922-b58f-5b2980a02730" providerId="ADAL" clId="{7D443C21-FD7D-4E65-8C72-B41829F67170}" dt="2026-09-30T00:33:49.163" v="6943" actId="931"/>
          <ac:picMkLst>
            <pc:docMk/>
            <pc:sldMk cId="1943530923" sldId="266"/>
            <ac:picMk id="6" creationId="{14B44B99-54AE-90C1-FC63-5DC5BCBC2DE5}"/>
          </ac:picMkLst>
        </pc:picChg>
        <pc:picChg chg="add del mod ord">
          <ac:chgData name="McCloskey, Ross" userId="b1990487-ee44-4922-b58f-5b2980a02730" providerId="ADAL" clId="{7D443C21-FD7D-4E65-8C72-B41829F67170}" dt="2026-09-30T00:38:43.133" v="7014" actId="478"/>
          <ac:picMkLst>
            <pc:docMk/>
            <pc:sldMk cId="1943530923" sldId="266"/>
            <ac:picMk id="9" creationId="{545317A6-8250-55D7-D8C9-744717DDC879}"/>
          </ac:picMkLst>
        </pc:picChg>
        <pc:picChg chg="add del">
          <ac:chgData name="McCloskey, Ross" userId="b1990487-ee44-4922-b58f-5b2980a02730" providerId="ADAL" clId="{7D443C21-FD7D-4E65-8C72-B41829F67170}" dt="2026-09-30T00:38:17.847" v="7009" actId="21"/>
          <ac:picMkLst>
            <pc:docMk/>
            <pc:sldMk cId="1943530923" sldId="266"/>
            <ac:picMk id="11" creationId="{30520A8F-C068-1272-E9F4-83C16346E37A}"/>
          </ac:picMkLst>
        </pc:picChg>
        <pc:picChg chg="add mod ord">
          <ac:chgData name="McCloskey, Ross" userId="b1990487-ee44-4922-b58f-5b2980a02730" providerId="ADAL" clId="{7D443C21-FD7D-4E65-8C72-B41829F67170}" dt="2026-09-30T00:38:52.140" v="7015" actId="931"/>
          <ac:picMkLst>
            <pc:docMk/>
            <pc:sldMk cId="1943530923" sldId="266"/>
            <ac:picMk id="15" creationId="{48D38E96-EB96-B298-D1D7-F15B7624B8CC}"/>
          </ac:picMkLst>
        </pc:picChg>
      </pc:sldChg>
      <pc:sldChg chg="addSp delSp modSp new mod modClrScheme chgLayout modNotesTx">
        <pc:chgData name="McCloskey, Ross" userId="b1990487-ee44-4922-b58f-5b2980a02730" providerId="ADAL" clId="{7D443C21-FD7D-4E65-8C72-B41829F67170}" dt="2026-09-30T00:38:37.229" v="7013" actId="1076"/>
        <pc:sldMkLst>
          <pc:docMk/>
          <pc:sldMk cId="3090335228" sldId="267"/>
        </pc:sldMkLst>
        <pc:spChg chg="mod ord">
          <ac:chgData name="McCloskey, Ross" userId="b1990487-ee44-4922-b58f-5b2980a02730" providerId="ADAL" clId="{7D443C21-FD7D-4E65-8C72-B41829F67170}" dt="2026-09-30T00:38:02.113" v="7004" actId="255"/>
          <ac:spMkLst>
            <pc:docMk/>
            <pc:sldMk cId="3090335228" sldId="267"/>
            <ac:spMk id="2" creationId="{A4CFD3E4-2EFF-D8D3-5184-E3EC6B860EEB}"/>
          </ac:spMkLst>
        </pc:spChg>
        <pc:spChg chg="del mod ord">
          <ac:chgData name="McCloskey, Ross" userId="b1990487-ee44-4922-b58f-5b2980a02730" providerId="ADAL" clId="{7D443C21-FD7D-4E65-8C72-B41829F67170}" dt="2026-09-30T00:38:28.614" v="7010" actId="931"/>
          <ac:spMkLst>
            <pc:docMk/>
            <pc:sldMk cId="3090335228" sldId="267"/>
            <ac:spMk id="3" creationId="{BE9147C8-0BE9-DE97-2161-A659EC41FC24}"/>
          </ac:spMkLst>
        </pc:spChg>
        <pc:spChg chg="add del mod ord">
          <ac:chgData name="McCloskey, Ross" userId="b1990487-ee44-4922-b58f-5b2980a02730" providerId="ADAL" clId="{7D443C21-FD7D-4E65-8C72-B41829F67170}" dt="2026-09-30T00:33:46.910" v="6940" actId="700"/>
          <ac:spMkLst>
            <pc:docMk/>
            <pc:sldMk cId="3090335228" sldId="267"/>
            <ac:spMk id="4" creationId="{FFC15804-74BD-866B-C7A6-C9E06FE08D46}"/>
          </ac:spMkLst>
        </pc:spChg>
        <pc:spChg chg="add mod ord">
          <ac:chgData name="McCloskey, Ross" userId="b1990487-ee44-4922-b58f-5b2980a02730" providerId="ADAL" clId="{7D443C21-FD7D-4E65-8C72-B41829F67170}" dt="2026-09-30T00:38:04.846" v="7008" actId="20577"/>
          <ac:spMkLst>
            <pc:docMk/>
            <pc:sldMk cId="3090335228" sldId="267"/>
            <ac:spMk id="7" creationId="{37B4AFB3-D8A4-32C0-8A0F-A2A6CF834B2C}"/>
          </ac:spMkLst>
        </pc:spChg>
        <pc:picChg chg="add del mod ord">
          <ac:chgData name="McCloskey, Ross" userId="b1990487-ee44-4922-b58f-5b2980a02730" providerId="ADAL" clId="{7D443C21-FD7D-4E65-8C72-B41829F67170}" dt="2026-09-30T00:33:46.142" v="6939" actId="931"/>
          <ac:picMkLst>
            <pc:docMk/>
            <pc:sldMk cId="3090335228" sldId="267"/>
            <ac:picMk id="6" creationId="{495C0765-8070-9F63-1249-ACAA6B7D5D69}"/>
          </ac:picMkLst>
        </pc:picChg>
        <pc:picChg chg="add mod ord">
          <ac:chgData name="McCloskey, Ross" userId="b1990487-ee44-4922-b58f-5b2980a02730" providerId="ADAL" clId="{7D443C21-FD7D-4E65-8C72-B41829F67170}" dt="2026-09-30T00:38:37.229" v="7013" actId="1076"/>
          <ac:picMkLst>
            <pc:docMk/>
            <pc:sldMk cId="3090335228" sldId="267"/>
            <ac:picMk id="9" creationId="{32A1F273-02B1-F52E-15DB-ECD7D6AC29BC}"/>
          </ac:picMkLst>
        </pc:picChg>
        <pc:picChg chg="add">
          <ac:chgData name="McCloskey, Ross" userId="b1990487-ee44-4922-b58f-5b2980a02730" providerId="ADAL" clId="{7D443C21-FD7D-4E65-8C72-B41829F67170}" dt="2026-09-30T00:38:30.553" v="7011" actId="22"/>
          <ac:picMkLst>
            <pc:docMk/>
            <pc:sldMk cId="3090335228" sldId="267"/>
            <ac:picMk id="11" creationId="{E9DEDAC5-9FE2-AE67-7F01-F1354976CC81}"/>
          </ac:picMkLst>
        </pc:picChg>
      </pc:sldChg>
      <pc:sldChg chg="addSp delSp modSp new mod modClrScheme chgLayout modNotesTx">
        <pc:chgData name="McCloskey, Ross" userId="b1990487-ee44-4922-b58f-5b2980a02730" providerId="ADAL" clId="{7D443C21-FD7D-4E65-8C72-B41829F67170}" dt="2026-09-30T00:39:59.766" v="7025" actId="931"/>
        <pc:sldMkLst>
          <pc:docMk/>
          <pc:sldMk cId="2246688222" sldId="268"/>
        </pc:sldMkLst>
        <pc:spChg chg="mod ord">
          <ac:chgData name="McCloskey, Ross" userId="b1990487-ee44-4922-b58f-5b2980a02730" providerId="ADAL" clId="{7D443C21-FD7D-4E65-8C72-B41829F67170}" dt="2026-09-30T00:39:22.214" v="7024" actId="255"/>
          <ac:spMkLst>
            <pc:docMk/>
            <pc:sldMk cId="2246688222" sldId="268"/>
            <ac:spMk id="2" creationId="{F2990784-4E31-B4BA-6288-7565D689B707}"/>
          </ac:spMkLst>
        </pc:spChg>
        <pc:spChg chg="del mod ord">
          <ac:chgData name="McCloskey, Ross" userId="b1990487-ee44-4922-b58f-5b2980a02730" providerId="ADAL" clId="{7D443C21-FD7D-4E65-8C72-B41829F67170}" dt="2026-09-30T00:39:59.766" v="7025" actId="931"/>
          <ac:spMkLst>
            <pc:docMk/>
            <pc:sldMk cId="2246688222" sldId="268"/>
            <ac:spMk id="3" creationId="{3E2C210A-4F9D-84CB-CCDE-57A33032D43F}"/>
          </ac:spMkLst>
        </pc:spChg>
        <pc:spChg chg="add mod ord">
          <ac:chgData name="McCloskey, Ross" userId="b1990487-ee44-4922-b58f-5b2980a02730" providerId="ADAL" clId="{7D443C21-FD7D-4E65-8C72-B41829F67170}" dt="2026-09-30T00:39:17.993" v="7023" actId="255"/>
          <ac:spMkLst>
            <pc:docMk/>
            <pc:sldMk cId="2246688222" sldId="268"/>
            <ac:spMk id="4" creationId="{0C3037D3-DC72-1D3C-6545-78096BDDC362}"/>
          </ac:spMkLst>
        </pc:spChg>
        <pc:picChg chg="add mod ord">
          <ac:chgData name="McCloskey, Ross" userId="b1990487-ee44-4922-b58f-5b2980a02730" providerId="ADAL" clId="{7D443C21-FD7D-4E65-8C72-B41829F67170}" dt="2026-09-30T00:39:59.766" v="7025" actId="931"/>
          <ac:picMkLst>
            <pc:docMk/>
            <pc:sldMk cId="2246688222" sldId="268"/>
            <ac:picMk id="6" creationId="{E6ACD0E2-2EDA-CF18-E260-4946C01052E1}"/>
          </ac:picMkLst>
        </pc:picChg>
      </pc:sldChg>
      <pc:sldChg chg="modSp new mod modNotesTx">
        <pc:chgData name="McCloskey, Ross" userId="b1990487-ee44-4922-b58f-5b2980a02730" providerId="ADAL" clId="{7D443C21-FD7D-4E65-8C72-B41829F67170}" dt="2026-09-30T00:41:44.427" v="7042" actId="255"/>
        <pc:sldMkLst>
          <pc:docMk/>
          <pc:sldMk cId="2453236817" sldId="269"/>
        </pc:sldMkLst>
        <pc:spChg chg="mod">
          <ac:chgData name="McCloskey, Ross" userId="b1990487-ee44-4922-b58f-5b2980a02730" providerId="ADAL" clId="{7D443C21-FD7D-4E65-8C72-B41829F67170}" dt="2026-09-30T00:41:44.427" v="7042" actId="255"/>
          <ac:spMkLst>
            <pc:docMk/>
            <pc:sldMk cId="2453236817" sldId="269"/>
            <ac:spMk id="2" creationId="{894A7BD2-3123-DBC7-0364-6D50EC9EC777}"/>
          </ac:spMkLst>
        </pc:spChg>
        <pc:spChg chg="mod">
          <ac:chgData name="McCloskey, Ross" userId="b1990487-ee44-4922-b58f-5b2980a02730" providerId="ADAL" clId="{7D443C21-FD7D-4E65-8C72-B41829F67170}" dt="2026-09-29T23:16:14.810" v="5039" actId="20577"/>
          <ac:spMkLst>
            <pc:docMk/>
            <pc:sldMk cId="2453236817" sldId="269"/>
            <ac:spMk id="3" creationId="{49C733D4-541E-6B5C-3F35-44B27BE9E251}"/>
          </ac:spMkLst>
        </pc:spChg>
      </pc:sldChg>
      <pc:sldChg chg="addSp delSp modSp new mod modClrScheme chgLayout modNotesTx">
        <pc:chgData name="McCloskey, Ross" userId="b1990487-ee44-4922-b58f-5b2980a02730" providerId="ADAL" clId="{7D443C21-FD7D-4E65-8C72-B41829F67170}" dt="2026-09-30T00:41:03.403" v="7033" actId="931"/>
        <pc:sldMkLst>
          <pc:docMk/>
          <pc:sldMk cId="411295622" sldId="270"/>
        </pc:sldMkLst>
        <pc:spChg chg="mod ord">
          <ac:chgData name="McCloskey, Ross" userId="b1990487-ee44-4922-b58f-5b2980a02730" providerId="ADAL" clId="{7D443C21-FD7D-4E65-8C72-B41829F67170}" dt="2026-09-30T00:40:36.787" v="7032" actId="255"/>
          <ac:spMkLst>
            <pc:docMk/>
            <pc:sldMk cId="411295622" sldId="270"/>
            <ac:spMk id="2" creationId="{9EC43C86-2320-5407-CAF1-6355534B70FE}"/>
          </ac:spMkLst>
        </pc:spChg>
        <pc:spChg chg="del mod ord">
          <ac:chgData name="McCloskey, Ross" userId="b1990487-ee44-4922-b58f-5b2980a02730" providerId="ADAL" clId="{7D443C21-FD7D-4E65-8C72-B41829F67170}" dt="2026-09-30T00:41:03.403" v="7033" actId="931"/>
          <ac:spMkLst>
            <pc:docMk/>
            <pc:sldMk cId="411295622" sldId="270"/>
            <ac:spMk id="3" creationId="{AD63B79D-B185-6AAA-3C10-32DDE99D7C09}"/>
          </ac:spMkLst>
        </pc:spChg>
        <pc:spChg chg="add mod ord">
          <ac:chgData name="McCloskey, Ross" userId="b1990487-ee44-4922-b58f-5b2980a02730" providerId="ADAL" clId="{7D443C21-FD7D-4E65-8C72-B41829F67170}" dt="2026-09-30T00:40:32.510" v="7031" actId="255"/>
          <ac:spMkLst>
            <pc:docMk/>
            <pc:sldMk cId="411295622" sldId="270"/>
            <ac:spMk id="4" creationId="{A65B3CFA-97A3-E307-EA19-4875A5B6B52F}"/>
          </ac:spMkLst>
        </pc:spChg>
        <pc:picChg chg="add mod ord">
          <ac:chgData name="McCloskey, Ross" userId="b1990487-ee44-4922-b58f-5b2980a02730" providerId="ADAL" clId="{7D443C21-FD7D-4E65-8C72-B41829F67170}" dt="2026-09-30T00:41:03.403" v="7033" actId="931"/>
          <ac:picMkLst>
            <pc:docMk/>
            <pc:sldMk cId="411295622" sldId="270"/>
            <ac:picMk id="6" creationId="{B3DB197F-6F82-7DF2-2642-58D76DF429EB}"/>
          </ac:picMkLst>
        </pc:picChg>
      </pc:sldChg>
      <pc:sldChg chg="modSp new mod">
        <pc:chgData name="McCloskey, Ross" userId="b1990487-ee44-4922-b58f-5b2980a02730" providerId="ADAL" clId="{7D443C21-FD7D-4E65-8C72-B41829F67170}" dt="2026-09-30T00:41:38.446" v="7041" actId="255"/>
        <pc:sldMkLst>
          <pc:docMk/>
          <pc:sldMk cId="472974113" sldId="271"/>
        </pc:sldMkLst>
        <pc:spChg chg="mod">
          <ac:chgData name="McCloskey, Ross" userId="b1990487-ee44-4922-b58f-5b2980a02730" providerId="ADAL" clId="{7D443C21-FD7D-4E65-8C72-B41829F67170}" dt="2026-09-30T00:41:38.446" v="7041" actId="255"/>
          <ac:spMkLst>
            <pc:docMk/>
            <pc:sldMk cId="472974113" sldId="271"/>
            <ac:spMk id="2" creationId="{987831A5-9696-3FEE-4075-861C1F148C75}"/>
          </ac:spMkLst>
        </pc:spChg>
        <pc:spChg chg="mod">
          <ac:chgData name="McCloskey, Ross" userId="b1990487-ee44-4922-b58f-5b2980a02730" providerId="ADAL" clId="{7D443C21-FD7D-4E65-8C72-B41829F67170}" dt="2026-09-29T23:23:35.527" v="5394" actId="20577"/>
          <ac:spMkLst>
            <pc:docMk/>
            <pc:sldMk cId="472974113" sldId="271"/>
            <ac:spMk id="3" creationId="{926C3FF1-4D3A-ED79-D13C-D662D0DD7179}"/>
          </ac:spMkLst>
        </pc:spChg>
      </pc:sldChg>
      <pc:sldChg chg="addSp delSp modSp new mod modClrScheme chgLayout modNotesTx">
        <pc:chgData name="McCloskey, Ross" userId="b1990487-ee44-4922-b58f-5b2980a02730" providerId="ADAL" clId="{7D443C21-FD7D-4E65-8C72-B41829F67170}" dt="2026-09-30T00:42:57.292" v="7048" actId="931"/>
        <pc:sldMkLst>
          <pc:docMk/>
          <pc:sldMk cId="207086949" sldId="272"/>
        </pc:sldMkLst>
        <pc:spChg chg="mod ord">
          <ac:chgData name="McCloskey, Ross" userId="b1990487-ee44-4922-b58f-5b2980a02730" providerId="ADAL" clId="{7D443C21-FD7D-4E65-8C72-B41829F67170}" dt="2026-09-30T00:41:32.180" v="7040" actId="255"/>
          <ac:spMkLst>
            <pc:docMk/>
            <pc:sldMk cId="207086949" sldId="272"/>
            <ac:spMk id="2" creationId="{88BE7433-7DF1-200A-8EB3-7C0C771F440E}"/>
          </ac:spMkLst>
        </pc:spChg>
        <pc:spChg chg="add del mod ord">
          <ac:chgData name="McCloskey, Ross" userId="b1990487-ee44-4922-b58f-5b2980a02730" providerId="ADAL" clId="{7D443C21-FD7D-4E65-8C72-B41829F67170}" dt="2026-09-30T00:42:57.292" v="7048" actId="931"/>
          <ac:spMkLst>
            <pc:docMk/>
            <pc:sldMk cId="207086949" sldId="272"/>
            <ac:spMk id="3" creationId="{95FB02AA-3F00-627C-D12B-200DFD5F7AB3}"/>
          </ac:spMkLst>
        </pc:spChg>
        <pc:spChg chg="add mod ord">
          <ac:chgData name="McCloskey, Ross" userId="b1990487-ee44-4922-b58f-5b2980a02730" providerId="ADAL" clId="{7D443C21-FD7D-4E65-8C72-B41829F67170}" dt="2026-09-30T00:41:27.589" v="7039" actId="255"/>
          <ac:spMkLst>
            <pc:docMk/>
            <pc:sldMk cId="207086949" sldId="272"/>
            <ac:spMk id="4" creationId="{CB36568B-212A-6B83-84AC-0AF746A6D091}"/>
          </ac:spMkLst>
        </pc:spChg>
        <pc:picChg chg="add del mod ord">
          <ac:chgData name="McCloskey, Ross" userId="b1990487-ee44-4922-b58f-5b2980a02730" providerId="ADAL" clId="{7D443C21-FD7D-4E65-8C72-B41829F67170}" dt="2026-09-30T00:42:43.787" v="7047" actId="931"/>
          <ac:picMkLst>
            <pc:docMk/>
            <pc:sldMk cId="207086949" sldId="272"/>
            <ac:picMk id="6" creationId="{D92CCF28-05EF-46B5-7D56-6F002F04152E}"/>
          </ac:picMkLst>
        </pc:picChg>
        <pc:picChg chg="add mod ord">
          <ac:chgData name="McCloskey, Ross" userId="b1990487-ee44-4922-b58f-5b2980a02730" providerId="ADAL" clId="{7D443C21-FD7D-4E65-8C72-B41829F67170}" dt="2026-09-30T00:42:57.292" v="7048" actId="931"/>
          <ac:picMkLst>
            <pc:docMk/>
            <pc:sldMk cId="207086949" sldId="272"/>
            <ac:picMk id="8" creationId="{F8001FFA-52C8-165C-EE14-74563850B932}"/>
          </ac:picMkLst>
        </pc:picChg>
      </pc:sldChg>
      <pc:sldChg chg="addSp delSp modSp new mod modClrScheme chgLayout">
        <pc:chgData name="McCloskey, Ross" userId="b1990487-ee44-4922-b58f-5b2980a02730" providerId="ADAL" clId="{7D443C21-FD7D-4E65-8C72-B41829F67170}" dt="2026-09-30T00:44:18.938" v="7056" actId="1076"/>
        <pc:sldMkLst>
          <pc:docMk/>
          <pc:sldMk cId="533688400" sldId="273"/>
        </pc:sldMkLst>
        <pc:spChg chg="mod ord">
          <ac:chgData name="McCloskey, Ross" userId="b1990487-ee44-4922-b58f-5b2980a02730" providerId="ADAL" clId="{7D443C21-FD7D-4E65-8C72-B41829F67170}" dt="2026-09-30T00:41:56.634" v="7043" actId="255"/>
          <ac:spMkLst>
            <pc:docMk/>
            <pc:sldMk cId="533688400" sldId="273"/>
            <ac:spMk id="2" creationId="{8D9880A9-FE8B-682F-04A0-64EC9B050350}"/>
          </ac:spMkLst>
        </pc:spChg>
        <pc:spChg chg="del mod ord">
          <ac:chgData name="McCloskey, Ross" userId="b1990487-ee44-4922-b58f-5b2980a02730" providerId="ADAL" clId="{7D443C21-FD7D-4E65-8C72-B41829F67170}" dt="2026-09-29T23:34:11.359" v="6386" actId="700"/>
          <ac:spMkLst>
            <pc:docMk/>
            <pc:sldMk cId="533688400" sldId="273"/>
            <ac:spMk id="3" creationId="{3739A95D-9684-680A-E00B-E3E2FA89158F}"/>
          </ac:spMkLst>
        </pc:spChg>
        <pc:spChg chg="add mod ord">
          <ac:chgData name="McCloskey, Ross" userId="b1990487-ee44-4922-b58f-5b2980a02730" providerId="ADAL" clId="{7D443C21-FD7D-4E65-8C72-B41829F67170}" dt="2026-09-29T23:35:30.486" v="6489" actId="122"/>
          <ac:spMkLst>
            <pc:docMk/>
            <pc:sldMk cId="533688400" sldId="273"/>
            <ac:spMk id="4" creationId="{BAA0FB04-7C7E-0BE2-7716-F129655F1996}"/>
          </ac:spMkLst>
        </pc:spChg>
        <pc:spChg chg="add del mod ord">
          <ac:chgData name="McCloskey, Ross" userId="b1990487-ee44-4922-b58f-5b2980a02730" providerId="ADAL" clId="{7D443C21-FD7D-4E65-8C72-B41829F67170}" dt="2026-09-30T00:43:42.849" v="7050" actId="931"/>
          <ac:spMkLst>
            <pc:docMk/>
            <pc:sldMk cId="533688400" sldId="273"/>
            <ac:spMk id="5" creationId="{C38D8899-9598-7FFE-C887-52C65C289680}"/>
          </ac:spMkLst>
        </pc:spChg>
        <pc:spChg chg="add mod ord">
          <ac:chgData name="McCloskey, Ross" userId="b1990487-ee44-4922-b58f-5b2980a02730" providerId="ADAL" clId="{7D443C21-FD7D-4E65-8C72-B41829F67170}" dt="2026-09-29T23:35:27.927" v="6488" actId="122"/>
          <ac:spMkLst>
            <pc:docMk/>
            <pc:sldMk cId="533688400" sldId="273"/>
            <ac:spMk id="6" creationId="{BD9729AB-8830-5169-29F1-9AF4A7E40CF3}"/>
          </ac:spMkLst>
        </pc:spChg>
        <pc:spChg chg="add del mod ord">
          <ac:chgData name="McCloskey, Ross" userId="b1990487-ee44-4922-b58f-5b2980a02730" providerId="ADAL" clId="{7D443C21-FD7D-4E65-8C72-B41829F67170}" dt="2026-09-30T00:44:11.468" v="7054" actId="931"/>
          <ac:spMkLst>
            <pc:docMk/>
            <pc:sldMk cId="533688400" sldId="273"/>
            <ac:spMk id="7" creationId="{6B76257B-D216-5A0E-4FC9-BF6003298719}"/>
          </ac:spMkLst>
        </pc:spChg>
        <pc:spChg chg="add mod">
          <ac:chgData name="McCloskey, Ross" userId="b1990487-ee44-4922-b58f-5b2980a02730" providerId="ADAL" clId="{7D443C21-FD7D-4E65-8C72-B41829F67170}" dt="2026-09-30T00:43:50.977" v="7052" actId="1076"/>
          <ac:spMkLst>
            <pc:docMk/>
            <pc:sldMk cId="533688400" sldId="273"/>
            <ac:spMk id="14" creationId="{EB3FF90F-C69E-92AE-8B64-A6A3F6312869}"/>
          </ac:spMkLst>
        </pc:spChg>
        <pc:spChg chg="add mod">
          <ac:chgData name="McCloskey, Ross" userId="b1990487-ee44-4922-b58f-5b2980a02730" providerId="ADAL" clId="{7D443C21-FD7D-4E65-8C72-B41829F67170}" dt="2026-09-30T00:44:18.938" v="7056" actId="1076"/>
          <ac:spMkLst>
            <pc:docMk/>
            <pc:sldMk cId="533688400" sldId="273"/>
            <ac:spMk id="18" creationId="{E3C2233D-1FF6-EF74-AEC9-52418FE21892}"/>
          </ac:spMkLst>
        </pc:spChg>
        <pc:picChg chg="add mod ord">
          <ac:chgData name="McCloskey, Ross" userId="b1990487-ee44-4922-b58f-5b2980a02730" providerId="ADAL" clId="{7D443C21-FD7D-4E65-8C72-B41829F67170}" dt="2026-09-30T00:43:42.849" v="7050" actId="931"/>
          <ac:picMkLst>
            <pc:docMk/>
            <pc:sldMk cId="533688400" sldId="273"/>
            <ac:picMk id="12" creationId="{5ABB8983-0683-D13F-175D-C473189E039A}"/>
          </ac:picMkLst>
        </pc:picChg>
        <pc:picChg chg="add mod ord">
          <ac:chgData name="McCloskey, Ross" userId="b1990487-ee44-4922-b58f-5b2980a02730" providerId="ADAL" clId="{7D443C21-FD7D-4E65-8C72-B41829F67170}" dt="2026-09-30T00:44:11.468" v="7054" actId="931"/>
          <ac:picMkLst>
            <pc:docMk/>
            <pc:sldMk cId="533688400" sldId="273"/>
            <ac:picMk id="16" creationId="{F76E13C5-239B-1EAF-C82C-8F1713005E00}"/>
          </ac:picMkLst>
        </pc:picChg>
        <pc:cxnChg chg="add mod">
          <ac:chgData name="McCloskey, Ross" userId="b1990487-ee44-4922-b58f-5b2980a02730" providerId="ADAL" clId="{7D443C21-FD7D-4E65-8C72-B41829F67170}" dt="2026-09-29T23:37:30.866" v="6562" actId="1076"/>
          <ac:cxnSpMkLst>
            <pc:docMk/>
            <pc:sldMk cId="533688400" sldId="273"/>
            <ac:cxnSpMk id="8" creationId="{7ED14631-9637-2EF5-5798-5C75B3A628D9}"/>
          </ac:cxnSpMkLst>
        </pc:cxnChg>
        <pc:cxnChg chg="add mod">
          <ac:chgData name="McCloskey, Ross" userId="b1990487-ee44-4922-b58f-5b2980a02730" providerId="ADAL" clId="{7D443C21-FD7D-4E65-8C72-B41829F67170}" dt="2026-09-29T23:37:36.894" v="6564" actId="1076"/>
          <ac:cxnSpMkLst>
            <pc:docMk/>
            <pc:sldMk cId="533688400" sldId="273"/>
            <ac:cxnSpMk id="10" creationId="{545ED969-AB63-B36E-6DBB-58B67FA9DD14}"/>
          </ac:cxnSpMkLst>
        </pc:cxnChg>
      </pc:sldChg>
      <pc:sldChg chg="add del ord">
        <pc:chgData name="McCloskey, Ross" userId="b1990487-ee44-4922-b58f-5b2980a02730" providerId="ADAL" clId="{7D443C21-FD7D-4E65-8C72-B41829F67170}" dt="2026-09-29T23:38:11.587" v="6565" actId="47"/>
        <pc:sldMkLst>
          <pc:docMk/>
          <pc:sldMk cId="1268423546" sldId="274"/>
        </pc:sldMkLst>
      </pc:sldChg>
      <pc:sldChg chg="modSp new mod">
        <pc:chgData name="McCloskey, Ross" userId="b1990487-ee44-4922-b58f-5b2980a02730" providerId="ADAL" clId="{7D443C21-FD7D-4E65-8C72-B41829F67170}" dt="2026-09-29T23:38:39.677" v="6643" actId="20577"/>
        <pc:sldMkLst>
          <pc:docMk/>
          <pc:sldMk cId="3961457399" sldId="274"/>
        </pc:sldMkLst>
        <pc:spChg chg="mod">
          <ac:chgData name="McCloskey, Ross" userId="b1990487-ee44-4922-b58f-5b2980a02730" providerId="ADAL" clId="{7D443C21-FD7D-4E65-8C72-B41829F67170}" dt="2026-09-29T23:38:23.494" v="6597" actId="20577"/>
          <ac:spMkLst>
            <pc:docMk/>
            <pc:sldMk cId="3961457399" sldId="274"/>
            <ac:spMk id="2" creationId="{2F2B3A85-FF15-2E24-EA6C-ADE5E4905FFA}"/>
          </ac:spMkLst>
        </pc:spChg>
        <pc:spChg chg="mod">
          <ac:chgData name="McCloskey, Ross" userId="b1990487-ee44-4922-b58f-5b2980a02730" providerId="ADAL" clId="{7D443C21-FD7D-4E65-8C72-B41829F67170}" dt="2026-09-29T23:38:39.677" v="6643" actId="20577"/>
          <ac:spMkLst>
            <pc:docMk/>
            <pc:sldMk cId="3961457399" sldId="274"/>
            <ac:spMk id="3" creationId="{83096D75-D04D-1D5E-BAB4-CA4D9F65201A}"/>
          </ac:spMkLst>
        </pc:spChg>
      </pc:sldChg>
      <pc:sldChg chg="modSp new mod">
        <pc:chgData name="McCloskey, Ross" userId="b1990487-ee44-4922-b58f-5b2980a02730" providerId="ADAL" clId="{7D443C21-FD7D-4E65-8C72-B41829F67170}" dt="2026-09-29T23:46:54.844" v="6829" actId="20577"/>
        <pc:sldMkLst>
          <pc:docMk/>
          <pc:sldMk cId="3828347332" sldId="275"/>
        </pc:sldMkLst>
        <pc:spChg chg="mod">
          <ac:chgData name="McCloskey, Ross" userId="b1990487-ee44-4922-b58f-5b2980a02730" providerId="ADAL" clId="{7D443C21-FD7D-4E65-8C72-B41829F67170}" dt="2026-09-29T23:46:14.518" v="6688" actId="20577"/>
          <ac:spMkLst>
            <pc:docMk/>
            <pc:sldMk cId="3828347332" sldId="275"/>
            <ac:spMk id="2" creationId="{CC7E2660-CCAF-C324-AEDC-DAB568204B99}"/>
          </ac:spMkLst>
        </pc:spChg>
        <pc:spChg chg="mod">
          <ac:chgData name="McCloskey, Ross" userId="b1990487-ee44-4922-b58f-5b2980a02730" providerId="ADAL" clId="{7D443C21-FD7D-4E65-8C72-B41829F67170}" dt="2026-09-29T23:46:54.844" v="6829" actId="20577"/>
          <ac:spMkLst>
            <pc:docMk/>
            <pc:sldMk cId="3828347332" sldId="275"/>
            <ac:spMk id="3" creationId="{885418ED-A63B-953F-40F8-8E5E3218F568}"/>
          </ac:spMkLst>
        </pc:spChg>
      </pc:sldChg>
      <pc:sldChg chg="modSp new mod">
        <pc:chgData name="McCloskey, Ross" userId="b1990487-ee44-4922-b58f-5b2980a02730" providerId="ADAL" clId="{7D443C21-FD7D-4E65-8C72-B41829F67170}" dt="2026-09-29T23:47:12.395" v="6882" actId="20577"/>
        <pc:sldMkLst>
          <pc:docMk/>
          <pc:sldMk cId="2771388592" sldId="276"/>
        </pc:sldMkLst>
        <pc:spChg chg="mod">
          <ac:chgData name="McCloskey, Ross" userId="b1990487-ee44-4922-b58f-5b2980a02730" providerId="ADAL" clId="{7D443C21-FD7D-4E65-8C72-B41829F67170}" dt="2026-09-29T23:47:12.395" v="6882" actId="20577"/>
          <ac:spMkLst>
            <pc:docMk/>
            <pc:sldMk cId="2771388592" sldId="276"/>
            <ac:spMk id="2" creationId="{D0B7F310-40D4-FD3B-A2A4-D56B260073C2}"/>
          </ac:spMkLst>
        </pc:spChg>
      </pc:sldChg>
      <pc:sldChg chg="new del">
        <pc:chgData name="McCloskey, Ross" userId="b1990487-ee44-4922-b58f-5b2980a02730" providerId="ADAL" clId="{7D443C21-FD7D-4E65-8C72-B41829F67170}" dt="2026-09-30T00:37:37.657" v="6994" actId="680"/>
        <pc:sldMkLst>
          <pc:docMk/>
          <pc:sldMk cId="4147534118" sldId="277"/>
        </pc:sldMkLst>
      </pc:sldChg>
    </pc:docChg>
  </pc:docChgLst>
</pc:chgInfo>
</file>

<file path=ppt/comments/modernComment_100_E033BAC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1D0D287-8A7F-4D96-8CA6-44EED8DF63F0}" authorId="{1FD40F21-D16F-913E-F6A3-417C7EBBEA4C}" created="2026-09-28T22:14:30.19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761486538" sldId="256"/>
      <ac:spMk id="3" creationId="{762E0F39-94FA-771E-FB61-BEBEF98967E4}"/>
    </ac:deMkLst>
    <p188:txBody>
      <a:bodyPr/>
      <a:lstStyle/>
      <a:p>
        <a:r>
          <a:rPr lang="en-US"/>
          <a:t>Not sure if this is right or if I include affilliations</a:t>
        </a:r>
      </a:p>
    </p188:txBody>
  </p188:cm>
</p188:cmLst>
</file>

<file path=ppt/comments/modernComment_101_F7DFE6D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DEEAD5F-7AF7-45B0-929D-D4287E272475}" authorId="{1FD40F21-D16F-913E-F6A3-417C7EBBEA4C}" created="2026-09-28T22:17:09.383">
    <pc:sldMkLst xmlns:pc="http://schemas.microsoft.com/office/powerpoint/2013/main/command">
      <pc:docMk/>
      <pc:sldMk cId="4158645981" sldId="257"/>
    </pc:sldMkLst>
    <p188:replyLst>
      <p188:reply id="{C3E1EC91-91D0-42F6-8280-BB54003BFC02}" authorId="{1FD40F21-D16F-913E-F6A3-417C7EBBEA4C}" created="2026-09-28T22:40:49.689">
        <p188:txBody>
          <a:bodyPr/>
          <a:lstStyle/>
          <a:p>
            <a:r>
              <a:rPr lang="en-US"/>
              <a:t>Likewise, are section header slides necessary?</a:t>
            </a:r>
          </a:p>
        </p188:txBody>
      </p188:reply>
    </p188:replyLst>
    <p188:txBody>
      <a:bodyPr/>
      <a:lstStyle/>
      <a:p>
        <a:r>
          <a:rPr lang="en-US"/>
          <a:t>Not sure if a slide like this is necessary. Lot’s of my classes recommended them but in a conference talk context is the outline kind of assumed?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2F02B8-4FA1-4FC2-9CCB-CC07671CD3EF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C1AA38-86D1-4674-9C68-DF52A9C1CC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07620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WINTER! DEPTH-STRATIFIED!!!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C1AA38-86D1-4674-9C68-DF52A9C1CC6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65061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Describe NCC ecosystem and show sampling area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C1AA38-86D1-4674-9C68-DF52A9C1CC6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01085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Describe sampling and identification. Explain collection of environmental covariates. Describe data wrangling (grouping and thresholding)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C1AA38-86D1-4674-9C68-DF52A9C1CC6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1030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Discuss each analysis and its intended use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C1AA38-86D1-4674-9C68-DF52A9C1CC6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0089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Discuss/point out major trends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C1AA38-86D1-4674-9C68-DF52A9C1CC6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1376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Establish the use of ISA to define representational taxa for each cluster. Mention single-sample clusters (4 and 7) and their subsequent exclusion. Overview major findings of fig 2A.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C1AA38-86D1-4674-9C68-DF52A9C1CC6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05740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More detail on associations seen, </a:t>
            </a:r>
            <a:r>
              <a:rPr lang="en-US" dirty="0" err="1"/>
              <a:t>esp</a:t>
            </a:r>
            <a:r>
              <a:rPr lang="en-US" dirty="0"/>
              <a:t> those that connect to cluster map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C1AA38-86D1-4674-9C68-DF52A9C1CC6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42182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Spatiotemporal variables in base </a:t>
            </a:r>
            <a:r>
              <a:rPr lang="en-US" dirty="0" err="1"/>
              <a:t>dbRDA</a:t>
            </a:r>
            <a:r>
              <a:rPr lang="en-US" dirty="0"/>
              <a:t> model explain significant amount of variation in assemblage composition. Full </a:t>
            </a:r>
            <a:r>
              <a:rPr lang="en-US" dirty="0" err="1"/>
              <a:t>db</a:t>
            </a:r>
            <a:r>
              <a:rPr lang="en-US" dirty="0"/>
              <a:t>-RDA model also significant and explained a significant amount of ADDITIONAL variation in assemblage composition. Variance partitioning… 1.57% of variation in assemblage composition was explained by spatiotemporal and environmental covariates together, 3.72% by spatiotemporal covariates alone, and 1.92% by environmental covariates alone. The full model explained 8.78% of variation in assemblage composition and all of these amounts are statistically significant.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C1AA38-86D1-4674-9C68-DF52A9C1CC6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204597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covariates significant have significant effects in the full </a:t>
            </a:r>
            <a:r>
              <a:rPr lang="en-US" dirty="0" err="1"/>
              <a:t>dbRDA</a:t>
            </a:r>
            <a:r>
              <a:rPr lang="en-US" dirty="0"/>
              <a:t> model. Discuss effects as visualized on </a:t>
            </a:r>
            <a:r>
              <a:rPr lang="en-US" dirty="0" err="1"/>
              <a:t>dbRDA</a:t>
            </a:r>
            <a:r>
              <a:rPr lang="en-US" dirty="0"/>
              <a:t> plot especially those also seen in NMDS. Discuss potential correlations between covariates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C1AA38-86D1-4674-9C68-DF52A9C1CC6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284015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Greatest predicted abundance…</a:t>
            </a:r>
          </a:p>
          <a:p>
            <a:pPr marL="228600" indent="-228600">
              <a:buAutoNum type="arabicParenBoth"/>
            </a:pPr>
            <a:r>
              <a:rPr lang="en-US" dirty="0"/>
              <a:t>During night at deepest depths AND during daytime at shallowest depths (</a:t>
            </a:r>
            <a:r>
              <a:rPr lang="en-US" i="1" dirty="0"/>
              <a:t>Liparis</a:t>
            </a:r>
            <a:r>
              <a:rPr lang="en-US" i="0" dirty="0"/>
              <a:t> spp., </a:t>
            </a:r>
            <a:r>
              <a:rPr lang="en-US" i="1" dirty="0"/>
              <a:t>S. </a:t>
            </a:r>
            <a:r>
              <a:rPr lang="en-US" i="1" dirty="0" err="1"/>
              <a:t>leucopsarus</a:t>
            </a:r>
            <a:r>
              <a:rPr lang="en-US" i="0" dirty="0"/>
              <a:t>) (opposite of traditional/expected DVM behavior)</a:t>
            </a:r>
            <a:endParaRPr lang="en-US" dirty="0"/>
          </a:p>
          <a:p>
            <a:pPr marL="228600" indent="-228600">
              <a:buAutoNum type="arabicParenBoth"/>
            </a:pPr>
            <a:r>
              <a:rPr lang="en-US" dirty="0"/>
              <a:t>During day at deepest depths (Agonidae)</a:t>
            </a:r>
          </a:p>
          <a:p>
            <a:pPr marL="228600" indent="-228600">
              <a:buAutoNum type="arabicParenBoth"/>
            </a:pPr>
            <a:r>
              <a:rPr lang="en-US" dirty="0"/>
              <a:t>During night at deepest depths (</a:t>
            </a:r>
            <a:r>
              <a:rPr lang="en-US" i="1" dirty="0" err="1"/>
              <a:t>Protomyctophum</a:t>
            </a:r>
            <a:r>
              <a:rPr lang="en-US" i="1" dirty="0"/>
              <a:t> </a:t>
            </a:r>
            <a:r>
              <a:rPr lang="en-US" i="0" dirty="0"/>
              <a:t>spp.)</a:t>
            </a:r>
          </a:p>
          <a:p>
            <a:pPr marL="228600" indent="-228600">
              <a:buAutoNum type="arabicParenBoth"/>
            </a:pPr>
            <a:r>
              <a:rPr lang="en-US" i="0" dirty="0"/>
              <a:t>During night across depths (</a:t>
            </a:r>
            <a:r>
              <a:rPr lang="en-US" i="1" dirty="0"/>
              <a:t>B. </a:t>
            </a:r>
            <a:r>
              <a:rPr lang="en-US" i="1" dirty="0" err="1"/>
              <a:t>ochotensis</a:t>
            </a:r>
            <a:r>
              <a:rPr lang="en-US" i="0" dirty="0"/>
              <a:t>, </a:t>
            </a:r>
            <a:r>
              <a:rPr lang="en-US" i="1" dirty="0"/>
              <a:t>T. </a:t>
            </a:r>
            <a:r>
              <a:rPr lang="en-US" i="1" dirty="0" err="1"/>
              <a:t>crenularis</a:t>
            </a:r>
            <a:r>
              <a:rPr lang="en-US" i="0" dirty="0"/>
              <a:t>)</a:t>
            </a:r>
          </a:p>
          <a:p>
            <a:pPr marL="228600" indent="-228600">
              <a:buAutoNum type="arabicParenBoth"/>
            </a:pPr>
            <a:r>
              <a:rPr lang="en-US" i="0" dirty="0"/>
              <a:t>During night at shallowest depths (</a:t>
            </a:r>
            <a:r>
              <a:rPr lang="en-US" i="1" dirty="0"/>
              <a:t>L. </a:t>
            </a:r>
            <a:r>
              <a:rPr lang="en-US" i="1" dirty="0" err="1"/>
              <a:t>ringens</a:t>
            </a:r>
            <a:r>
              <a:rPr lang="en-US" i="0" dirty="0"/>
              <a:t>)</a:t>
            </a:r>
          </a:p>
          <a:p>
            <a:pPr marL="228600" indent="-228600">
              <a:buAutoNum type="arabicParenBoth"/>
            </a:pPr>
            <a:r>
              <a:rPr lang="en-US" i="0" dirty="0"/>
              <a:t>Across times of day at shallowest depths (</a:t>
            </a:r>
            <a:r>
              <a:rPr lang="en-US" i="0" dirty="0" err="1"/>
              <a:t>Ammodytidae</a:t>
            </a:r>
            <a:r>
              <a:rPr lang="en-US" i="0" dirty="0"/>
              <a:t>)</a:t>
            </a:r>
          </a:p>
          <a:p>
            <a:pPr marL="228600" indent="-228600">
              <a:buAutoNum type="arabicParenBoth"/>
            </a:pPr>
            <a:r>
              <a:rPr lang="en-US" i="0" dirty="0"/>
              <a:t>During day at shallowest depths (</a:t>
            </a:r>
            <a:r>
              <a:rPr lang="en-US" i="0" dirty="0" err="1"/>
              <a:t>Osmeridae</a:t>
            </a:r>
            <a:r>
              <a:rPr lang="en-US" i="0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C1AA38-86D1-4674-9C68-DF52A9C1CC65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25406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C774E-A65B-4DD3-BE4B-56D545A0DA29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33805-9E83-4060-B5C0-E394AAE5CE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05194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C774E-A65B-4DD3-BE4B-56D545A0DA29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33805-9E83-4060-B5C0-E394AAE5CE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7488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C774E-A65B-4DD3-BE4B-56D545A0DA29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33805-9E83-4060-B5C0-E394AAE5CE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3672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C774E-A65B-4DD3-BE4B-56D545A0DA29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33805-9E83-4060-B5C0-E394AAE5CE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83227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C774E-A65B-4DD3-BE4B-56D545A0DA29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33805-9E83-4060-B5C0-E394AAE5CE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07815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C774E-A65B-4DD3-BE4B-56D545A0DA29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33805-9E83-4060-B5C0-E394AAE5CE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66567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C774E-A65B-4DD3-BE4B-56D545A0DA29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33805-9E83-4060-B5C0-E394AAE5CE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88011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C774E-A65B-4DD3-BE4B-56D545A0DA29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33805-9E83-4060-B5C0-E394AAE5CE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1783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C774E-A65B-4DD3-BE4B-56D545A0DA29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33805-9E83-4060-B5C0-E394AAE5CE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90885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C774E-A65B-4DD3-BE4B-56D545A0DA29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33805-9E83-4060-B5C0-E394AAE5CE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80745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C774E-A65B-4DD3-BE4B-56D545A0DA29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33805-9E83-4060-B5C0-E394AAE5CE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27029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CC774E-A65B-4DD3-BE4B-56D545A0DA29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B33805-9E83-4060-B5C0-E394AAE5CE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64274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00_E033BACA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01_F7DFE6DD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4B15A-1BA8-FAE0-F178-B785304BAB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9679" y="1136984"/>
            <a:ext cx="10912642" cy="3058779"/>
          </a:xfrm>
        </p:spPr>
        <p:txBody>
          <a:bodyPr>
            <a:normAutofit/>
          </a:bodyPr>
          <a:lstStyle/>
          <a:p>
            <a:r>
              <a:rPr lang="en-US" sz="5200" dirty="0"/>
              <a:t>Environmental and spatiotemporal influences on winter ichthyoplankton assemblages of the northern California Current Ecosystem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2E0F39-94FA-771E-FB61-BEBEF98967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690895"/>
            <a:ext cx="9144000" cy="773216"/>
          </a:xfrm>
        </p:spPr>
        <p:txBody>
          <a:bodyPr/>
          <a:lstStyle/>
          <a:p>
            <a:r>
              <a:rPr lang="en-US" dirty="0"/>
              <a:t>William R. McCloskey, Luke A. Bobay, Nicholas F. Howard, Robert K. Cowen and Su Sponaugle</a:t>
            </a:r>
          </a:p>
        </p:txBody>
      </p:sp>
    </p:spTree>
    <p:extLst>
      <p:ext uri="{BB962C8B-B14F-4D97-AF65-F5344CB8AC3E}">
        <p14:creationId xmlns:p14="http://schemas.microsoft.com/office/powerpoint/2010/main" val="376148653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1FE7A-9C51-A2F5-5A24-379FB7082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7A7D49-2131-463F-4C9D-F7C5639F17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Introduction and background</a:t>
            </a:r>
          </a:p>
          <a:p>
            <a:r>
              <a:rPr lang="en-US" sz="2400" dirty="0"/>
              <a:t>Sampling and analysis methods</a:t>
            </a:r>
          </a:p>
          <a:p>
            <a:r>
              <a:rPr lang="en-US" sz="2400" dirty="0"/>
              <a:t>Results and discussion</a:t>
            </a:r>
          </a:p>
        </p:txBody>
      </p:sp>
    </p:spTree>
    <p:extLst>
      <p:ext uri="{BB962C8B-B14F-4D97-AF65-F5344CB8AC3E}">
        <p14:creationId xmlns:p14="http://schemas.microsoft.com/office/powerpoint/2010/main" val="415864598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E3F03-D8C1-AD38-095D-B69CB01CC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Introduction and Background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462BD9-2371-7068-6CAF-8F7AEBE518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74759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3A7BD9-A216-C803-5B99-4B6B19363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State of LFC knowledge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99FAA9-8CCF-7FDF-EDB5-A953AF35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Current knowledge on LFC</a:t>
            </a:r>
          </a:p>
          <a:p>
            <a:r>
              <a:rPr lang="en-US" sz="2400" dirty="0"/>
              <a:t>What knowledge gap(s) did we aim to fill? Why this project?</a:t>
            </a:r>
          </a:p>
        </p:txBody>
      </p:sp>
    </p:spTree>
    <p:extLst>
      <p:ext uri="{BB962C8B-B14F-4D97-AF65-F5344CB8AC3E}">
        <p14:creationId xmlns:p14="http://schemas.microsoft.com/office/powerpoint/2010/main" val="443764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B1884-9909-6996-B1EF-F9DB304B3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Study area – northern California Current ecosystem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D81E69B6-8227-DAEF-3877-AA8B03C6F6A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3188" y="1325689"/>
            <a:ext cx="6172200" cy="419709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902A2A-9B25-5B79-B90D-5A644898C111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Add fig 1 caption</a:t>
            </a:r>
          </a:p>
        </p:txBody>
      </p:sp>
    </p:spTree>
    <p:extLst>
      <p:ext uri="{BB962C8B-B14F-4D97-AF65-F5344CB8AC3E}">
        <p14:creationId xmlns:p14="http://schemas.microsoft.com/office/powerpoint/2010/main" val="20556711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0C8C9-DCCB-9092-1633-D30892F6B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Sampling and Analysis Methods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B53ED4-1760-1D89-0CC2-26434F23C4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9871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1DC292-6437-72C8-FE7E-358DAA2DE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Sampling and data collection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B50B18-4FB1-0283-6385-E05038C7DF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Describe tows (MOCNESS, when, mesh and mouth size?)</a:t>
            </a:r>
          </a:p>
          <a:p>
            <a:r>
              <a:rPr lang="en-US" sz="2400" dirty="0"/>
              <a:t>Visual identification of specimens</a:t>
            </a:r>
          </a:p>
          <a:p>
            <a:r>
              <a:rPr lang="en-US" sz="2400" dirty="0"/>
              <a:t>Environmental sampling</a:t>
            </a:r>
          </a:p>
          <a:p>
            <a:r>
              <a:rPr lang="en-US" sz="2400" dirty="0"/>
              <a:t>Data filtering/thresholding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04232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F4F21-E44A-8428-88A9-5472B256D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Data Analyses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1B784F-B0FE-B134-DE85-B82BC9CF97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930" y="1681163"/>
            <a:ext cx="3642951" cy="823912"/>
          </a:xfrm>
        </p:spPr>
        <p:txBody>
          <a:bodyPr>
            <a:noAutofit/>
          </a:bodyPr>
          <a:lstStyle/>
          <a:p>
            <a:pPr algn="ctr"/>
            <a:r>
              <a:rPr lang="en-US" sz="2800" dirty="0"/>
              <a:t>Characterizing assemblages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5096C5-3BD2-27F3-58AD-14865937D0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930" y="2707871"/>
            <a:ext cx="3642951" cy="1981008"/>
          </a:xfrm>
        </p:spPr>
        <p:txBody>
          <a:bodyPr>
            <a:normAutofit/>
          </a:bodyPr>
          <a:lstStyle/>
          <a:p>
            <a:r>
              <a:rPr lang="en-US" sz="2400" dirty="0"/>
              <a:t>Cluster analysis</a:t>
            </a:r>
          </a:p>
          <a:p>
            <a:r>
              <a:rPr lang="en-US" sz="2400" dirty="0"/>
              <a:t>Indicator Species Analysis</a:t>
            </a:r>
          </a:p>
          <a:p>
            <a:r>
              <a:rPr lang="en-US" sz="2400" dirty="0"/>
              <a:t>NMDS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1A9FE0-0831-3314-E63A-403E0F0F6E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252881" y="1619794"/>
            <a:ext cx="3642951" cy="823912"/>
          </a:xfrm>
        </p:spPr>
        <p:txBody>
          <a:bodyPr>
            <a:noAutofit/>
          </a:bodyPr>
          <a:lstStyle/>
          <a:p>
            <a:pPr algn="ctr"/>
            <a:r>
              <a:rPr lang="en-US" sz="2800" dirty="0"/>
              <a:t>Influences on assemblages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09375E-380E-E0E4-AABB-C3C82F7FD36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274524" y="2707871"/>
            <a:ext cx="3642951" cy="2373767"/>
          </a:xfrm>
        </p:spPr>
        <p:txBody>
          <a:bodyPr>
            <a:normAutofit/>
          </a:bodyPr>
          <a:lstStyle/>
          <a:p>
            <a:r>
              <a:rPr lang="en-US" sz="2400" dirty="0"/>
              <a:t>Distance-based RDA</a:t>
            </a:r>
          </a:p>
          <a:p>
            <a:r>
              <a:rPr lang="en-US" sz="2400" dirty="0"/>
              <a:t>Permutation-based ANOVA</a:t>
            </a:r>
          </a:p>
          <a:p>
            <a:r>
              <a:rPr lang="en-US" sz="2400" dirty="0"/>
              <a:t>Variance Partitioning Analysis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4897BA95-02F0-B7E1-1044-1BA7DA428238}"/>
              </a:ext>
            </a:extLst>
          </p:cNvPr>
          <p:cNvSpPr txBox="1">
            <a:spLocks/>
          </p:cNvSpPr>
          <p:nvPr/>
        </p:nvSpPr>
        <p:spPr>
          <a:xfrm>
            <a:off x="7939119" y="1655241"/>
            <a:ext cx="3642951" cy="823912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800" dirty="0"/>
              <a:t>Diel variation in vertical distribution</a:t>
            </a:r>
          </a:p>
        </p:txBody>
      </p:sp>
      <p:sp>
        <p:nvSpPr>
          <p:cNvPr id="14" name="Content Placeholder 5">
            <a:extLst>
              <a:ext uri="{FF2B5EF4-FFF2-40B4-BE49-F238E27FC236}">
                <a16:creationId xmlns:a16="http://schemas.microsoft.com/office/drawing/2014/main" id="{B6290506-0F17-7A96-BD89-BF7282E95E12}"/>
              </a:ext>
            </a:extLst>
          </p:cNvPr>
          <p:cNvSpPr txBox="1">
            <a:spLocks/>
          </p:cNvSpPr>
          <p:nvPr/>
        </p:nvSpPr>
        <p:spPr>
          <a:xfrm>
            <a:off x="7939118" y="2707871"/>
            <a:ext cx="3642951" cy="23246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Distance-based RDA</a:t>
            </a:r>
          </a:p>
          <a:p>
            <a:r>
              <a:rPr lang="en-US" sz="2400" dirty="0"/>
              <a:t>Permutation-based ANOVA</a:t>
            </a:r>
          </a:p>
          <a:p>
            <a:r>
              <a:rPr lang="en-US" sz="2400" dirty="0"/>
              <a:t>Variance Partitioning Analysis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0253486-C68C-51C9-A40E-06E059ABBD6E}"/>
              </a:ext>
            </a:extLst>
          </p:cNvPr>
          <p:cNvCxnSpPr/>
          <p:nvPr/>
        </p:nvCxnSpPr>
        <p:spPr>
          <a:xfrm>
            <a:off x="839788" y="2505075"/>
            <a:ext cx="317989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338D88A-853D-90FD-85D3-713F2340645C}"/>
              </a:ext>
            </a:extLst>
          </p:cNvPr>
          <p:cNvCxnSpPr/>
          <p:nvPr/>
        </p:nvCxnSpPr>
        <p:spPr>
          <a:xfrm>
            <a:off x="4506055" y="2505075"/>
            <a:ext cx="317989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0713E81-6361-0A83-AB67-A91F8B3DCF06}"/>
              </a:ext>
            </a:extLst>
          </p:cNvPr>
          <p:cNvCxnSpPr/>
          <p:nvPr/>
        </p:nvCxnSpPr>
        <p:spPr>
          <a:xfrm>
            <a:off x="8175498" y="2505075"/>
            <a:ext cx="317989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88608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491BF2-BE1A-1528-5C92-EB5549F9C0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Results and Discussion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AEFAF1-D499-19A9-E3D2-E4A0A61A88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23403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C52EC-1B0B-CAE3-D686-BE73422DB3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Cluster Distribution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7231315-04AE-B570-9CA2-A28B0C7843E7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Add fig 3 caption</a:t>
            </a: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48D38E96-EB96-B298-D1D7-F15B7624B8C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3188" y="1366837"/>
            <a:ext cx="6172200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35309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FD3E4-2EFF-D8D3-5184-E3EC6B860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Cluster composition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32A1F273-02B1-F52E-15DB-ECD7D6AC29B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2735" y="1885950"/>
            <a:ext cx="6172200" cy="3086099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7B4AFB3-D8A4-32C0-8A0F-A2A6CF834B2C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Overview ISA results</a:t>
            </a:r>
          </a:p>
          <a:p>
            <a:r>
              <a:rPr lang="en-US" sz="2400" dirty="0"/>
              <a:t>Add fig 2A caption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9DEDAC5-9FE2-AE67-7F01-F1354976CC8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2219" y="1233487"/>
            <a:ext cx="1828804" cy="5486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03352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90784-4E31-B4BA-6288-7565D689B7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Cluster and spatiotemporal associations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E6ACD0E2-2EDA-CF18-E260-4946C01052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3188" y="1219880"/>
            <a:ext cx="6172200" cy="4408714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3037D3-DC72-1D3C-6545-78096BD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Add fig 4 caption</a:t>
            </a:r>
          </a:p>
          <a:p>
            <a:r>
              <a:rPr lang="en-US" sz="2400" dirty="0"/>
              <a:t>Text outline of major take aways?</a:t>
            </a:r>
          </a:p>
        </p:txBody>
      </p:sp>
    </p:spTree>
    <p:extLst>
      <p:ext uri="{BB962C8B-B14F-4D97-AF65-F5344CB8AC3E}">
        <p14:creationId xmlns:p14="http://schemas.microsoft.com/office/powerpoint/2010/main" val="22466882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A7BD2-3123-DBC7-0364-6D50EC9EC7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Db-RDA and VPA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733D4-541E-6B5C-3F35-44B27BE9E2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Text outline of results (include p-values?)</a:t>
            </a:r>
          </a:p>
        </p:txBody>
      </p:sp>
    </p:spTree>
    <p:extLst>
      <p:ext uri="{BB962C8B-B14F-4D97-AF65-F5344CB8AC3E}">
        <p14:creationId xmlns:p14="http://schemas.microsoft.com/office/powerpoint/2010/main" val="24532368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C43C86-2320-5407-CAF1-6355534B70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ANOVA of variables and model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B3DB197F-6F82-7DF2-2642-58D76DF429E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3188" y="1219880"/>
            <a:ext cx="6172200" cy="4408714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5B3CFA-97A3-E307-EA19-4875A5B6B52F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Add fig 5 and caption</a:t>
            </a:r>
          </a:p>
          <a:p>
            <a:r>
              <a:rPr lang="en-US" sz="2400" dirty="0"/>
              <a:t>Mention ANOVA result – all covariates found to have significant effects on full </a:t>
            </a:r>
            <a:r>
              <a:rPr lang="en-US" sz="2400" dirty="0" err="1"/>
              <a:t>dbRDA</a:t>
            </a:r>
            <a:r>
              <a:rPr lang="en-US" sz="2400" dirty="0"/>
              <a:t> model</a:t>
            </a:r>
          </a:p>
          <a:p>
            <a:r>
              <a:rPr lang="en-US" sz="2400" dirty="0"/>
              <a:t>Text outline of major relationships in figure 5</a:t>
            </a:r>
          </a:p>
        </p:txBody>
      </p:sp>
    </p:spTree>
    <p:extLst>
      <p:ext uri="{BB962C8B-B14F-4D97-AF65-F5344CB8AC3E}">
        <p14:creationId xmlns:p14="http://schemas.microsoft.com/office/powerpoint/2010/main" val="4112956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7831A5-9696-3FEE-4075-861C1F148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Negative binomial GLMM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6C3FF1-4D3A-ED79-D13C-D662D0DD71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Not sure we’ll want this slide??</a:t>
            </a:r>
          </a:p>
          <a:p>
            <a:r>
              <a:rPr lang="en-US" sz="2400" dirty="0"/>
              <a:t>Discuss </a:t>
            </a:r>
            <a:r>
              <a:rPr lang="en-US" sz="2400" dirty="0" err="1"/>
              <a:t>glmm</a:t>
            </a:r>
            <a:r>
              <a:rPr lang="en-US" sz="2400" dirty="0"/>
              <a:t> and variables included. Perhaps include the representative equation?</a:t>
            </a:r>
          </a:p>
          <a:p>
            <a:r>
              <a:rPr lang="en-US" sz="2400" dirty="0"/>
              <a:t>Text outline of table S1? </a:t>
            </a:r>
          </a:p>
        </p:txBody>
      </p:sp>
    </p:spTree>
    <p:extLst>
      <p:ext uri="{BB962C8B-B14F-4D97-AF65-F5344CB8AC3E}">
        <p14:creationId xmlns:p14="http://schemas.microsoft.com/office/powerpoint/2010/main" val="4729741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E7433-7DF1-200A-8EB3-7C0C771F44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Taxon-specific vertical distributions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F8001FFA-52C8-165C-EE14-74563850B9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3188" y="1366837"/>
            <a:ext cx="6172200" cy="4114800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36568B-212A-6B83-84AC-0AF746A6D091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Add fig 6 caption</a:t>
            </a:r>
          </a:p>
          <a:p>
            <a:r>
              <a:rPr lang="en-US" sz="2400" dirty="0"/>
              <a:t>Text outline of patterns in predicted greatest abundance with depth and time of day</a:t>
            </a:r>
          </a:p>
        </p:txBody>
      </p:sp>
    </p:spTree>
    <p:extLst>
      <p:ext uri="{BB962C8B-B14F-4D97-AF65-F5344CB8AC3E}">
        <p14:creationId xmlns:p14="http://schemas.microsoft.com/office/powerpoint/2010/main" val="2070869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880A9-FE8B-682F-04A0-64EC9B0503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Time of day effects…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A0FB04-7C7E-0BE2-7716-F129655F19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pPr algn="ctr"/>
            <a:r>
              <a:rPr lang="en-US" sz="2800" dirty="0"/>
              <a:t>On total predicted abundance across depths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5ABB8983-0683-D13F-175D-C473189E039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1960" y="2738438"/>
            <a:ext cx="4693442" cy="3128962"/>
          </a:xfrm>
          <a:prstGeom prst="rect">
            <a:avLst/>
          </a:prstGeom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D9729AB-8830-5169-29F1-9AF4A7E40C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Autofit/>
          </a:bodyPr>
          <a:lstStyle/>
          <a:p>
            <a:pPr algn="ctr"/>
            <a:r>
              <a:rPr lang="en-US" sz="2800" dirty="0"/>
              <a:t>On depth-abundance gradients (slope)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F76E13C5-239B-1EAF-C82C-8F1713005E00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4425" y="2853002"/>
            <a:ext cx="5183188" cy="3455458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ED14631-9637-2EF5-5798-5C75B3A628D9}"/>
              </a:ext>
            </a:extLst>
          </p:cNvPr>
          <p:cNvCxnSpPr>
            <a:cxnSpLocks/>
          </p:cNvCxnSpPr>
          <p:nvPr/>
        </p:nvCxnSpPr>
        <p:spPr>
          <a:xfrm>
            <a:off x="1037980" y="2512427"/>
            <a:ext cx="495959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45ED969-AB63-B36E-6DBB-58B67FA9DD14}"/>
              </a:ext>
            </a:extLst>
          </p:cNvPr>
          <p:cNvCxnSpPr>
            <a:cxnSpLocks/>
          </p:cNvCxnSpPr>
          <p:nvPr/>
        </p:nvCxnSpPr>
        <p:spPr>
          <a:xfrm>
            <a:off x="6306223" y="2505075"/>
            <a:ext cx="495959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EB3FF90F-C69E-92AE-8B64-A6A3F6312869}"/>
              </a:ext>
            </a:extLst>
          </p:cNvPr>
          <p:cNvSpPr txBox="1"/>
          <p:nvPr/>
        </p:nvSpPr>
        <p:spPr>
          <a:xfrm>
            <a:off x="1163080" y="5898292"/>
            <a:ext cx="60949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Add fig 7 caption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3C2233D-1FF6-EF74-AEC9-52418FE21892}"/>
              </a:ext>
            </a:extLst>
          </p:cNvPr>
          <p:cNvSpPr txBox="1"/>
          <p:nvPr/>
        </p:nvSpPr>
        <p:spPr>
          <a:xfrm>
            <a:off x="6172200" y="6160016"/>
            <a:ext cx="60949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Add fig 8 caption</a:t>
            </a:r>
          </a:p>
        </p:txBody>
      </p:sp>
    </p:spTree>
    <p:extLst>
      <p:ext uri="{BB962C8B-B14F-4D97-AF65-F5344CB8AC3E}">
        <p14:creationId xmlns:p14="http://schemas.microsoft.com/office/powerpoint/2010/main" val="5336884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B3A85-FF15-2E24-EA6C-ADE5E4905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096D75-D04D-1D5E-BAB4-CA4D9F6520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Overview most important take aways</a:t>
            </a:r>
          </a:p>
        </p:txBody>
      </p:sp>
    </p:spTree>
    <p:extLst>
      <p:ext uri="{BB962C8B-B14F-4D97-AF65-F5344CB8AC3E}">
        <p14:creationId xmlns:p14="http://schemas.microsoft.com/office/powerpoint/2010/main" val="39614573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7E2660-CCAF-C324-AEDC-DAB568204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5418ED-A63B-953F-40F8-8E5E3218F5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Add citations for any papers referenced in the previous slides (or do we include all that were in the paper?)</a:t>
            </a:r>
          </a:p>
        </p:txBody>
      </p:sp>
    </p:spTree>
    <p:extLst>
      <p:ext uri="{BB962C8B-B14F-4D97-AF65-F5344CB8AC3E}">
        <p14:creationId xmlns:p14="http://schemas.microsoft.com/office/powerpoint/2010/main" val="38283473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B7F310-40D4-FD3B-A2A4-D56B26007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you, Acknowledgements, and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DF3627-5C92-71DA-60C2-2A0207BA5B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13885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1620</TotalTime>
  <Words>640</Words>
  <Application>Microsoft Office PowerPoint</Application>
  <PresentationFormat>Widescreen</PresentationFormat>
  <Paragraphs>90</Paragraphs>
  <Slides>20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Aptos</vt:lpstr>
      <vt:lpstr>Arial</vt:lpstr>
      <vt:lpstr>Calibri</vt:lpstr>
      <vt:lpstr>Calibri Light</vt:lpstr>
      <vt:lpstr>Office 2013 - 2022 Theme</vt:lpstr>
      <vt:lpstr>Environmental and spatiotemporal influences on winter ichthyoplankton assemblages of the northern California Current Ecosystem</vt:lpstr>
      <vt:lpstr>Outline</vt:lpstr>
      <vt:lpstr>Introduction and Background</vt:lpstr>
      <vt:lpstr>State of LFC knowledge </vt:lpstr>
      <vt:lpstr>Study area – northern California Current ecosystem</vt:lpstr>
      <vt:lpstr>Sampling and Analysis Methods</vt:lpstr>
      <vt:lpstr>Sampling and data collection</vt:lpstr>
      <vt:lpstr>Data Analyses</vt:lpstr>
      <vt:lpstr>Results and Discussion</vt:lpstr>
      <vt:lpstr>Cluster Distribution</vt:lpstr>
      <vt:lpstr>Cluster composition</vt:lpstr>
      <vt:lpstr>Cluster and spatiotemporal associations</vt:lpstr>
      <vt:lpstr>Db-RDA and VPA</vt:lpstr>
      <vt:lpstr>ANOVA of variables and model</vt:lpstr>
      <vt:lpstr>Negative binomial GLMM </vt:lpstr>
      <vt:lpstr>Taxon-specific vertical distributions</vt:lpstr>
      <vt:lpstr>Time of day effects…</vt:lpstr>
      <vt:lpstr>Conclusions</vt:lpstr>
      <vt:lpstr>References</vt:lpstr>
      <vt:lpstr>Thank you, Acknowledgements, and Questions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McCloskey, Ross</dc:creator>
  <cp:lastModifiedBy>McCloskey, Ross</cp:lastModifiedBy>
  <cp:revision>1</cp:revision>
  <dcterms:created xsi:type="dcterms:W3CDTF">2026-09-28T21:43:59Z</dcterms:created>
  <dcterms:modified xsi:type="dcterms:W3CDTF">2026-09-30T00:44:20Z</dcterms:modified>
</cp:coreProperties>
</file>