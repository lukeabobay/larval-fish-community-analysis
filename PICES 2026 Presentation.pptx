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0_E033BACA.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03_7A870D8C.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06_EBF76C5C.xml" ContentType="application/vnd.ms-powerpoint.comment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119_E92F45D4.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63" r:id="rId3"/>
    <p:sldId id="289" r:id="rId4"/>
    <p:sldId id="259" r:id="rId5"/>
    <p:sldId id="290" r:id="rId6"/>
    <p:sldId id="277" r:id="rId7"/>
    <p:sldId id="264" r:id="rId8"/>
    <p:sldId id="291" r:id="rId9"/>
    <p:sldId id="262" r:id="rId10"/>
    <p:sldId id="265" r:id="rId11"/>
    <p:sldId id="278" r:id="rId12"/>
    <p:sldId id="293" r:id="rId13"/>
    <p:sldId id="287" r:id="rId14"/>
    <p:sldId id="288" r:id="rId15"/>
    <p:sldId id="279" r:id="rId16"/>
    <p:sldId id="269" r:id="rId17"/>
    <p:sldId id="294" r:id="rId18"/>
    <p:sldId id="280" r:id="rId19"/>
    <p:sldId id="295" r:id="rId20"/>
    <p:sldId id="281" r:id="rId21"/>
    <p:sldId id="272" r:id="rId22"/>
    <p:sldId id="285" r:id="rId23"/>
    <p:sldId id="286" r:id="rId24"/>
    <p:sldId id="274" r:id="rId25"/>
    <p:sldId id="282" r:id="rId26"/>
    <p:sldId id="275" r:id="rId27"/>
    <p:sldId id="276"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79952D-B28F-4DB6-B5D8-EB674AB8FC15}" v="116" dt="2026-10-08T20:37:03.4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531" autoAdjust="0"/>
  </p:normalViewPr>
  <p:slideViewPr>
    <p:cSldViewPr snapToGrid="0">
      <p:cViewPr>
        <p:scale>
          <a:sx n="60" d="100"/>
          <a:sy n="60" d="100"/>
        </p:scale>
        <p:origin x="-312" y="62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modMainMaster">
      <pc:chgData name="McCloskey, Ross" userId="b1990487-ee44-4922-b58f-5b2980a02730" providerId="ADAL" clId="{7D443C21-FD7D-4E65-8C72-B41829F67170}" dt="2026-10-08T20:48:17.647" v="52792" actId="15"/>
      <pc:docMkLst>
        <pc:docMk/>
      </pc:docMkLst>
      <pc:sldChg chg="modSp new mod">
        <pc:chgData name="McCloskey, Ross" userId="b1990487-ee44-4922-b58f-5b2980a02730" providerId="ADAL" clId="{7D443C21-FD7D-4E65-8C72-B41829F67170}" dt="2026-10-07T16:15:26.019" v="28419" actId="113"/>
        <pc:sldMkLst>
          <pc:docMk/>
          <pc:sldMk cId="3761486538" sldId="256"/>
        </pc:sldMkLst>
        <pc:spChg chg="mod">
          <ac:chgData name="McCloskey, Ross" userId="b1990487-ee44-4922-b58f-5b2980a02730" providerId="ADAL" clId="{7D443C21-FD7D-4E65-8C72-B41829F67170}" dt="2026-09-28T22:15:01.494" v="73" actId="27636"/>
          <ac:spMkLst>
            <pc:docMk/>
            <pc:sldMk cId="3761486538" sldId="256"/>
            <ac:spMk id="2" creationId="{9414B15A-1BA8-FAE0-F178-B785304BAB9C}"/>
          </ac:spMkLst>
        </pc:spChg>
        <pc:spChg chg="mod">
          <ac:chgData name="McCloskey, Ross" userId="b1990487-ee44-4922-b58f-5b2980a02730" providerId="ADAL" clId="{7D443C21-FD7D-4E65-8C72-B41829F67170}" dt="2026-10-07T16:15:26.019" v="28419" actId="113"/>
          <ac:spMkLst>
            <pc:docMk/>
            <pc:sldMk cId="3761486538" sldId="256"/>
            <ac:spMk id="3" creationId="{762E0F39-94FA-771E-FB61-BEBEF98967E4}"/>
          </ac:spMkLst>
        </pc:spChg>
      </pc:sldChg>
      <pc:sldChg chg="modSp new del mod modClrScheme chgLayout">
        <pc:chgData name="McCloskey, Ross" userId="b1990487-ee44-4922-b58f-5b2980a02730" providerId="ADAL" clId="{7D443C21-FD7D-4E65-8C72-B41829F67170}" dt="2026-10-07T16:15:07.472" v="28418" actId="47"/>
        <pc:sldMkLst>
          <pc:docMk/>
          <pc:sldMk cId="4158645981" sldId="257"/>
        </pc:sldMkLst>
      </pc:sldChg>
      <pc:sldChg chg="modSp new del mod ord modNotesTx">
        <pc:chgData name="McCloskey, Ross" userId="b1990487-ee44-4922-b58f-5b2980a02730" providerId="ADAL" clId="{7D443C21-FD7D-4E65-8C72-B41829F67170}" dt="2026-10-08T01:21:36.769" v="38853" actId="47"/>
        <pc:sldMkLst>
          <pc:docMk/>
          <pc:sldMk cId="44376489" sldId="258"/>
        </pc:sldMkLst>
        <pc:spChg chg="mod">
          <ac:chgData name="McCloskey, Ross" userId="b1990487-ee44-4922-b58f-5b2980a02730" providerId="ADAL" clId="{7D443C21-FD7D-4E65-8C72-B41829F67170}" dt="2026-10-08T00:56:13.639" v="37648" actId="20577"/>
          <ac:spMkLst>
            <pc:docMk/>
            <pc:sldMk cId="44376489" sldId="258"/>
            <ac:spMk id="3" creationId="{E199FAA9-8CCF-7FDF-EDB5-A953AF356B0E}"/>
          </ac:spMkLst>
        </pc:spChg>
      </pc:sldChg>
      <pc:sldChg chg="addSp delSp modSp new mod modClrScheme chgLayout modNotesTx">
        <pc:chgData name="McCloskey, Ross" userId="b1990487-ee44-4922-b58f-5b2980a02730" providerId="ADAL" clId="{7D443C21-FD7D-4E65-8C72-B41829F67170}" dt="2026-10-08T01:25:16.129" v="38854" actId="20577"/>
        <pc:sldMkLst>
          <pc:docMk/>
          <pc:sldMk cId="2055671180" sldId="259"/>
        </pc:sldMkLst>
        <pc:spChg chg="mod ord">
          <ac:chgData name="McCloskey, Ross" userId="b1990487-ee44-4922-b58f-5b2980a02730" providerId="ADAL" clId="{7D443C21-FD7D-4E65-8C72-B41829F67170}" dt="2026-10-07T23:12:07.619" v="33462" actId="20577"/>
          <ac:spMkLst>
            <pc:docMk/>
            <pc:sldMk cId="2055671180" sldId="259"/>
            <ac:spMk id="2" creationId="{1B7B1884-9909-6996-B1EF-F9DB304B33C9}"/>
          </ac:spMkLst>
        </pc:spChg>
        <pc:spChg chg="add del mod">
          <ac:chgData name="McCloskey, Ross" userId="b1990487-ee44-4922-b58f-5b2980a02730" providerId="ADAL" clId="{7D443C21-FD7D-4E65-8C72-B41829F67170}" dt="2026-10-07T18:04:04.140" v="32543" actId="478"/>
          <ac:spMkLst>
            <pc:docMk/>
            <pc:sldMk cId="2055671180" sldId="259"/>
            <ac:spMk id="3" creationId="{8D7A6167-BF80-593C-A7D0-A97C8E1BD395}"/>
          </ac:spMkLst>
        </pc:spChg>
        <pc:spChg chg="mod ord">
          <ac:chgData name="McCloskey, Ross" userId="b1990487-ee44-4922-b58f-5b2980a02730" providerId="ADAL" clId="{7D443C21-FD7D-4E65-8C72-B41829F67170}" dt="2026-10-07T23:16:14.695" v="33505" actId="27636"/>
          <ac:spMkLst>
            <pc:docMk/>
            <pc:sldMk cId="2055671180" sldId="259"/>
            <ac:spMk id="4" creationId="{BB902A2A-9B25-5B79-B90D-5A644898C111}"/>
          </ac:spMkLst>
        </pc:spChg>
        <pc:spChg chg="add del mod ord">
          <ac:chgData name="McCloskey, Ross" userId="b1990487-ee44-4922-b58f-5b2980a02730" providerId="ADAL" clId="{7D443C21-FD7D-4E65-8C72-B41829F67170}" dt="2026-10-07T23:03:18.494" v="32545" actId="700"/>
          <ac:spMkLst>
            <pc:docMk/>
            <pc:sldMk cId="2055671180" sldId="259"/>
            <ac:spMk id="6" creationId="{38C0B0D6-1238-C1F1-A423-739FFBFBF007}"/>
          </ac:spMkLst>
        </pc:spChg>
        <pc:picChg chg="add mod modCrop">
          <ac:chgData name="McCloskey, Ross" userId="b1990487-ee44-4922-b58f-5b2980a02730" providerId="ADAL" clId="{7D443C21-FD7D-4E65-8C72-B41829F67170}" dt="2026-10-07T23:12:18.095" v="33465" actId="1076"/>
          <ac:picMkLst>
            <pc:docMk/>
            <pc:sldMk cId="2055671180" sldId="259"/>
            <ac:picMk id="7" creationId="{4865F132-E5EF-6900-8B05-07164E03337A}"/>
          </ac:picMkLst>
        </pc:picChg>
        <pc:picChg chg="add del mod ord modCrop">
          <ac:chgData name="McCloskey, Ross" userId="b1990487-ee44-4922-b58f-5b2980a02730" providerId="ADAL" clId="{7D443C21-FD7D-4E65-8C72-B41829F67170}" dt="2026-10-07T23:03:09.795" v="32544" actId="478"/>
          <ac:picMkLst>
            <pc:docMk/>
            <pc:sldMk cId="2055671180" sldId="259"/>
            <ac:picMk id="11" creationId="{D81E69B6-8227-DAEF-3877-AA8B03C6F6A2}"/>
          </ac:picMkLst>
        </pc:picChg>
      </pc:sldChg>
      <pc:sldChg chg="modSp new del mod modNotesTx">
        <pc:chgData name="McCloskey, Ross" userId="b1990487-ee44-4922-b58f-5b2980a02730" providerId="ADAL" clId="{7D443C21-FD7D-4E65-8C72-B41829F67170}" dt="2026-10-08T01:42:19.407" v="39376" actId="47"/>
        <pc:sldMkLst>
          <pc:docMk/>
          <pc:sldMk cId="3460423272" sldId="260"/>
        </pc:sldMkLst>
        <pc:spChg chg="mod">
          <ac:chgData name="McCloskey, Ross" userId="b1990487-ee44-4922-b58f-5b2980a02730" providerId="ADAL" clId="{7D443C21-FD7D-4E65-8C72-B41829F67170}" dt="2026-10-08T01:29:13.266" v="38855" actId="20577"/>
          <ac:spMkLst>
            <pc:docMk/>
            <pc:sldMk cId="3460423272" sldId="260"/>
            <ac:spMk id="3" creationId="{ECB50B18-4FB1-0283-6385-E05038C7DFF4}"/>
          </ac:spMkLst>
        </pc:spChg>
      </pc:sldChg>
      <pc:sldChg chg="addSp delSp modSp new mod modNotesTx">
        <pc:chgData name="McCloskey, Ross" userId="b1990487-ee44-4922-b58f-5b2980a02730" providerId="ADAL" clId="{7D443C21-FD7D-4E65-8C72-B41829F67170}" dt="2026-10-08T17:43:06.460" v="45606" actId="20577"/>
        <pc:sldMkLst>
          <pc:docMk/>
          <pc:sldMk cId="3958860892" sldId="262"/>
        </pc:sldMkLst>
        <pc:spChg chg="mod">
          <ac:chgData name="McCloskey, Ross" userId="b1990487-ee44-4922-b58f-5b2980a02730" providerId="ADAL" clId="{7D443C21-FD7D-4E65-8C72-B41829F67170}" dt="2026-09-30T00:35:40.982" v="6968" actId="255"/>
          <ac:spMkLst>
            <pc:docMk/>
            <pc:sldMk cId="3958860892" sldId="262"/>
            <ac:spMk id="2" creationId="{ED8F4F21-E44A-8428-88A9-5472B256D169}"/>
          </ac:spMkLst>
        </pc:spChg>
        <pc:spChg chg="mod">
          <ac:chgData name="McCloskey, Ross" userId="b1990487-ee44-4922-b58f-5b2980a02730" providerId="ADAL" clId="{7D443C21-FD7D-4E65-8C72-B41829F67170}" dt="2026-10-08T01:44:40.832" v="39379" actId="20577"/>
          <ac:spMkLst>
            <pc:docMk/>
            <pc:sldMk cId="3958860892" sldId="262"/>
            <ac:spMk id="3" creationId="{811B784F-B0FE-B134-DE85-B82BC9CF9725}"/>
          </ac:spMkLst>
        </pc:spChg>
        <pc:spChg chg="mod">
          <ac:chgData name="McCloskey, Ross" userId="b1990487-ee44-4922-b58f-5b2980a02730" providerId="ADAL" clId="{7D443C21-FD7D-4E65-8C72-B41829F67170}" dt="2026-10-01T18:14:16.462" v="20994" actId="20577"/>
          <ac:spMkLst>
            <pc:docMk/>
            <pc:sldMk cId="3958860892" sldId="262"/>
            <ac:spMk id="4" creationId="{9E5096C5-3BD2-27F3-58AD-14865937D002}"/>
          </ac:spMkLst>
        </pc:spChg>
        <pc:spChg chg="add del mod">
          <ac:chgData name="McCloskey, Ross" userId="b1990487-ee44-4922-b58f-5b2980a02730" providerId="ADAL" clId="{7D443C21-FD7D-4E65-8C72-B41829F67170}" dt="2026-10-08T01:44:43.555" v="39382" actId="20577"/>
          <ac:spMkLst>
            <pc:docMk/>
            <pc:sldMk cId="3958860892" sldId="262"/>
            <ac:spMk id="5" creationId="{941A9FE0-0831-3314-E63A-403E0F0F6E75}"/>
          </ac:spMkLst>
        </pc:spChg>
        <pc:spChg chg="mod">
          <ac:chgData name="McCloskey, Ross" userId="b1990487-ee44-4922-b58f-5b2980a02730" providerId="ADAL" clId="{7D443C21-FD7D-4E65-8C72-B41829F67170}" dt="2026-10-01T18:13:55.936" v="20965" actId="27636"/>
          <ac:spMkLst>
            <pc:docMk/>
            <pc:sldMk cId="3958860892" sldId="262"/>
            <ac:spMk id="6" creationId="{E709375E-380E-E0E4-AABB-C3C82F7FD360}"/>
          </ac:spMkLst>
        </pc:spChg>
        <pc:spChg chg="add mod">
          <ac:chgData name="McCloskey, Ross" userId="b1990487-ee44-4922-b58f-5b2980a02730" providerId="ADAL" clId="{7D443C21-FD7D-4E65-8C72-B41829F67170}" dt="2026-10-08T01:44:46.095" v="39385" actId="20577"/>
          <ac:spMkLst>
            <pc:docMk/>
            <pc:sldMk cId="3958860892" sldId="262"/>
            <ac:spMk id="10" creationId="{4897BA95-02F0-B7E1-1044-1BA7DA428238}"/>
          </ac:spMkLst>
        </pc:spChg>
        <pc:spChg chg="add mod">
          <ac:chgData name="McCloskey, Ross" userId="b1990487-ee44-4922-b58f-5b2980a02730" providerId="ADAL" clId="{7D443C21-FD7D-4E65-8C72-B41829F67170}" dt="2026-10-01T18:33:25.900" v="24146" actId="20577"/>
          <ac:spMkLst>
            <pc:docMk/>
            <pc:sldMk cId="3958860892" sldId="262"/>
            <ac:spMk id="14" creationId="{B6290506-0F17-7A96-BD89-BF7282E95E12}"/>
          </ac:spMkLst>
        </pc:spChg>
        <pc:cxnChg chg="add mod">
          <ac:chgData name="McCloskey, Ross" userId="b1990487-ee44-4922-b58f-5b2980a02730" providerId="ADAL" clId="{7D443C21-FD7D-4E65-8C72-B41829F67170}" dt="2026-09-28T22:44:29.434" v="1291" actId="13822"/>
          <ac:cxnSpMkLst>
            <pc:docMk/>
            <pc:sldMk cId="3958860892" sldId="262"/>
            <ac:cxnSpMk id="16" creationId="{50253486-C68C-51C9-A40E-06E059ABBD6E}"/>
          </ac:cxnSpMkLst>
        </pc:cxnChg>
        <pc:cxnChg chg="add mod">
          <ac:chgData name="McCloskey, Ross" userId="b1990487-ee44-4922-b58f-5b2980a02730" providerId="ADAL" clId="{7D443C21-FD7D-4E65-8C72-B41829F67170}" dt="2026-09-28T22:44:39.326" v="1294" actId="1076"/>
          <ac:cxnSpMkLst>
            <pc:docMk/>
            <pc:sldMk cId="3958860892" sldId="262"/>
            <ac:cxnSpMk id="17" creationId="{4338D88A-853D-90FD-85D3-713F2340645C}"/>
          </ac:cxnSpMkLst>
        </pc:cxnChg>
        <pc:cxnChg chg="add mod">
          <ac:chgData name="McCloskey, Ross" userId="b1990487-ee44-4922-b58f-5b2980a02730" providerId="ADAL" clId="{7D443C21-FD7D-4E65-8C72-B41829F67170}" dt="2026-09-28T22:44:49.810" v="1295" actId="1076"/>
          <ac:cxnSpMkLst>
            <pc:docMk/>
            <pc:sldMk cId="3958860892" sldId="262"/>
            <ac:cxnSpMk id="18" creationId="{50713E81-6361-0A83-AB67-A91F8B3DCF06}"/>
          </ac:cxnSpMkLst>
        </pc:cxnChg>
      </pc:sldChg>
      <pc:sldChg chg="delSp modSp new mod modNotesTx">
        <pc:chgData name="McCloskey, Ross" userId="b1990487-ee44-4922-b58f-5b2980a02730" providerId="ADAL" clId="{7D443C21-FD7D-4E65-8C72-B41829F67170}" dt="2026-10-08T16:53:32.756" v="41673" actId="20577"/>
        <pc:sldMkLst>
          <pc:docMk/>
          <pc:sldMk cId="537475907" sldId="263"/>
        </pc:sldMkLst>
        <pc:spChg chg="mod">
          <ac:chgData name="McCloskey, Ross" userId="b1990487-ee44-4922-b58f-5b2980a02730" providerId="ADAL" clId="{7D443C21-FD7D-4E65-8C72-B41829F67170}" dt="2026-10-07T16:15:30.045" v="28420" actId="113"/>
          <ac:spMkLst>
            <pc:docMk/>
            <pc:sldMk cId="537475907" sldId="263"/>
            <ac:spMk id="2" creationId="{DABE3F03-D8C1-AD38-095D-B69CB01CC9C5}"/>
          </ac:spMkLst>
        </pc:spChg>
      </pc:sldChg>
      <pc:sldChg chg="delSp modSp new mod modNotesTx">
        <pc:chgData name="McCloskey, Ross" userId="b1990487-ee44-4922-b58f-5b2980a02730" providerId="ADAL" clId="{7D443C21-FD7D-4E65-8C72-B41829F67170}" dt="2026-10-08T16:57:37.213" v="42245" actId="20577"/>
        <pc:sldMkLst>
          <pc:docMk/>
          <pc:sldMk cId="4095987181" sldId="264"/>
        </pc:sldMkLst>
        <pc:spChg chg="mod">
          <ac:chgData name="McCloskey, Ross" userId="b1990487-ee44-4922-b58f-5b2980a02730" providerId="ADAL" clId="{7D443C21-FD7D-4E65-8C72-B41829F67170}" dt="2026-10-07T16:15:33.493" v="28421" actId="113"/>
          <ac:spMkLst>
            <pc:docMk/>
            <pc:sldMk cId="4095987181" sldId="264"/>
            <ac:spMk id="2" creationId="{3990C8C9-DCCB-9092-1633-D30892F6B909}"/>
          </ac:spMkLst>
        </pc:spChg>
      </pc:sldChg>
      <pc:sldChg chg="addSp delSp modSp new mod modClrScheme chgLayout modNotesTx">
        <pc:chgData name="McCloskey, Ross" userId="b1990487-ee44-4922-b58f-5b2980a02730" providerId="ADAL" clId="{7D443C21-FD7D-4E65-8C72-B41829F67170}" dt="2026-10-08T16:57:57.541" v="42309" actId="20577"/>
        <pc:sldMkLst>
          <pc:docMk/>
          <pc:sldMk cId="552340326" sldId="265"/>
        </pc:sldMkLst>
        <pc:spChg chg="mod ord">
          <ac:chgData name="McCloskey, Ross" userId="b1990487-ee44-4922-b58f-5b2980a02730" providerId="ADAL" clId="{7D443C21-FD7D-4E65-8C72-B41829F67170}" dt="2026-10-07T16:15:38.430" v="28422" actId="113"/>
          <ac:spMkLst>
            <pc:docMk/>
            <pc:sldMk cId="552340326" sldId="265"/>
            <ac:spMk id="2" creationId="{5E491BF2-BE1A-1528-5C92-EB5549F9C0A6}"/>
          </ac:spMkLst>
        </pc:spChg>
      </pc:sldChg>
      <pc:sldChg chg="addSp delSp modSp new del mod modClrScheme chgLayout modNotesTx">
        <pc:chgData name="McCloskey, Ross" userId="b1990487-ee44-4922-b58f-5b2980a02730" providerId="ADAL" clId="{7D443C21-FD7D-4E65-8C72-B41829F67170}" dt="2026-10-07T18:03:20.350" v="32542" actId="47"/>
        <pc:sldMkLst>
          <pc:docMk/>
          <pc:sldMk cId="1943530923" sldId="266"/>
        </pc:sldMkLst>
      </pc:sldChg>
      <pc:sldChg chg="addSp delSp modSp new del mod ord modClrScheme chgLayout modNotesTx">
        <pc:chgData name="McCloskey, Ross" userId="b1990487-ee44-4922-b58f-5b2980a02730" providerId="ADAL" clId="{7D443C21-FD7D-4E65-8C72-B41829F67170}" dt="2026-10-07T17:55:02.040" v="32047" actId="47"/>
        <pc:sldMkLst>
          <pc:docMk/>
          <pc:sldMk cId="3090335228" sldId="267"/>
        </pc:sldMkLst>
      </pc:sldChg>
      <pc:sldChg chg="addSp delSp modSp new add del mod modClrScheme chgLayout modNotesTx">
        <pc:chgData name="McCloskey, Ross" userId="b1990487-ee44-4922-b58f-5b2980a02730" providerId="ADAL" clId="{7D443C21-FD7D-4E65-8C72-B41829F67170}" dt="2026-10-08T16:30:10.003" v="39722" actId="47"/>
        <pc:sldMkLst>
          <pc:docMk/>
          <pc:sldMk cId="2246688222" sldId="268"/>
        </pc:sldMkLst>
      </pc:sldChg>
      <pc:sldChg chg="addSp modSp new mod modNotesTx">
        <pc:chgData name="McCloskey, Ross" userId="b1990487-ee44-4922-b58f-5b2980a02730" providerId="ADAL" clId="{7D443C21-FD7D-4E65-8C72-B41829F67170}" dt="2026-10-08T17:05:48.418" v="42457" actId="21"/>
        <pc:sldMkLst>
          <pc:docMk/>
          <pc:sldMk cId="2453236817" sldId="269"/>
        </pc:sldMkLst>
        <pc:spChg chg="mod">
          <ac:chgData name="McCloskey, Ross" userId="b1990487-ee44-4922-b58f-5b2980a02730" providerId="ADAL" clId="{7D443C21-FD7D-4E65-8C72-B41829F67170}" dt="2026-09-30T00:41:44.427" v="7042" actId="255"/>
          <ac:spMkLst>
            <pc:docMk/>
            <pc:sldMk cId="2453236817" sldId="269"/>
            <ac:spMk id="2" creationId="{894A7BD2-3123-DBC7-0364-6D50EC9EC777}"/>
          </ac:spMkLst>
        </pc:spChg>
        <pc:spChg chg="mod">
          <ac:chgData name="McCloskey, Ross" userId="b1990487-ee44-4922-b58f-5b2980a02730" providerId="ADAL" clId="{7D443C21-FD7D-4E65-8C72-B41829F67170}" dt="2026-10-08T17:05:48.418" v="42457" actId="21"/>
          <ac:spMkLst>
            <pc:docMk/>
            <pc:sldMk cId="2453236817" sldId="269"/>
            <ac:spMk id="3" creationId="{49C733D4-541E-6B5C-3F35-44B27BE9E251}"/>
          </ac:spMkLst>
        </pc:spChg>
        <pc:graphicFrameChg chg="add mod modGraphic">
          <ac:chgData name="McCloskey, Ross" userId="b1990487-ee44-4922-b58f-5b2980a02730" providerId="ADAL" clId="{7D443C21-FD7D-4E65-8C72-B41829F67170}" dt="2026-10-08T16:45:38.723" v="40696" actId="1076"/>
          <ac:graphicFrameMkLst>
            <pc:docMk/>
            <pc:sldMk cId="2453236817" sldId="269"/>
            <ac:graphicFrameMk id="4" creationId="{51A74387-ABA4-2CD1-3B32-AA097E8E5995}"/>
          </ac:graphicFrameMkLst>
        </pc:graphicFrameChg>
      </pc:sldChg>
      <pc:sldChg chg="addSp delSp modSp new add del mod modClrScheme chgLayout modNotesTx">
        <pc:chgData name="McCloskey, Ross" userId="b1990487-ee44-4922-b58f-5b2980a02730" providerId="ADAL" clId="{7D443C21-FD7D-4E65-8C72-B41829F67170}" dt="2026-10-08T17:05:23.868" v="42452" actId="47"/>
        <pc:sldMkLst>
          <pc:docMk/>
          <pc:sldMk cId="411295622" sldId="270"/>
        </pc:sldMkLst>
        <pc:spChg chg="mod ord">
          <ac:chgData name="McCloskey, Ross" userId="b1990487-ee44-4922-b58f-5b2980a02730" providerId="ADAL" clId="{7D443C21-FD7D-4E65-8C72-B41829F67170}" dt="2026-10-08T16:59:49.251" v="42364" actId="1035"/>
          <ac:spMkLst>
            <pc:docMk/>
            <pc:sldMk cId="411295622" sldId="270"/>
            <ac:spMk id="2" creationId="{9EC43C86-2320-5407-CAF1-6355534B70FE}"/>
          </ac:spMkLst>
        </pc:spChg>
        <pc:spChg chg="add del mod ord">
          <ac:chgData name="McCloskey, Ross" userId="b1990487-ee44-4922-b58f-5b2980a02730" providerId="ADAL" clId="{7D443C21-FD7D-4E65-8C72-B41829F67170}" dt="2026-10-08T16:58:19.490" v="42311" actId="478"/>
          <ac:spMkLst>
            <pc:docMk/>
            <pc:sldMk cId="411295622" sldId="270"/>
            <ac:spMk id="4" creationId="{A65B3CFA-97A3-E307-EA19-4875A5B6B52F}"/>
          </ac:spMkLst>
        </pc:spChg>
        <pc:spChg chg="add del mod">
          <ac:chgData name="McCloskey, Ross" userId="b1990487-ee44-4922-b58f-5b2980a02730" providerId="ADAL" clId="{7D443C21-FD7D-4E65-8C72-B41829F67170}" dt="2026-10-08T16:58:22.281" v="42312" actId="478"/>
          <ac:spMkLst>
            <pc:docMk/>
            <pc:sldMk cId="411295622" sldId="270"/>
            <ac:spMk id="5" creationId="{81F8C198-9971-89B5-9F13-14847DF39FF1}"/>
          </ac:spMkLst>
        </pc:spChg>
        <pc:spChg chg="add mod">
          <ac:chgData name="McCloskey, Ross" userId="b1990487-ee44-4922-b58f-5b2980a02730" providerId="ADAL" clId="{7D443C21-FD7D-4E65-8C72-B41829F67170}" dt="2026-10-08T17:02:44.253" v="42417" actId="21"/>
          <ac:spMkLst>
            <pc:docMk/>
            <pc:sldMk cId="411295622" sldId="270"/>
            <ac:spMk id="11" creationId="{ECF8C700-A19A-C424-13F8-DE13D51BB057}"/>
          </ac:spMkLst>
        </pc:spChg>
        <pc:picChg chg="add del mod ord modCrop">
          <ac:chgData name="McCloskey, Ross" userId="b1990487-ee44-4922-b58f-5b2980a02730" providerId="ADAL" clId="{7D443C21-FD7D-4E65-8C72-B41829F67170}" dt="2026-10-08T17:02:44.253" v="42417" actId="21"/>
          <ac:picMkLst>
            <pc:docMk/>
            <pc:sldMk cId="411295622" sldId="270"/>
            <ac:picMk id="6" creationId="{B3DB197F-6F82-7DF2-2642-58D76DF429EB}"/>
          </ac:picMkLst>
        </pc:picChg>
        <pc:picChg chg="add del mod modCrop">
          <ac:chgData name="McCloskey, Ross" userId="b1990487-ee44-4922-b58f-5b2980a02730" providerId="ADAL" clId="{7D443C21-FD7D-4E65-8C72-B41829F67170}" dt="2026-10-08T17:03:44.411" v="42429" actId="21"/>
          <ac:picMkLst>
            <pc:docMk/>
            <pc:sldMk cId="411295622" sldId="270"/>
            <ac:picMk id="7" creationId="{4BD9A07E-EF39-1FB6-9396-18511254C3ED}"/>
          </ac:picMkLst>
        </pc:picChg>
        <pc:picChg chg="add del mod modCrop">
          <ac:chgData name="McCloskey, Ross" userId="b1990487-ee44-4922-b58f-5b2980a02730" providerId="ADAL" clId="{7D443C21-FD7D-4E65-8C72-B41829F67170}" dt="2026-10-08T17:03:04.033" v="42421" actId="21"/>
          <ac:picMkLst>
            <pc:docMk/>
            <pc:sldMk cId="411295622" sldId="270"/>
            <ac:picMk id="8" creationId="{32C7B0D6-CD37-F27F-7F13-140E9F718324}"/>
          </ac:picMkLst>
        </pc:picChg>
        <pc:picChg chg="add del mod modCrop">
          <ac:chgData name="McCloskey, Ross" userId="b1990487-ee44-4922-b58f-5b2980a02730" providerId="ADAL" clId="{7D443C21-FD7D-4E65-8C72-B41829F67170}" dt="2026-10-08T17:05:21.456" v="42451" actId="21"/>
          <ac:picMkLst>
            <pc:docMk/>
            <pc:sldMk cId="411295622" sldId="270"/>
            <ac:picMk id="9" creationId="{4BAC76D1-79A9-8ED6-28D9-03F9C574768B}"/>
          </ac:picMkLst>
        </pc:picChg>
      </pc:sldChg>
      <pc:sldChg chg="modSp new del mod">
        <pc:chgData name="McCloskey, Ross" userId="b1990487-ee44-4922-b58f-5b2980a02730" providerId="ADAL" clId="{7D443C21-FD7D-4E65-8C72-B41829F67170}" dt="2026-10-08T17:43:43.114" v="45608" actId="47"/>
        <pc:sldMkLst>
          <pc:docMk/>
          <pc:sldMk cId="472974113" sldId="271"/>
        </pc:sldMkLst>
        <pc:spChg chg="mod">
          <ac:chgData name="McCloskey, Ross" userId="b1990487-ee44-4922-b58f-5b2980a02730" providerId="ADAL" clId="{7D443C21-FD7D-4E65-8C72-B41829F67170}" dt="2026-10-08T17:43:31.883" v="45607" actId="20577"/>
          <ac:spMkLst>
            <pc:docMk/>
            <pc:sldMk cId="472974113" sldId="271"/>
            <ac:spMk id="3" creationId="{926C3FF1-4D3A-ED79-D13C-D662D0DD7179}"/>
          </ac:spMkLst>
        </pc:spChg>
      </pc:sldChg>
      <pc:sldChg chg="addSp delSp modSp new del mod modClrScheme chgLayout modNotesTx">
        <pc:chgData name="McCloskey, Ross" userId="b1990487-ee44-4922-b58f-5b2980a02730" providerId="ADAL" clId="{7D443C21-FD7D-4E65-8C72-B41829F67170}" dt="2026-10-07T16:17:04.043" v="28427" actId="47"/>
        <pc:sldMkLst>
          <pc:docMk/>
          <pc:sldMk cId="207086949" sldId="272"/>
        </pc:sldMkLst>
      </pc:sldChg>
      <pc:sldChg chg="addSp delSp modSp add mod modNotesTx">
        <pc:chgData name="McCloskey, Ross" userId="b1990487-ee44-4922-b58f-5b2980a02730" providerId="ADAL" clId="{7D443C21-FD7D-4E65-8C72-B41829F67170}" dt="2026-10-08T18:02:44.019" v="47422" actId="1076"/>
        <pc:sldMkLst>
          <pc:docMk/>
          <pc:sldMk cId="2086669846" sldId="272"/>
        </pc:sldMkLst>
        <pc:spChg chg="mod">
          <ac:chgData name="McCloskey, Ross" userId="b1990487-ee44-4922-b58f-5b2980a02730" providerId="ADAL" clId="{7D443C21-FD7D-4E65-8C72-B41829F67170}" dt="2026-10-08T18:02:44.019" v="47422" actId="1076"/>
          <ac:spMkLst>
            <pc:docMk/>
            <pc:sldMk cId="2086669846" sldId="272"/>
            <ac:spMk id="2" creationId="{53EEB545-8AC2-9798-207F-41723CDFAA8A}"/>
          </ac:spMkLst>
        </pc:spChg>
        <pc:grpChg chg="add del mod">
          <ac:chgData name="McCloskey, Ross" userId="b1990487-ee44-4922-b58f-5b2980a02730" providerId="ADAL" clId="{7D443C21-FD7D-4E65-8C72-B41829F67170}" dt="2026-10-07T16:42:40.854" v="28665" actId="165"/>
          <ac:grpSpMkLst>
            <pc:docMk/>
            <pc:sldMk cId="2086669846" sldId="272"/>
            <ac:grpSpMk id="5" creationId="{389C8323-2FCA-B1C9-ABC0-6B50CDF54930}"/>
          </ac:grpSpMkLst>
        </pc:grpChg>
        <pc:grpChg chg="add mod">
          <ac:chgData name="McCloskey, Ross" userId="b1990487-ee44-4922-b58f-5b2980a02730" providerId="ADAL" clId="{7D443C21-FD7D-4E65-8C72-B41829F67170}" dt="2026-10-07T16:44:15.029" v="28749" actId="164"/>
          <ac:grpSpMkLst>
            <pc:docMk/>
            <pc:sldMk cId="2086669846" sldId="272"/>
            <ac:grpSpMk id="11" creationId="{80DD05AF-2091-EDDA-7E53-5B8F35BD34FB}"/>
          </ac:grpSpMkLst>
        </pc:grpChg>
        <pc:grpChg chg="add del mod">
          <ac:chgData name="McCloskey, Ross" userId="b1990487-ee44-4922-b58f-5b2980a02730" providerId="ADAL" clId="{7D443C21-FD7D-4E65-8C72-B41829F67170}" dt="2026-10-07T16:41:19.040" v="28653" actId="165"/>
          <ac:grpSpMkLst>
            <pc:docMk/>
            <pc:sldMk cId="2086669846" sldId="272"/>
            <ac:grpSpMk id="49" creationId="{48677010-FD7D-1CE9-FFDF-E59FE6FE2A77}"/>
          </ac:grpSpMkLst>
        </pc:grpChg>
        <pc:picChg chg="add del mod">
          <ac:chgData name="McCloskey, Ross" userId="b1990487-ee44-4922-b58f-5b2980a02730" providerId="ADAL" clId="{7D443C21-FD7D-4E65-8C72-B41829F67170}" dt="2026-10-07T16:42:20.016" v="28662" actId="478"/>
          <ac:picMkLst>
            <pc:docMk/>
            <pc:sldMk cId="2086669846" sldId="272"/>
            <ac:picMk id="4" creationId="{66E26A9F-BB89-0DD0-D098-3AC8DDA4FF40}"/>
          </ac:picMkLst>
        </pc:picChg>
        <pc:picChg chg="mod topLvl">
          <ac:chgData name="McCloskey, Ross" userId="b1990487-ee44-4922-b58f-5b2980a02730" providerId="ADAL" clId="{7D443C21-FD7D-4E65-8C72-B41829F67170}" dt="2026-10-07T16:44:15.029" v="28749" actId="164"/>
          <ac:picMkLst>
            <pc:docMk/>
            <pc:sldMk cId="2086669846" sldId="272"/>
            <ac:picMk id="6" creationId="{A4BC1F84-6BA5-E345-20E8-4A162C814AE9}"/>
          </ac:picMkLst>
        </pc:picChg>
        <pc:picChg chg="mod topLvl">
          <ac:chgData name="McCloskey, Ross" userId="b1990487-ee44-4922-b58f-5b2980a02730" providerId="ADAL" clId="{7D443C21-FD7D-4E65-8C72-B41829F67170}" dt="2026-10-07T16:44:15.029" v="28749" actId="164"/>
          <ac:picMkLst>
            <pc:docMk/>
            <pc:sldMk cId="2086669846" sldId="272"/>
            <ac:picMk id="7" creationId="{B9998CA7-6079-7DD6-0408-CCEABE1F35F7}"/>
          </ac:picMkLst>
        </pc:picChg>
        <pc:picChg chg="mod topLvl modCrop">
          <ac:chgData name="McCloskey, Ross" userId="b1990487-ee44-4922-b58f-5b2980a02730" providerId="ADAL" clId="{7D443C21-FD7D-4E65-8C72-B41829F67170}" dt="2026-10-07T16:44:15.029" v="28749" actId="164"/>
          <ac:picMkLst>
            <pc:docMk/>
            <pc:sldMk cId="2086669846" sldId="272"/>
            <ac:picMk id="8" creationId="{8D33D9EA-AC3D-8753-08D8-7E4E4BA3DE40}"/>
          </ac:picMkLst>
        </pc:picChg>
        <pc:picChg chg="mod topLvl">
          <ac:chgData name="McCloskey, Ross" userId="b1990487-ee44-4922-b58f-5b2980a02730" providerId="ADAL" clId="{7D443C21-FD7D-4E65-8C72-B41829F67170}" dt="2026-10-07T16:44:15.029" v="28749" actId="164"/>
          <ac:picMkLst>
            <pc:docMk/>
            <pc:sldMk cId="2086669846" sldId="272"/>
            <ac:picMk id="9" creationId="{164E74C4-D0E5-6024-68C5-541F2A18B443}"/>
          </ac:picMkLst>
        </pc:picChg>
        <pc:picChg chg="mod topLvl">
          <ac:chgData name="McCloskey, Ross" userId="b1990487-ee44-4922-b58f-5b2980a02730" providerId="ADAL" clId="{7D443C21-FD7D-4E65-8C72-B41829F67170}" dt="2026-10-07T16:44:15.029" v="28749" actId="164"/>
          <ac:picMkLst>
            <pc:docMk/>
            <pc:sldMk cId="2086669846" sldId="272"/>
            <ac:picMk id="10" creationId="{F8E51AEC-566D-38AD-6052-6F251AE93786}"/>
          </ac:picMkLst>
        </pc:picChg>
        <pc:picChg chg="del mod ord topLvl">
          <ac:chgData name="McCloskey, Ross" userId="b1990487-ee44-4922-b58f-5b2980a02730" providerId="ADAL" clId="{7D443C21-FD7D-4E65-8C72-B41829F67170}" dt="2026-10-07T16:42:28.613" v="28663" actId="478"/>
          <ac:picMkLst>
            <pc:docMk/>
            <pc:sldMk cId="2086669846" sldId="272"/>
            <ac:picMk id="20" creationId="{A08EEC0F-34B7-A8EB-D2DF-4C5EBBF5E798}"/>
          </ac:picMkLst>
        </pc:picChg>
        <pc:picChg chg="del mod ord topLvl">
          <ac:chgData name="McCloskey, Ross" userId="b1990487-ee44-4922-b58f-5b2980a02730" providerId="ADAL" clId="{7D443C21-FD7D-4E65-8C72-B41829F67170}" dt="2026-10-07T16:42:28.613" v="28663" actId="478"/>
          <ac:picMkLst>
            <pc:docMk/>
            <pc:sldMk cId="2086669846" sldId="272"/>
            <ac:picMk id="24" creationId="{CF931658-0415-E01C-BB0B-11D8A7241956}"/>
          </ac:picMkLst>
        </pc:picChg>
        <pc:picChg chg="del mod ord topLvl">
          <ac:chgData name="McCloskey, Ross" userId="b1990487-ee44-4922-b58f-5b2980a02730" providerId="ADAL" clId="{7D443C21-FD7D-4E65-8C72-B41829F67170}" dt="2026-10-07T16:42:28.613" v="28663" actId="478"/>
          <ac:picMkLst>
            <pc:docMk/>
            <pc:sldMk cId="2086669846" sldId="272"/>
            <ac:picMk id="26" creationId="{1AB66461-4B3C-BAA4-DE1D-8FA782B22DD5}"/>
          </ac:picMkLst>
        </pc:picChg>
        <pc:picChg chg="del ord">
          <ac:chgData name="McCloskey, Ross" userId="b1990487-ee44-4922-b58f-5b2980a02730" providerId="ADAL" clId="{7D443C21-FD7D-4E65-8C72-B41829F67170}" dt="2026-10-07T16:38:48.461" v="28639" actId="478"/>
          <ac:picMkLst>
            <pc:docMk/>
            <pc:sldMk cId="2086669846" sldId="272"/>
            <ac:picMk id="32" creationId="{EB8E9F08-EEF1-140A-92B3-01DCA050F775}"/>
          </ac:picMkLst>
        </pc:picChg>
      </pc:sldChg>
      <pc:sldChg chg="addSp delSp modSp new del mod modClrScheme chgLayout">
        <pc:chgData name="McCloskey, Ross" userId="b1990487-ee44-4922-b58f-5b2980a02730" providerId="ADAL" clId="{7D443C21-FD7D-4E65-8C72-B41829F67170}" dt="2026-10-07T16:17:05.337" v="28428" actId="47"/>
        <pc:sldMkLst>
          <pc:docMk/>
          <pc:sldMk cId="533688400" sldId="273"/>
        </pc:sldMkLst>
      </pc:sldChg>
      <pc:sldChg chg="modSp new mod modNotesTx">
        <pc:chgData name="McCloskey, Ross" userId="b1990487-ee44-4922-b58f-5b2980a02730" providerId="ADAL" clId="{7D443C21-FD7D-4E65-8C72-B41829F67170}" dt="2026-10-08T20:26:00.811" v="50593" actId="255"/>
        <pc:sldMkLst>
          <pc:docMk/>
          <pc:sldMk cId="3961457399" sldId="274"/>
        </pc:sldMkLst>
        <pc:spChg chg="mod">
          <ac:chgData name="McCloskey, Ross" userId="b1990487-ee44-4922-b58f-5b2980a02730" providerId="ADAL" clId="{7D443C21-FD7D-4E65-8C72-B41829F67170}" dt="2026-10-08T18:08:31.315" v="47477" actId="255"/>
          <ac:spMkLst>
            <pc:docMk/>
            <pc:sldMk cId="3961457399" sldId="274"/>
            <ac:spMk id="2" creationId="{2F2B3A85-FF15-2E24-EA6C-ADE5E4905FFA}"/>
          </ac:spMkLst>
        </pc:spChg>
        <pc:spChg chg="mod">
          <ac:chgData name="McCloskey, Ross" userId="b1990487-ee44-4922-b58f-5b2980a02730" providerId="ADAL" clId="{7D443C21-FD7D-4E65-8C72-B41829F67170}" dt="2026-10-08T20:26:00.811" v="50593" actId="255"/>
          <ac:spMkLst>
            <pc:docMk/>
            <pc:sldMk cId="3961457399" sldId="274"/>
            <ac:spMk id="3" creationId="{83096D75-D04D-1D5E-BAB4-CA4D9F65201A}"/>
          </ac:spMkLst>
        </pc:spChg>
      </pc:sldChg>
      <pc:sldChg chg="modSp new mod">
        <pc:chgData name="McCloskey, Ross" userId="b1990487-ee44-4922-b58f-5b2980a02730" providerId="ADAL" clId="{7D443C21-FD7D-4E65-8C72-B41829F67170}" dt="2026-09-29T23:46:54.844" v="6829" actId="20577"/>
        <pc:sldMkLst>
          <pc:docMk/>
          <pc:sldMk cId="3828347332" sldId="275"/>
        </pc:sldMkLst>
        <pc:spChg chg="mod">
          <ac:chgData name="McCloskey, Ross" userId="b1990487-ee44-4922-b58f-5b2980a02730" providerId="ADAL" clId="{7D443C21-FD7D-4E65-8C72-B41829F67170}" dt="2026-09-29T23:46:14.518" v="6688" actId="20577"/>
          <ac:spMkLst>
            <pc:docMk/>
            <pc:sldMk cId="3828347332" sldId="275"/>
            <ac:spMk id="2" creationId="{CC7E2660-CCAF-C324-AEDC-DAB568204B99}"/>
          </ac:spMkLst>
        </pc:spChg>
        <pc:spChg chg="mod">
          <ac:chgData name="McCloskey, Ross" userId="b1990487-ee44-4922-b58f-5b2980a02730" providerId="ADAL" clId="{7D443C21-FD7D-4E65-8C72-B41829F67170}" dt="2026-09-29T23:46:54.844" v="6829" actId="20577"/>
          <ac:spMkLst>
            <pc:docMk/>
            <pc:sldMk cId="3828347332" sldId="275"/>
            <ac:spMk id="3" creationId="{885418ED-A63B-953F-40F8-8E5E3218F568}"/>
          </ac:spMkLst>
        </pc:spChg>
      </pc:sldChg>
      <pc:sldChg chg="modSp new mod modNotesTx">
        <pc:chgData name="McCloskey, Ross" userId="b1990487-ee44-4922-b58f-5b2980a02730" providerId="ADAL" clId="{7D443C21-FD7D-4E65-8C72-B41829F67170}" dt="2026-10-08T20:34:26.793" v="51647" actId="20577"/>
        <pc:sldMkLst>
          <pc:docMk/>
          <pc:sldMk cId="2771388592" sldId="276"/>
        </pc:sldMkLst>
        <pc:spChg chg="mod">
          <ac:chgData name="McCloskey, Ross" userId="b1990487-ee44-4922-b58f-5b2980a02730" providerId="ADAL" clId="{7D443C21-FD7D-4E65-8C72-B41829F67170}" dt="2026-10-08T20:27:29.961" v="50596" actId="255"/>
          <ac:spMkLst>
            <pc:docMk/>
            <pc:sldMk cId="2771388592" sldId="276"/>
            <ac:spMk id="2" creationId="{D0B7F310-40D4-FD3B-A2A4-D56B260073C2}"/>
          </ac:spMkLst>
        </pc:spChg>
        <pc:spChg chg="mod">
          <ac:chgData name="McCloskey, Ross" userId="b1990487-ee44-4922-b58f-5b2980a02730" providerId="ADAL" clId="{7D443C21-FD7D-4E65-8C72-B41829F67170}" dt="2026-10-08T20:29:26.693" v="50843" actId="20577"/>
          <ac:spMkLst>
            <pc:docMk/>
            <pc:sldMk cId="2771388592" sldId="276"/>
            <ac:spMk id="3" creationId="{23DF3627-5C92-71DA-60C2-2A0207BA5B86}"/>
          </ac:spMkLst>
        </pc:spChg>
      </pc:sldChg>
      <pc:sldChg chg="modSp add mod modNotesTx">
        <pc:chgData name="McCloskey, Ross" userId="b1990487-ee44-4922-b58f-5b2980a02730" providerId="ADAL" clId="{7D443C21-FD7D-4E65-8C72-B41829F67170}" dt="2026-10-08T16:55:04.283" v="42029" actId="20577"/>
        <pc:sldMkLst>
          <pc:docMk/>
          <pc:sldMk cId="1882015763" sldId="277"/>
        </pc:sldMkLst>
        <pc:spChg chg="mod">
          <ac:chgData name="McCloskey, Ross" userId="b1990487-ee44-4922-b58f-5b2980a02730" providerId="ADAL" clId="{7D443C21-FD7D-4E65-8C72-B41829F67170}" dt="2026-10-08T01:30:32.723" v="38873" actId="113"/>
          <ac:spMkLst>
            <pc:docMk/>
            <pc:sldMk cId="1882015763" sldId="277"/>
            <ac:spMk id="2" creationId="{ED8F4F21-E44A-8428-88A9-5472B256D169}"/>
          </ac:spMkLst>
        </pc:spChg>
      </pc:sldChg>
      <pc:sldChg chg="add">
        <pc:chgData name="McCloskey, Ross" userId="b1990487-ee44-4922-b58f-5b2980a02730" providerId="ADAL" clId="{7D443C21-FD7D-4E65-8C72-B41829F67170}" dt="2026-10-07T16:16:24.708" v="28424"/>
        <pc:sldMkLst>
          <pc:docMk/>
          <pc:sldMk cId="1751481264" sldId="278"/>
        </pc:sldMkLst>
      </pc:sldChg>
      <pc:sldChg chg="add">
        <pc:chgData name="McCloskey, Ross" userId="b1990487-ee44-4922-b58f-5b2980a02730" providerId="ADAL" clId="{7D443C21-FD7D-4E65-8C72-B41829F67170}" dt="2026-10-07T16:16:36.955" v="28425"/>
        <pc:sldMkLst>
          <pc:docMk/>
          <pc:sldMk cId="4265969964" sldId="279"/>
        </pc:sldMkLst>
      </pc:sldChg>
      <pc:sldChg chg="modSp add mod">
        <pc:chgData name="McCloskey, Ross" userId="b1990487-ee44-4922-b58f-5b2980a02730" providerId="ADAL" clId="{7D443C21-FD7D-4E65-8C72-B41829F67170}" dt="2026-10-08T17:39:22.573" v="45245" actId="20577"/>
        <pc:sldMkLst>
          <pc:docMk/>
          <pc:sldMk cId="2953870959" sldId="280"/>
        </pc:sldMkLst>
        <pc:spChg chg="mod">
          <ac:chgData name="McCloskey, Ross" userId="b1990487-ee44-4922-b58f-5b2980a02730" providerId="ADAL" clId="{7D443C21-FD7D-4E65-8C72-B41829F67170}" dt="2026-10-08T17:39:22.573" v="45245" actId="20577"/>
          <ac:spMkLst>
            <pc:docMk/>
            <pc:sldMk cId="2953870959" sldId="280"/>
            <ac:spMk id="2" creationId="{92A6E555-C0BC-AF31-9777-EA4C81CCD0C4}"/>
          </ac:spMkLst>
        </pc:spChg>
      </pc:sldChg>
      <pc:sldChg chg="add">
        <pc:chgData name="McCloskey, Ross" userId="b1990487-ee44-4922-b58f-5b2980a02730" providerId="ADAL" clId="{7D443C21-FD7D-4E65-8C72-B41829F67170}" dt="2026-10-07T16:17:10.925" v="28429"/>
        <pc:sldMkLst>
          <pc:docMk/>
          <pc:sldMk cId="3912189396" sldId="281"/>
        </pc:sldMkLst>
      </pc:sldChg>
      <pc:sldChg chg="modSp add mod modNotesTx">
        <pc:chgData name="McCloskey, Ross" userId="b1990487-ee44-4922-b58f-5b2980a02730" providerId="ADAL" clId="{7D443C21-FD7D-4E65-8C72-B41829F67170}" dt="2026-10-08T20:48:17.647" v="52792" actId="15"/>
        <pc:sldMkLst>
          <pc:docMk/>
          <pc:sldMk cId="3239764286" sldId="282"/>
        </pc:sldMkLst>
        <pc:spChg chg="mod">
          <ac:chgData name="McCloskey, Ross" userId="b1990487-ee44-4922-b58f-5b2980a02730" providerId="ADAL" clId="{7D443C21-FD7D-4E65-8C72-B41829F67170}" dt="2026-10-08T20:35:10.768" v="51676" actId="255"/>
          <ac:spMkLst>
            <pc:docMk/>
            <pc:sldMk cId="3239764286" sldId="282"/>
            <ac:spMk id="2" creationId="{5269B80D-97BA-366D-6087-ADA04EA737B7}"/>
          </ac:spMkLst>
        </pc:spChg>
        <pc:spChg chg="mod">
          <ac:chgData name="McCloskey, Ross" userId="b1990487-ee44-4922-b58f-5b2980a02730" providerId="ADAL" clId="{7D443C21-FD7D-4E65-8C72-B41829F67170}" dt="2026-10-08T20:46:53.616" v="52500" actId="20577"/>
          <ac:spMkLst>
            <pc:docMk/>
            <pc:sldMk cId="3239764286" sldId="282"/>
            <ac:spMk id="3" creationId="{B99AE6ED-9701-79F4-3025-927EC8F0DEEB}"/>
          </ac:spMkLst>
        </pc:spChg>
      </pc:sldChg>
      <pc:sldChg chg="addSp delSp modSp add del mod">
        <pc:chgData name="McCloskey, Ross" userId="b1990487-ee44-4922-b58f-5b2980a02730" providerId="ADAL" clId="{7D443C21-FD7D-4E65-8C72-B41829F67170}" dt="2026-10-07T16:20:28.542" v="28476" actId="47"/>
        <pc:sldMkLst>
          <pc:docMk/>
          <pc:sldMk cId="38302360" sldId="283"/>
        </pc:sldMkLst>
        <pc:spChg chg="add del">
          <ac:chgData name="McCloskey, Ross" userId="b1990487-ee44-4922-b58f-5b2980a02730" providerId="ADAL" clId="{7D443C21-FD7D-4E65-8C72-B41829F67170}" dt="2026-10-07T16:19:47.340" v="28469" actId="478"/>
          <ac:spMkLst>
            <pc:docMk/>
            <pc:sldMk cId="38302360" sldId="283"/>
            <ac:spMk id="2" creationId="{75FFCFAA-B553-A551-6211-563B45D43315}"/>
          </ac:spMkLst>
        </pc:spChg>
        <pc:spChg chg="add del mod">
          <ac:chgData name="McCloskey, Ross" userId="b1990487-ee44-4922-b58f-5b2980a02730" providerId="ADAL" clId="{7D443C21-FD7D-4E65-8C72-B41829F67170}" dt="2026-10-07T16:19:47.340" v="28469" actId="478"/>
          <ac:spMkLst>
            <pc:docMk/>
            <pc:sldMk cId="38302360" sldId="283"/>
            <ac:spMk id="4" creationId="{8A8CB35D-B36F-5FD3-E695-6C26996B8A70}"/>
          </ac:spMkLst>
        </pc:spChg>
      </pc:sldChg>
      <pc:sldChg chg="modSp add del mod">
        <pc:chgData name="McCloskey, Ross" userId="b1990487-ee44-4922-b58f-5b2980a02730" providerId="ADAL" clId="{7D443C21-FD7D-4E65-8C72-B41829F67170}" dt="2026-10-07T16:35:01.580" v="28604" actId="2696"/>
        <pc:sldMkLst>
          <pc:docMk/>
          <pc:sldMk cId="1988559623" sldId="284"/>
        </pc:sldMkLst>
        <pc:spChg chg="mod">
          <ac:chgData name="McCloskey, Ross" userId="b1990487-ee44-4922-b58f-5b2980a02730" providerId="ADAL" clId="{7D443C21-FD7D-4E65-8C72-B41829F67170}" dt="2026-10-07T16:34:57.600" v="28603" actId="21"/>
          <ac:spMkLst>
            <pc:docMk/>
            <pc:sldMk cId="1988559623" sldId="284"/>
            <ac:spMk id="2" creationId="{9E4C4D55-DC1B-ED89-84F9-6300029360DF}"/>
          </ac:spMkLst>
        </pc:spChg>
      </pc:sldChg>
      <pc:sldChg chg="addSp delSp modSp add mod modNotesTx">
        <pc:chgData name="McCloskey, Ross" userId="b1990487-ee44-4922-b58f-5b2980a02730" providerId="ADAL" clId="{7D443C21-FD7D-4E65-8C72-B41829F67170}" dt="2026-10-08T18:02:54.613" v="47423" actId="1076"/>
        <pc:sldMkLst>
          <pc:docMk/>
          <pc:sldMk cId="1825651329" sldId="285"/>
        </pc:sldMkLst>
        <pc:spChg chg="mod">
          <ac:chgData name="McCloskey, Ross" userId="b1990487-ee44-4922-b58f-5b2980a02730" providerId="ADAL" clId="{7D443C21-FD7D-4E65-8C72-B41829F67170}" dt="2026-10-08T18:02:54.613" v="47423" actId="1076"/>
          <ac:spMkLst>
            <pc:docMk/>
            <pc:sldMk cId="1825651329" sldId="285"/>
            <ac:spMk id="2" creationId="{C948AEF3-5B1D-A65E-1850-71F6DB8EBF22}"/>
          </ac:spMkLst>
        </pc:spChg>
        <pc:grpChg chg="add del mod">
          <ac:chgData name="McCloskey, Ross" userId="b1990487-ee44-4922-b58f-5b2980a02730" providerId="ADAL" clId="{7D443C21-FD7D-4E65-8C72-B41829F67170}" dt="2026-10-07T16:42:13.821" v="28660" actId="478"/>
          <ac:grpSpMkLst>
            <pc:docMk/>
            <pc:sldMk cId="1825651329" sldId="285"/>
            <ac:grpSpMk id="5" creationId="{7830F20C-6B66-BA54-273E-4592DF39FD00}"/>
          </ac:grpSpMkLst>
        </pc:grpChg>
        <pc:grpChg chg="add mod">
          <ac:chgData name="McCloskey, Ross" userId="b1990487-ee44-4922-b58f-5b2980a02730" providerId="ADAL" clId="{7D443C21-FD7D-4E65-8C72-B41829F67170}" dt="2026-10-07T16:33:11.343" v="28583" actId="164"/>
          <ac:grpSpMkLst>
            <pc:docMk/>
            <pc:sldMk cId="1825651329" sldId="285"/>
            <ac:grpSpMk id="8" creationId="{34DDAF54-FB5A-7900-647E-A4B4F8DB9CA7}"/>
          </ac:grpSpMkLst>
        </pc:grpChg>
        <pc:grpChg chg="add mod">
          <ac:chgData name="McCloskey, Ross" userId="b1990487-ee44-4922-b58f-5b2980a02730" providerId="ADAL" clId="{7D443C21-FD7D-4E65-8C72-B41829F67170}" dt="2026-10-07T16:34:37.270" v="28601" actId="164"/>
          <ac:grpSpMkLst>
            <pc:docMk/>
            <pc:sldMk cId="1825651329" sldId="285"/>
            <ac:grpSpMk id="9" creationId="{3A7AA99A-30CA-6EB5-CD11-E62A0866A4F2}"/>
          </ac:grpSpMkLst>
        </pc:grpChg>
        <pc:grpChg chg="add mod">
          <ac:chgData name="McCloskey, Ross" userId="b1990487-ee44-4922-b58f-5b2980a02730" providerId="ADAL" clId="{7D443C21-FD7D-4E65-8C72-B41829F67170}" dt="2026-10-07T16:42:14.521" v="28661"/>
          <ac:grpSpMkLst>
            <pc:docMk/>
            <pc:sldMk cId="1825651329" sldId="285"/>
            <ac:grpSpMk id="12" creationId="{9B0458AC-7FDA-3D37-5FE3-9AA972749FE6}"/>
          </ac:grpSpMkLst>
        </pc:grpChg>
        <pc:grpChg chg="add del mod topLvl">
          <ac:chgData name="McCloskey, Ross" userId="b1990487-ee44-4922-b58f-5b2980a02730" providerId="ADAL" clId="{7D443C21-FD7D-4E65-8C72-B41829F67170}" dt="2026-10-07T16:30:58.719" v="28551" actId="165"/>
          <ac:grpSpMkLst>
            <pc:docMk/>
            <pc:sldMk cId="1825651329" sldId="285"/>
            <ac:grpSpMk id="38" creationId="{76F71EE0-80BA-5F41-B6AB-32599A7F5093}"/>
          </ac:grpSpMkLst>
        </pc:grpChg>
        <pc:grpChg chg="del mod topLvl">
          <ac:chgData name="McCloskey, Ross" userId="b1990487-ee44-4922-b58f-5b2980a02730" providerId="ADAL" clId="{7D443C21-FD7D-4E65-8C72-B41829F67170}" dt="2026-10-07T16:33:31.692" v="28585" actId="165"/>
          <ac:grpSpMkLst>
            <pc:docMk/>
            <pc:sldMk cId="1825651329" sldId="285"/>
            <ac:grpSpMk id="42" creationId="{C8C49E13-10F3-8141-027C-49076529A7F2}"/>
          </ac:grpSpMkLst>
        </pc:grpChg>
        <pc:grpChg chg="add del mod">
          <ac:chgData name="McCloskey, Ross" userId="b1990487-ee44-4922-b58f-5b2980a02730" providerId="ADAL" clId="{7D443C21-FD7D-4E65-8C72-B41829F67170}" dt="2026-10-07T16:30:56.648" v="28550" actId="165"/>
          <ac:grpSpMkLst>
            <pc:docMk/>
            <pc:sldMk cId="1825651329" sldId="285"/>
            <ac:grpSpMk id="45" creationId="{D6DB04B6-A904-19C5-2EEB-F25C27678B4E}"/>
          </ac:grpSpMkLst>
        </pc:grpChg>
        <pc:grpChg chg="del">
          <ac:chgData name="McCloskey, Ross" userId="b1990487-ee44-4922-b58f-5b2980a02730" providerId="ADAL" clId="{7D443C21-FD7D-4E65-8C72-B41829F67170}" dt="2026-10-07T16:33:23.160" v="28584" actId="165"/>
          <ac:grpSpMkLst>
            <pc:docMk/>
            <pc:sldMk cId="1825651329" sldId="285"/>
            <ac:grpSpMk id="48" creationId="{2155BA58-A10D-25AB-825B-E8CEC593DA59}"/>
          </ac:grpSpMkLst>
        </pc:grpChg>
        <pc:grpChg chg="del">
          <ac:chgData name="McCloskey, Ross" userId="b1990487-ee44-4922-b58f-5b2980a02730" providerId="ADAL" clId="{7D443C21-FD7D-4E65-8C72-B41829F67170}" dt="2026-10-07T16:20:39.692" v="28477" actId="165"/>
          <ac:grpSpMkLst>
            <pc:docMk/>
            <pc:sldMk cId="1825651329" sldId="285"/>
            <ac:grpSpMk id="49" creationId="{73867246-D894-31E4-F858-B8F2FF943547}"/>
          </ac:grpSpMkLst>
        </pc:grpChg>
        <pc:picChg chg="add mod modCrop">
          <ac:chgData name="McCloskey, Ross" userId="b1990487-ee44-4922-b58f-5b2980a02730" providerId="ADAL" clId="{7D443C21-FD7D-4E65-8C72-B41829F67170}" dt="2026-10-07T16:28:26.879" v="28519" actId="164"/>
          <ac:picMkLst>
            <pc:docMk/>
            <pc:sldMk cId="1825651329" sldId="285"/>
            <ac:picMk id="4" creationId="{DB1593BA-4AC2-FA5F-F0CA-5081B0EAB21B}"/>
          </ac:picMkLst>
        </pc:picChg>
        <pc:picChg chg="add del mod modCrop">
          <ac:chgData name="McCloskey, Ross" userId="b1990487-ee44-4922-b58f-5b2980a02730" providerId="ADAL" clId="{7D443C21-FD7D-4E65-8C72-B41829F67170}" dt="2026-10-07T16:31:03.684" v="28553" actId="22"/>
          <ac:picMkLst>
            <pc:docMk/>
            <pc:sldMk cId="1825651329" sldId="285"/>
            <ac:picMk id="7" creationId="{D507D61B-4305-E41E-F49D-0C3189929549}"/>
          </ac:picMkLst>
        </pc:picChg>
        <pc:picChg chg="add del">
          <ac:chgData name="McCloskey, Ross" userId="b1990487-ee44-4922-b58f-5b2980a02730" providerId="ADAL" clId="{7D443C21-FD7D-4E65-8C72-B41829F67170}" dt="2026-10-07T16:42:12.272" v="28659" actId="478"/>
          <ac:picMkLst>
            <pc:docMk/>
            <pc:sldMk cId="1825651329" sldId="285"/>
            <ac:picMk id="11" creationId="{2EE92888-5F19-D294-9F07-F121F4F3C661}"/>
          </ac:picMkLst>
        </pc:picChg>
        <pc:picChg chg="mod">
          <ac:chgData name="McCloskey, Ross" userId="b1990487-ee44-4922-b58f-5b2980a02730" providerId="ADAL" clId="{7D443C21-FD7D-4E65-8C72-B41829F67170}" dt="2026-10-07T16:42:14.521" v="28661"/>
          <ac:picMkLst>
            <pc:docMk/>
            <pc:sldMk cId="1825651329" sldId="285"/>
            <ac:picMk id="13" creationId="{C992CD4A-3AE4-00A4-D1EB-97F4CEA4A238}"/>
          </ac:picMkLst>
        </pc:picChg>
        <pc:picChg chg="mod">
          <ac:chgData name="McCloskey, Ross" userId="b1990487-ee44-4922-b58f-5b2980a02730" providerId="ADAL" clId="{7D443C21-FD7D-4E65-8C72-B41829F67170}" dt="2026-10-07T16:42:14.521" v="28661"/>
          <ac:picMkLst>
            <pc:docMk/>
            <pc:sldMk cId="1825651329" sldId="285"/>
            <ac:picMk id="15" creationId="{65877C02-7A2D-A999-0CBE-E04D1F99CFC4}"/>
          </ac:picMkLst>
        </pc:picChg>
        <pc:picChg chg="mod">
          <ac:chgData name="McCloskey, Ross" userId="b1990487-ee44-4922-b58f-5b2980a02730" providerId="ADAL" clId="{7D443C21-FD7D-4E65-8C72-B41829F67170}" dt="2026-10-07T16:42:14.521" v="28661"/>
          <ac:picMkLst>
            <pc:docMk/>
            <pc:sldMk cId="1825651329" sldId="285"/>
            <ac:picMk id="16" creationId="{13CC2665-E4C0-9F71-62C1-DB346CF4E7D9}"/>
          </ac:picMkLst>
        </pc:picChg>
        <pc:picChg chg="mod">
          <ac:chgData name="McCloskey, Ross" userId="b1990487-ee44-4922-b58f-5b2980a02730" providerId="ADAL" clId="{7D443C21-FD7D-4E65-8C72-B41829F67170}" dt="2026-10-07T16:42:14.521" v="28661"/>
          <ac:picMkLst>
            <pc:docMk/>
            <pc:sldMk cId="1825651329" sldId="285"/>
            <ac:picMk id="17" creationId="{24C5F617-8FDB-90A3-6D97-CEFE55120829}"/>
          </ac:picMkLst>
        </pc:picChg>
        <pc:picChg chg="mod">
          <ac:chgData name="McCloskey, Ross" userId="b1990487-ee44-4922-b58f-5b2980a02730" providerId="ADAL" clId="{7D443C21-FD7D-4E65-8C72-B41829F67170}" dt="2026-10-07T16:42:14.521" v="28661"/>
          <ac:picMkLst>
            <pc:docMk/>
            <pc:sldMk cId="1825651329" sldId="285"/>
            <ac:picMk id="18" creationId="{1AA145AC-1968-D740-A4D2-A0ACDBF29738}"/>
          </ac:picMkLst>
        </pc:picChg>
        <pc:picChg chg="mod topLvl modCrop">
          <ac:chgData name="McCloskey, Ross" userId="b1990487-ee44-4922-b58f-5b2980a02730" providerId="ADAL" clId="{7D443C21-FD7D-4E65-8C72-B41829F67170}" dt="2026-10-07T16:28:26.879" v="28519" actId="164"/>
          <ac:picMkLst>
            <pc:docMk/>
            <pc:sldMk cId="1825651329" sldId="285"/>
            <ac:picMk id="20" creationId="{93D36BD4-D349-A3F5-AC0D-FE1CB89B2EDA}"/>
          </ac:picMkLst>
        </pc:picChg>
        <pc:picChg chg="mod topLvl">
          <ac:chgData name="McCloskey, Ross" userId="b1990487-ee44-4922-b58f-5b2980a02730" providerId="ADAL" clId="{7D443C21-FD7D-4E65-8C72-B41829F67170}" dt="2026-10-07T16:28:26.879" v="28519" actId="164"/>
          <ac:picMkLst>
            <pc:docMk/>
            <pc:sldMk cId="1825651329" sldId="285"/>
            <ac:picMk id="24" creationId="{24ECE9DE-FD99-0FBF-8103-8E0BD2CAA2DF}"/>
          </ac:picMkLst>
        </pc:picChg>
        <pc:picChg chg="mod ord topLvl">
          <ac:chgData name="McCloskey, Ross" userId="b1990487-ee44-4922-b58f-5b2980a02730" providerId="ADAL" clId="{7D443C21-FD7D-4E65-8C72-B41829F67170}" dt="2026-10-07T16:28:26.879" v="28519" actId="164"/>
          <ac:picMkLst>
            <pc:docMk/>
            <pc:sldMk cId="1825651329" sldId="285"/>
            <ac:picMk id="26" creationId="{C33EA798-7D51-8166-4A36-028E5531CCF5}"/>
          </ac:picMkLst>
        </pc:picChg>
        <pc:picChg chg="del">
          <ac:chgData name="McCloskey, Ross" userId="b1990487-ee44-4922-b58f-5b2980a02730" providerId="ADAL" clId="{7D443C21-FD7D-4E65-8C72-B41829F67170}" dt="2026-10-07T16:38:41.746" v="28637" actId="478"/>
          <ac:picMkLst>
            <pc:docMk/>
            <pc:sldMk cId="1825651329" sldId="285"/>
            <ac:picMk id="32" creationId="{AC9A1776-4E2C-2D57-21FB-B06A8E7B9F09}"/>
          </ac:picMkLst>
        </pc:picChg>
        <pc:picChg chg="mod topLvl modCrop">
          <ac:chgData name="McCloskey, Ross" userId="b1990487-ee44-4922-b58f-5b2980a02730" providerId="ADAL" clId="{7D443C21-FD7D-4E65-8C72-B41829F67170}" dt="2026-10-07T16:33:11.343" v="28583" actId="164"/>
          <ac:picMkLst>
            <pc:docMk/>
            <pc:sldMk cId="1825651329" sldId="285"/>
            <ac:picMk id="35" creationId="{83CB3557-326C-C287-63AB-E40D4D5733A1}"/>
          </ac:picMkLst>
        </pc:picChg>
        <pc:picChg chg="mod topLvl">
          <ac:chgData name="McCloskey, Ross" userId="b1990487-ee44-4922-b58f-5b2980a02730" providerId="ADAL" clId="{7D443C21-FD7D-4E65-8C72-B41829F67170}" dt="2026-10-07T16:33:11.343" v="28583" actId="164"/>
          <ac:picMkLst>
            <pc:docMk/>
            <pc:sldMk cId="1825651329" sldId="285"/>
            <ac:picMk id="37" creationId="{744FD7EB-6B7D-03A6-28C7-01CD533C0B4E}"/>
          </ac:picMkLst>
        </pc:picChg>
        <pc:picChg chg="mod ord topLvl">
          <ac:chgData name="McCloskey, Ross" userId="b1990487-ee44-4922-b58f-5b2980a02730" providerId="ADAL" clId="{7D443C21-FD7D-4E65-8C72-B41829F67170}" dt="2026-10-07T16:33:11.343" v="28583" actId="164"/>
          <ac:picMkLst>
            <pc:docMk/>
            <pc:sldMk cId="1825651329" sldId="285"/>
            <ac:picMk id="40" creationId="{97F15C4F-F9D4-78D3-88B1-63B83C598B6E}"/>
          </ac:picMkLst>
        </pc:picChg>
        <pc:picChg chg="mod topLvl modCrop">
          <ac:chgData name="McCloskey, Ross" userId="b1990487-ee44-4922-b58f-5b2980a02730" providerId="ADAL" clId="{7D443C21-FD7D-4E65-8C72-B41829F67170}" dt="2026-10-07T16:34:37.270" v="28601" actId="164"/>
          <ac:picMkLst>
            <pc:docMk/>
            <pc:sldMk cId="1825651329" sldId="285"/>
            <ac:picMk id="43" creationId="{FDF5DBC0-A2D6-4E8F-03CB-37A7B31C7F47}"/>
          </ac:picMkLst>
        </pc:picChg>
        <pc:picChg chg="mod topLvl">
          <ac:chgData name="McCloskey, Ross" userId="b1990487-ee44-4922-b58f-5b2980a02730" providerId="ADAL" clId="{7D443C21-FD7D-4E65-8C72-B41829F67170}" dt="2026-10-07T16:34:37.270" v="28601" actId="164"/>
          <ac:picMkLst>
            <pc:docMk/>
            <pc:sldMk cId="1825651329" sldId="285"/>
            <ac:picMk id="44" creationId="{4AA5D260-7B63-2C90-E697-09AC4869F06E}"/>
          </ac:picMkLst>
        </pc:picChg>
        <pc:picChg chg="mod topLvl">
          <ac:chgData name="McCloskey, Ross" userId="b1990487-ee44-4922-b58f-5b2980a02730" providerId="ADAL" clId="{7D443C21-FD7D-4E65-8C72-B41829F67170}" dt="2026-10-07T16:34:37.270" v="28601" actId="164"/>
          <ac:picMkLst>
            <pc:docMk/>
            <pc:sldMk cId="1825651329" sldId="285"/>
            <ac:picMk id="47" creationId="{7A79FF59-43C9-BB41-4E27-5D7613065F4F}"/>
          </ac:picMkLst>
        </pc:picChg>
      </pc:sldChg>
      <pc:sldChg chg="modSp add del mod">
        <pc:chgData name="McCloskey, Ross" userId="b1990487-ee44-4922-b58f-5b2980a02730" providerId="ADAL" clId="{7D443C21-FD7D-4E65-8C72-B41829F67170}" dt="2026-10-07T16:19:48.228" v="28470" actId="2890"/>
        <pc:sldMkLst>
          <pc:docMk/>
          <pc:sldMk cId="2878517360" sldId="285"/>
        </pc:sldMkLst>
        <pc:spChg chg="mod">
          <ac:chgData name="McCloskey, Ross" userId="b1990487-ee44-4922-b58f-5b2980a02730" providerId="ADAL" clId="{7D443C21-FD7D-4E65-8C72-B41829F67170}" dt="2026-10-07T16:19:44.304" v="28467" actId="122"/>
          <ac:spMkLst>
            <pc:docMk/>
            <pc:sldMk cId="2878517360" sldId="285"/>
            <ac:spMk id="2" creationId="{9F53D2D5-D221-0A14-9A20-AF2FFC4447E7}"/>
          </ac:spMkLst>
        </pc:spChg>
      </pc:sldChg>
      <pc:sldChg chg="addSp delSp modSp add mod modNotesTx">
        <pc:chgData name="McCloskey, Ross" userId="b1990487-ee44-4922-b58f-5b2980a02730" providerId="ADAL" clId="{7D443C21-FD7D-4E65-8C72-B41829F67170}" dt="2026-10-08T20:36:57.548" v="51730" actId="20577"/>
        <pc:sldMkLst>
          <pc:docMk/>
          <pc:sldMk cId="2783949618" sldId="286"/>
        </pc:sldMkLst>
        <pc:spChg chg="mod">
          <ac:chgData name="McCloskey, Ross" userId="b1990487-ee44-4922-b58f-5b2980a02730" providerId="ADAL" clId="{7D443C21-FD7D-4E65-8C72-B41829F67170}" dt="2026-10-08T20:36:57.548" v="51730" actId="20577"/>
          <ac:spMkLst>
            <pc:docMk/>
            <pc:sldMk cId="2783949618" sldId="286"/>
            <ac:spMk id="2" creationId="{7126F797-3CB6-9A8A-6EF7-869E522AACE4}"/>
          </ac:spMkLst>
        </pc:spChg>
        <pc:grpChg chg="add del mod">
          <ac:chgData name="McCloskey, Ross" userId="b1990487-ee44-4922-b58f-5b2980a02730" providerId="ADAL" clId="{7D443C21-FD7D-4E65-8C72-B41829F67170}" dt="2026-10-07T16:44:23.799" v="28750" actId="165"/>
          <ac:grpSpMkLst>
            <pc:docMk/>
            <pc:sldMk cId="2783949618" sldId="286"/>
            <ac:grpSpMk id="3" creationId="{3A509477-949B-6A6A-46D1-B44FF2C688F1}"/>
          </ac:grpSpMkLst>
        </pc:grpChg>
        <pc:grpChg chg="add del mod">
          <ac:chgData name="McCloskey, Ross" userId="b1990487-ee44-4922-b58f-5b2980a02730" providerId="ADAL" clId="{7D443C21-FD7D-4E65-8C72-B41829F67170}" dt="2026-10-07T16:37:47.510" v="28627" actId="165"/>
          <ac:grpSpMkLst>
            <pc:docMk/>
            <pc:sldMk cId="2783949618" sldId="286"/>
            <ac:grpSpMk id="5" creationId="{A73BAA3E-7932-5FC1-F1BD-C3E5B3118D29}"/>
          </ac:grpSpMkLst>
        </pc:grpChg>
        <pc:grpChg chg="add del mod">
          <ac:chgData name="McCloskey, Ross" userId="b1990487-ee44-4922-b58f-5b2980a02730" providerId="ADAL" clId="{7D443C21-FD7D-4E65-8C72-B41829F67170}" dt="2026-10-07T16:47:42.862" v="28853" actId="165"/>
          <ac:grpSpMkLst>
            <pc:docMk/>
            <pc:sldMk cId="2783949618" sldId="286"/>
            <ac:grpSpMk id="6" creationId="{F1D9120C-8AF0-BDCF-8A35-EFD3E60B45F9}"/>
          </ac:grpSpMkLst>
        </pc:grpChg>
        <pc:grpChg chg="add mod">
          <ac:chgData name="McCloskey, Ross" userId="b1990487-ee44-4922-b58f-5b2980a02730" providerId="ADAL" clId="{7D443C21-FD7D-4E65-8C72-B41829F67170}" dt="2026-10-07T16:48:16.842" v="28858" actId="164"/>
          <ac:grpSpMkLst>
            <pc:docMk/>
            <pc:sldMk cId="2783949618" sldId="286"/>
            <ac:grpSpMk id="7" creationId="{C696534B-CEA1-D35C-33FC-63CF1489FF88}"/>
          </ac:grpSpMkLst>
        </pc:grpChg>
        <pc:grpChg chg="del">
          <ac:chgData name="McCloskey, Ross" userId="b1990487-ee44-4922-b58f-5b2980a02730" providerId="ADAL" clId="{7D443C21-FD7D-4E65-8C72-B41829F67170}" dt="2026-10-07T16:46:41.078" v="28845" actId="165"/>
          <ac:grpSpMkLst>
            <pc:docMk/>
            <pc:sldMk cId="2783949618" sldId="286"/>
            <ac:grpSpMk id="8" creationId="{64807022-ED28-0B17-19BD-BA0BCC9D66DA}"/>
          </ac:grpSpMkLst>
        </pc:grpChg>
        <pc:grpChg chg="del">
          <ac:chgData name="McCloskey, Ross" userId="b1990487-ee44-4922-b58f-5b2980a02730" providerId="ADAL" clId="{7D443C21-FD7D-4E65-8C72-B41829F67170}" dt="2026-10-07T16:48:22.254" v="28859" actId="165"/>
          <ac:grpSpMkLst>
            <pc:docMk/>
            <pc:sldMk cId="2783949618" sldId="286"/>
            <ac:grpSpMk id="9" creationId="{929961B3-1AFA-AA84-96EB-99D6BA180DE5}"/>
          </ac:grpSpMkLst>
        </pc:grpChg>
        <pc:grpChg chg="add mod">
          <ac:chgData name="McCloskey, Ross" userId="b1990487-ee44-4922-b58f-5b2980a02730" providerId="ADAL" clId="{7D443C21-FD7D-4E65-8C72-B41829F67170}" dt="2026-10-07T16:49:10.378" v="28872" actId="164"/>
          <ac:grpSpMkLst>
            <pc:docMk/>
            <pc:sldMk cId="2783949618" sldId="286"/>
            <ac:grpSpMk id="10" creationId="{276BAB15-F78B-1DDB-8B38-4B401D3961DC}"/>
          </ac:grpSpMkLst>
        </pc:grpChg>
        <pc:picChg chg="mod ord topLvl">
          <ac:chgData name="McCloskey, Ross" userId="b1990487-ee44-4922-b58f-5b2980a02730" providerId="ADAL" clId="{7D443C21-FD7D-4E65-8C72-B41829F67170}" dt="2026-10-07T16:47:42.862" v="28853" actId="165"/>
          <ac:picMkLst>
            <pc:docMk/>
            <pc:sldMk cId="2783949618" sldId="286"/>
            <ac:picMk id="4" creationId="{2A7868B5-C7CC-2198-2070-6C8F5EB5A2F5}"/>
          </ac:picMkLst>
        </pc:picChg>
        <pc:picChg chg="mod ord topLvl modCrop">
          <ac:chgData name="McCloskey, Ross" userId="b1990487-ee44-4922-b58f-5b2980a02730" providerId="ADAL" clId="{7D443C21-FD7D-4E65-8C72-B41829F67170}" dt="2026-10-07T16:48:00.932" v="28857" actId="732"/>
          <ac:picMkLst>
            <pc:docMk/>
            <pc:sldMk cId="2783949618" sldId="286"/>
            <ac:picMk id="20" creationId="{5C5EF605-9DB9-5F1C-AD4E-9EA50A24545C}"/>
          </ac:picMkLst>
        </pc:picChg>
        <pc:picChg chg="mod topLvl">
          <ac:chgData name="McCloskey, Ross" userId="b1990487-ee44-4922-b58f-5b2980a02730" providerId="ADAL" clId="{7D443C21-FD7D-4E65-8C72-B41829F67170}" dt="2026-10-07T16:47:42.862" v="28853" actId="165"/>
          <ac:picMkLst>
            <pc:docMk/>
            <pc:sldMk cId="2783949618" sldId="286"/>
            <ac:picMk id="24" creationId="{D6E184C8-A957-89F2-A809-833D053A5ADF}"/>
          </ac:picMkLst>
        </pc:picChg>
        <pc:picChg chg="del mod topLvl">
          <ac:chgData name="McCloskey, Ross" userId="b1990487-ee44-4922-b58f-5b2980a02730" providerId="ADAL" clId="{7D443C21-FD7D-4E65-8C72-B41829F67170}" dt="2026-10-07T16:47:47.542" v="28854" actId="478"/>
          <ac:picMkLst>
            <pc:docMk/>
            <pc:sldMk cId="2783949618" sldId="286"/>
            <ac:picMk id="26" creationId="{E8FEB127-6D86-058D-FB9F-4F4ECA85F513}"/>
          </ac:picMkLst>
        </pc:picChg>
        <pc:picChg chg="mod ord topLvl modCrop">
          <ac:chgData name="McCloskey, Ross" userId="b1990487-ee44-4922-b58f-5b2980a02730" providerId="ADAL" clId="{7D443C21-FD7D-4E65-8C72-B41829F67170}" dt="2026-10-07T16:47:42.862" v="28853" actId="165"/>
          <ac:picMkLst>
            <pc:docMk/>
            <pc:sldMk cId="2783949618" sldId="286"/>
            <ac:picMk id="32" creationId="{4569996E-C105-7642-3257-142361B86890}"/>
          </ac:picMkLst>
        </pc:picChg>
        <pc:picChg chg="mod topLvl modCrop">
          <ac:chgData name="McCloskey, Ross" userId="b1990487-ee44-4922-b58f-5b2980a02730" providerId="ADAL" clId="{7D443C21-FD7D-4E65-8C72-B41829F67170}" dt="2026-10-07T16:48:16.842" v="28858" actId="164"/>
          <ac:picMkLst>
            <pc:docMk/>
            <pc:sldMk cId="2783949618" sldId="286"/>
            <ac:picMk id="35" creationId="{85E3EB52-1EC1-CE55-3E6E-BAE7E0A6A31B}"/>
          </ac:picMkLst>
        </pc:picChg>
        <pc:picChg chg="del mod topLvl">
          <ac:chgData name="McCloskey, Ross" userId="b1990487-ee44-4922-b58f-5b2980a02730" providerId="ADAL" clId="{7D443C21-FD7D-4E65-8C72-B41829F67170}" dt="2026-10-07T16:47:03.482" v="28846" actId="478"/>
          <ac:picMkLst>
            <pc:docMk/>
            <pc:sldMk cId="2783949618" sldId="286"/>
            <ac:picMk id="37" creationId="{CC7FF3CA-CBF6-FCB4-0D22-D973BBC39273}"/>
          </ac:picMkLst>
        </pc:picChg>
        <pc:picChg chg="mod topLvl">
          <ac:chgData name="McCloskey, Ross" userId="b1990487-ee44-4922-b58f-5b2980a02730" providerId="ADAL" clId="{7D443C21-FD7D-4E65-8C72-B41829F67170}" dt="2026-10-07T16:48:16.842" v="28858" actId="164"/>
          <ac:picMkLst>
            <pc:docMk/>
            <pc:sldMk cId="2783949618" sldId="286"/>
            <ac:picMk id="40" creationId="{2AC621C9-1458-AE89-F5B9-7A343C95152D}"/>
          </ac:picMkLst>
        </pc:picChg>
        <pc:picChg chg="mod topLvl modCrop">
          <ac:chgData name="McCloskey, Ross" userId="b1990487-ee44-4922-b58f-5b2980a02730" providerId="ADAL" clId="{7D443C21-FD7D-4E65-8C72-B41829F67170}" dt="2026-10-07T16:49:10.378" v="28872" actId="164"/>
          <ac:picMkLst>
            <pc:docMk/>
            <pc:sldMk cId="2783949618" sldId="286"/>
            <ac:picMk id="43" creationId="{1DF59FAF-5FEE-B57D-3325-F5D05A20D9EF}"/>
          </ac:picMkLst>
        </pc:picChg>
        <pc:picChg chg="del mod topLvl">
          <ac:chgData name="McCloskey, Ross" userId="b1990487-ee44-4922-b58f-5b2980a02730" providerId="ADAL" clId="{7D443C21-FD7D-4E65-8C72-B41829F67170}" dt="2026-10-07T16:48:25.241" v="28860" actId="478"/>
          <ac:picMkLst>
            <pc:docMk/>
            <pc:sldMk cId="2783949618" sldId="286"/>
            <ac:picMk id="44" creationId="{1D33DFD4-DD73-FF95-4FCC-E89099C4C4DD}"/>
          </ac:picMkLst>
        </pc:picChg>
        <pc:picChg chg="mod topLvl">
          <ac:chgData name="McCloskey, Ross" userId="b1990487-ee44-4922-b58f-5b2980a02730" providerId="ADAL" clId="{7D443C21-FD7D-4E65-8C72-B41829F67170}" dt="2026-10-07T16:49:10.378" v="28872" actId="164"/>
          <ac:picMkLst>
            <pc:docMk/>
            <pc:sldMk cId="2783949618" sldId="286"/>
            <ac:picMk id="47" creationId="{106AFA60-DA8F-EB1D-8014-CA09B75D1814}"/>
          </ac:picMkLst>
        </pc:picChg>
      </pc:sldChg>
      <pc:sldChg chg="add">
        <pc:chgData name="McCloskey, Ross" userId="b1990487-ee44-4922-b58f-5b2980a02730" providerId="ADAL" clId="{7D443C21-FD7D-4E65-8C72-B41829F67170}" dt="2026-10-07T17:55:06.033" v="32048"/>
        <pc:sldMkLst>
          <pc:docMk/>
          <pc:sldMk cId="125036241" sldId="287"/>
        </pc:sldMkLst>
      </pc:sldChg>
      <pc:sldChg chg="add modNotesTx">
        <pc:chgData name="McCloskey, Ross" userId="b1990487-ee44-4922-b58f-5b2980a02730" providerId="ADAL" clId="{7D443C21-FD7D-4E65-8C72-B41829F67170}" dt="2026-10-08T01:59:44.003" v="39721" actId="20577"/>
        <pc:sldMkLst>
          <pc:docMk/>
          <pc:sldMk cId="2979780820" sldId="288"/>
        </pc:sldMkLst>
      </pc:sldChg>
      <pc:sldChg chg="modSp new mod modNotesTx">
        <pc:chgData name="McCloskey, Ross" userId="b1990487-ee44-4922-b58f-5b2980a02730" providerId="ADAL" clId="{7D443C21-FD7D-4E65-8C72-B41829F67170}" dt="2026-10-08T16:50:21.650" v="41233" actId="20577"/>
        <pc:sldMkLst>
          <pc:docMk/>
          <pc:sldMk cId="3214108413" sldId="289"/>
        </pc:sldMkLst>
        <pc:spChg chg="mod">
          <ac:chgData name="McCloskey, Ross" userId="b1990487-ee44-4922-b58f-5b2980a02730" providerId="ADAL" clId="{7D443C21-FD7D-4E65-8C72-B41829F67170}" dt="2026-10-07T23:15:31.323" v="33497" actId="20577"/>
          <ac:spMkLst>
            <pc:docMk/>
            <pc:sldMk cId="3214108413" sldId="289"/>
            <ac:spMk id="2" creationId="{93F5C9AD-FC0D-3A86-E202-84D9D17D21BF}"/>
          </ac:spMkLst>
        </pc:spChg>
        <pc:spChg chg="mod">
          <ac:chgData name="McCloskey, Ross" userId="b1990487-ee44-4922-b58f-5b2980a02730" providerId="ADAL" clId="{7D443C21-FD7D-4E65-8C72-B41829F67170}" dt="2026-10-08T00:43:25.746" v="36963" actId="20577"/>
          <ac:spMkLst>
            <pc:docMk/>
            <pc:sldMk cId="3214108413" sldId="289"/>
            <ac:spMk id="3" creationId="{B794F408-F88D-DCBB-61B4-3BF6CF83AD6C}"/>
          </ac:spMkLst>
        </pc:spChg>
      </pc:sldChg>
      <pc:sldChg chg="modSp add mod ord modNotesTx">
        <pc:chgData name="McCloskey, Ross" userId="b1990487-ee44-4922-b58f-5b2980a02730" providerId="ADAL" clId="{7D443C21-FD7D-4E65-8C72-B41829F67170}" dt="2026-10-08T01:30:14.295" v="38871" actId="20577"/>
        <pc:sldMkLst>
          <pc:docMk/>
          <pc:sldMk cId="642340047" sldId="290"/>
        </pc:sldMkLst>
        <pc:spChg chg="mod">
          <ac:chgData name="McCloskey, Ross" userId="b1990487-ee44-4922-b58f-5b2980a02730" providerId="ADAL" clId="{7D443C21-FD7D-4E65-8C72-B41829F67170}" dt="2026-10-08T00:47:41.446" v="36995"/>
          <ac:spMkLst>
            <pc:docMk/>
            <pc:sldMk cId="642340047" sldId="290"/>
            <ac:spMk id="2" creationId="{A9540869-6938-5F0F-72D8-BB4B812ADDD3}"/>
          </ac:spMkLst>
        </pc:spChg>
        <pc:spChg chg="mod">
          <ac:chgData name="McCloskey, Ross" userId="b1990487-ee44-4922-b58f-5b2980a02730" providerId="ADAL" clId="{7D443C21-FD7D-4E65-8C72-B41829F67170}" dt="2026-10-08T01:16:27.929" v="38708" actId="20577"/>
          <ac:spMkLst>
            <pc:docMk/>
            <pc:sldMk cId="642340047" sldId="290"/>
            <ac:spMk id="3" creationId="{8F7D8B53-4936-9A06-42AB-CD3147FACA60}"/>
          </ac:spMkLst>
        </pc:spChg>
      </pc:sldChg>
      <pc:sldChg chg="delSp modSp add del mod">
        <pc:chgData name="McCloskey, Ross" userId="b1990487-ee44-4922-b58f-5b2980a02730" providerId="ADAL" clId="{7D443C21-FD7D-4E65-8C72-B41829F67170}" dt="2026-10-08T00:47:28.634" v="36991" actId="47"/>
        <pc:sldMkLst>
          <pc:docMk/>
          <pc:sldMk cId="3135113312" sldId="290"/>
        </pc:sldMkLst>
        <pc:spChg chg="mod">
          <ac:chgData name="McCloskey, Ross" userId="b1990487-ee44-4922-b58f-5b2980a02730" providerId="ADAL" clId="{7D443C21-FD7D-4E65-8C72-B41829F67170}" dt="2026-10-08T00:47:23.445" v="36990" actId="14100"/>
          <ac:spMkLst>
            <pc:docMk/>
            <pc:sldMk cId="3135113312" sldId="290"/>
            <ac:spMk id="2" creationId="{940C9F71-EEDC-F57C-A73E-16F60D32381A}"/>
          </ac:spMkLst>
        </pc:spChg>
        <pc:picChg chg="del">
          <ac:chgData name="McCloskey, Ross" userId="b1990487-ee44-4922-b58f-5b2980a02730" providerId="ADAL" clId="{7D443C21-FD7D-4E65-8C72-B41829F67170}" dt="2026-10-08T00:47:15.786" v="36989" actId="478"/>
          <ac:picMkLst>
            <pc:docMk/>
            <pc:sldMk cId="3135113312" sldId="290"/>
            <ac:picMk id="7" creationId="{7614CA35-051B-E3A9-6FCE-80CD515F5785}"/>
          </ac:picMkLst>
        </pc:picChg>
      </pc:sldChg>
      <pc:sldChg chg="modSp add mod ord modNotesTx">
        <pc:chgData name="McCloskey, Ross" userId="b1990487-ee44-4922-b58f-5b2980a02730" providerId="ADAL" clId="{7D443C21-FD7D-4E65-8C72-B41829F67170}" dt="2026-10-08T01:42:14.560" v="39375" actId="20577"/>
        <pc:sldMkLst>
          <pc:docMk/>
          <pc:sldMk cId="3563553666" sldId="291"/>
        </pc:sldMkLst>
        <pc:spChg chg="mod">
          <ac:chgData name="McCloskey, Ross" userId="b1990487-ee44-4922-b58f-5b2980a02730" providerId="ADAL" clId="{7D443C21-FD7D-4E65-8C72-B41829F67170}" dt="2026-10-08T01:30:00.198" v="38865"/>
          <ac:spMkLst>
            <pc:docMk/>
            <pc:sldMk cId="3563553666" sldId="291"/>
            <ac:spMk id="2" creationId="{5DBC125D-F94C-5E4C-42AD-F0B859B8CF2E}"/>
          </ac:spMkLst>
        </pc:spChg>
        <pc:spChg chg="mod">
          <ac:chgData name="McCloskey, Ross" userId="b1990487-ee44-4922-b58f-5b2980a02730" providerId="ADAL" clId="{7D443C21-FD7D-4E65-8C72-B41829F67170}" dt="2026-10-08T01:40:24.624" v="39362" actId="255"/>
          <ac:spMkLst>
            <pc:docMk/>
            <pc:sldMk cId="3563553666" sldId="291"/>
            <ac:spMk id="3" creationId="{413D4BA6-DC9C-10D3-6121-00777C05BED4}"/>
          </ac:spMkLst>
        </pc:spChg>
      </pc:sldChg>
      <pc:sldChg chg="addSp delSp modSp add del mod">
        <pc:chgData name="McCloskey, Ross" userId="b1990487-ee44-4922-b58f-5b2980a02730" providerId="ADAL" clId="{7D443C21-FD7D-4E65-8C72-B41829F67170}" dt="2026-10-08T01:55:54.427" v="39718" actId="2696"/>
        <pc:sldMkLst>
          <pc:docMk/>
          <pc:sldMk cId="3172857841" sldId="292"/>
        </pc:sldMkLst>
        <pc:spChg chg="del">
          <ac:chgData name="McCloskey, Ross" userId="b1990487-ee44-4922-b58f-5b2980a02730" providerId="ADAL" clId="{7D443C21-FD7D-4E65-8C72-B41829F67170}" dt="2026-10-08T01:55:07.987" v="39686" actId="478"/>
          <ac:spMkLst>
            <pc:docMk/>
            <pc:sldMk cId="3172857841" sldId="292"/>
            <ac:spMk id="4" creationId="{3D4151DB-09D6-2F42-42B3-F10195BC00EB}"/>
          </ac:spMkLst>
        </pc:spChg>
        <pc:spChg chg="add del mod">
          <ac:chgData name="McCloskey, Ross" userId="b1990487-ee44-4922-b58f-5b2980a02730" providerId="ADAL" clId="{7D443C21-FD7D-4E65-8C72-B41829F67170}" dt="2026-10-08T01:55:05.398" v="39685" actId="478"/>
          <ac:spMkLst>
            <pc:docMk/>
            <pc:sldMk cId="3172857841" sldId="292"/>
            <ac:spMk id="5" creationId="{E0FAA2A1-2CD5-D8C3-0E6F-BEEDF3C51FC2}"/>
          </ac:spMkLst>
        </pc:spChg>
        <pc:spChg chg="mod">
          <ac:chgData name="McCloskey, Ross" userId="b1990487-ee44-4922-b58f-5b2980a02730" providerId="ADAL" clId="{7D443C21-FD7D-4E65-8C72-B41829F67170}" dt="2026-10-08T01:55:31.684" v="39713" actId="21"/>
          <ac:spMkLst>
            <pc:docMk/>
            <pc:sldMk cId="3172857841" sldId="292"/>
            <ac:spMk id="7" creationId="{37B4AFB3-D8A4-32C0-8A0F-A2A6CF834B2C}"/>
          </ac:spMkLst>
        </pc:spChg>
        <pc:picChg chg="del">
          <ac:chgData name="McCloskey, Ross" userId="b1990487-ee44-4922-b58f-5b2980a02730" providerId="ADAL" clId="{7D443C21-FD7D-4E65-8C72-B41829F67170}" dt="2026-10-08T01:55:02.059" v="39684" actId="478"/>
          <ac:picMkLst>
            <pc:docMk/>
            <pc:sldMk cId="3172857841" sldId="292"/>
            <ac:picMk id="9" creationId="{32A1F273-02B1-F52E-15DB-ECD7D6AC29BC}"/>
          </ac:picMkLst>
        </pc:picChg>
        <pc:picChg chg="del">
          <ac:chgData name="McCloskey, Ross" userId="b1990487-ee44-4922-b58f-5b2980a02730" providerId="ADAL" clId="{7D443C21-FD7D-4E65-8C72-B41829F67170}" dt="2026-10-08T01:54:59.962" v="39683" actId="478"/>
          <ac:picMkLst>
            <pc:docMk/>
            <pc:sldMk cId="3172857841" sldId="292"/>
            <ac:picMk id="11" creationId="{E9DEDAC5-9FE2-AE67-7F01-F1354976CC81}"/>
          </ac:picMkLst>
        </pc:picChg>
      </pc:sldChg>
      <pc:sldChg chg="modSp add mod ord modNotesTx">
        <pc:chgData name="McCloskey, Ross" userId="b1990487-ee44-4922-b58f-5b2980a02730" providerId="ADAL" clId="{7D443C21-FD7D-4E65-8C72-B41829F67170}" dt="2026-10-08T17:08:17.476" v="42764" actId="20577"/>
        <pc:sldMkLst>
          <pc:docMk/>
          <pc:sldMk cId="3316263188" sldId="293"/>
        </pc:sldMkLst>
        <pc:spChg chg="mod">
          <ac:chgData name="McCloskey, Ross" userId="b1990487-ee44-4922-b58f-5b2980a02730" providerId="ADAL" clId="{7D443C21-FD7D-4E65-8C72-B41829F67170}" dt="2026-10-08T01:55:26.513" v="39712" actId="20577"/>
          <ac:spMkLst>
            <pc:docMk/>
            <pc:sldMk cId="3316263188" sldId="293"/>
            <ac:spMk id="2" creationId="{DBEDB7D2-D742-C937-15BF-C83CA0D243DC}"/>
          </ac:spMkLst>
        </pc:spChg>
        <pc:spChg chg="mod">
          <ac:chgData name="McCloskey, Ross" userId="b1990487-ee44-4922-b58f-5b2980a02730" providerId="ADAL" clId="{7D443C21-FD7D-4E65-8C72-B41829F67170}" dt="2026-10-08T17:08:17.476" v="42764" actId="20577"/>
          <ac:spMkLst>
            <pc:docMk/>
            <pc:sldMk cId="3316263188" sldId="293"/>
            <ac:spMk id="3" creationId="{D835EE31-F76A-4588-64F1-4DB574648197}"/>
          </ac:spMkLst>
        </pc:spChg>
      </pc:sldChg>
      <pc:sldChg chg="addSp delSp modSp add mod modNotesTx">
        <pc:chgData name="McCloskey, Ross" userId="b1990487-ee44-4922-b58f-5b2980a02730" providerId="ADAL" clId="{7D443C21-FD7D-4E65-8C72-B41829F67170}" dt="2026-10-08T17:38:54.769" v="45218" actId="20577"/>
        <pc:sldMkLst>
          <pc:docMk/>
          <pc:sldMk cId="4288031876" sldId="294"/>
        </pc:sldMkLst>
        <pc:spChg chg="mod">
          <ac:chgData name="McCloskey, Ross" userId="b1990487-ee44-4922-b58f-5b2980a02730" providerId="ADAL" clId="{7D443C21-FD7D-4E65-8C72-B41829F67170}" dt="2026-10-08T17:02:25.571" v="42408" actId="27636"/>
          <ac:spMkLst>
            <pc:docMk/>
            <pc:sldMk cId="4288031876" sldId="294"/>
            <ac:spMk id="2" creationId="{51150834-5FB1-DCF3-9412-1E83D8CC89C2}"/>
          </ac:spMkLst>
        </pc:spChg>
        <pc:spChg chg="add del mod">
          <ac:chgData name="McCloskey, Ross" userId="b1990487-ee44-4922-b58f-5b2980a02730" providerId="ADAL" clId="{7D443C21-FD7D-4E65-8C72-B41829F67170}" dt="2026-10-08T17:02:33.847" v="42411" actId="478"/>
          <ac:spMkLst>
            <pc:docMk/>
            <pc:sldMk cId="4288031876" sldId="294"/>
            <ac:spMk id="6" creationId="{2EBB9429-E4F9-8910-3BD6-91C7854671E4}"/>
          </ac:spMkLst>
        </pc:spChg>
        <pc:picChg chg="del">
          <ac:chgData name="McCloskey, Ross" userId="b1990487-ee44-4922-b58f-5b2980a02730" providerId="ADAL" clId="{7D443C21-FD7D-4E65-8C72-B41829F67170}" dt="2026-10-08T17:02:38.468" v="42415" actId="478"/>
          <ac:picMkLst>
            <pc:docMk/>
            <pc:sldMk cId="4288031876" sldId="294"/>
            <ac:picMk id="4" creationId="{236B3764-EEC8-FA4F-723E-10DF4E232A95}"/>
          </ac:picMkLst>
        </pc:picChg>
        <pc:picChg chg="del">
          <ac:chgData name="McCloskey, Ross" userId="b1990487-ee44-4922-b58f-5b2980a02730" providerId="ADAL" clId="{7D443C21-FD7D-4E65-8C72-B41829F67170}" dt="2026-10-08T17:02:37.162" v="42414" actId="478"/>
          <ac:picMkLst>
            <pc:docMk/>
            <pc:sldMk cId="4288031876" sldId="294"/>
            <ac:picMk id="5" creationId="{DFB4AF9F-5A7D-BB73-3FC1-1852697CED18}"/>
          </ac:picMkLst>
        </pc:picChg>
        <pc:picChg chg="del">
          <ac:chgData name="McCloskey, Ross" userId="b1990487-ee44-4922-b58f-5b2980a02730" providerId="ADAL" clId="{7D443C21-FD7D-4E65-8C72-B41829F67170}" dt="2026-10-08T17:02:35.742" v="42413" actId="478"/>
          <ac:picMkLst>
            <pc:docMk/>
            <pc:sldMk cId="4288031876" sldId="294"/>
            <ac:picMk id="7" creationId="{27B31FB6-FE2E-7ED7-F00E-487430C37510}"/>
          </ac:picMkLst>
        </pc:picChg>
        <pc:picChg chg="add mod">
          <ac:chgData name="McCloskey, Ross" userId="b1990487-ee44-4922-b58f-5b2980a02730" providerId="ADAL" clId="{7D443C21-FD7D-4E65-8C72-B41829F67170}" dt="2026-10-08T17:05:15.153" v="42447" actId="14100"/>
          <ac:picMkLst>
            <pc:docMk/>
            <pc:sldMk cId="4288031876" sldId="294"/>
            <ac:picMk id="8" creationId="{B3DB197F-6F82-7DF2-2642-58D76DF429EB}"/>
          </ac:picMkLst>
        </pc:picChg>
        <pc:picChg chg="del">
          <ac:chgData name="McCloskey, Ross" userId="b1990487-ee44-4922-b58f-5b2980a02730" providerId="ADAL" clId="{7D443C21-FD7D-4E65-8C72-B41829F67170}" dt="2026-10-08T17:02:34.694" v="42412" actId="478"/>
          <ac:picMkLst>
            <pc:docMk/>
            <pc:sldMk cId="4288031876" sldId="294"/>
            <ac:picMk id="9" creationId="{24175C2C-EC62-3B94-F1DE-21A6F0272D37}"/>
          </ac:picMkLst>
        </pc:picChg>
        <pc:picChg chg="del">
          <ac:chgData name="McCloskey, Ross" userId="b1990487-ee44-4922-b58f-5b2980a02730" providerId="ADAL" clId="{7D443C21-FD7D-4E65-8C72-B41829F67170}" dt="2026-10-08T17:02:30.261" v="42410" actId="478"/>
          <ac:picMkLst>
            <pc:docMk/>
            <pc:sldMk cId="4288031876" sldId="294"/>
            <ac:picMk id="11" creationId="{8D6B2AFB-04E8-F180-C90E-1C277FBFAE8E}"/>
          </ac:picMkLst>
        </pc:picChg>
        <pc:picChg chg="add mod modCrop">
          <ac:chgData name="McCloskey, Ross" userId="b1990487-ee44-4922-b58f-5b2980a02730" providerId="ADAL" clId="{7D443C21-FD7D-4E65-8C72-B41829F67170}" dt="2026-10-08T17:04:36.337" v="42436" actId="1076"/>
          <ac:picMkLst>
            <pc:docMk/>
            <pc:sldMk cId="4288031876" sldId="294"/>
            <ac:picMk id="12" creationId="{57A572CA-1E05-D65E-FD1C-57BF815EA4F0}"/>
          </ac:picMkLst>
        </pc:picChg>
        <pc:picChg chg="add mod">
          <ac:chgData name="McCloskey, Ross" userId="b1990487-ee44-4922-b58f-5b2980a02730" providerId="ADAL" clId="{7D443C21-FD7D-4E65-8C72-B41829F67170}" dt="2026-10-08T17:05:15.991" v="42448" actId="1076"/>
          <ac:picMkLst>
            <pc:docMk/>
            <pc:sldMk cId="4288031876" sldId="294"/>
            <ac:picMk id="14" creationId="{EB646FFA-A2BF-E21E-BE4E-81E9EEF2C4A7}"/>
          </ac:picMkLst>
        </pc:picChg>
        <pc:picChg chg="del">
          <ac:chgData name="McCloskey, Ross" userId="b1990487-ee44-4922-b58f-5b2980a02730" providerId="ADAL" clId="{7D443C21-FD7D-4E65-8C72-B41829F67170}" dt="2026-10-08T17:02:28.608" v="42409" actId="478"/>
          <ac:picMkLst>
            <pc:docMk/>
            <pc:sldMk cId="4288031876" sldId="294"/>
            <ac:picMk id="15" creationId="{890DE5D2-6944-CDA3-D386-1E85965F2408}"/>
          </ac:picMkLst>
        </pc:picChg>
        <pc:picChg chg="add mod">
          <ac:chgData name="McCloskey, Ross" userId="b1990487-ee44-4922-b58f-5b2980a02730" providerId="ADAL" clId="{7D443C21-FD7D-4E65-8C72-B41829F67170}" dt="2026-10-08T17:05:40.384" v="42456" actId="1076"/>
          <ac:picMkLst>
            <pc:docMk/>
            <pc:sldMk cId="4288031876" sldId="294"/>
            <ac:picMk id="17" creationId="{12852A16-B58E-F6FC-8396-D94557173695}"/>
          </ac:picMkLst>
        </pc:picChg>
      </pc:sldChg>
      <pc:sldChg chg="modSp add mod modNotesTx">
        <pc:chgData name="McCloskey, Ross" userId="b1990487-ee44-4922-b58f-5b2980a02730" providerId="ADAL" clId="{7D443C21-FD7D-4E65-8C72-B41829F67170}" dt="2026-10-08T17:56:00.848" v="47421" actId="20577"/>
        <pc:sldMkLst>
          <pc:docMk/>
          <pc:sldMk cId="1224442207" sldId="295"/>
        </pc:sldMkLst>
        <pc:spChg chg="mod">
          <ac:chgData name="McCloskey, Ross" userId="b1990487-ee44-4922-b58f-5b2980a02730" providerId="ADAL" clId="{7D443C21-FD7D-4E65-8C72-B41829F67170}" dt="2026-10-08T17:41:27.446" v="45279" actId="20577"/>
          <ac:spMkLst>
            <pc:docMk/>
            <pc:sldMk cId="1224442207" sldId="295"/>
            <ac:spMk id="2" creationId="{F9E5161E-02A7-5DD1-E29A-7F38A926484D}"/>
          </ac:spMkLst>
        </pc:spChg>
        <pc:spChg chg="mod">
          <ac:chgData name="McCloskey, Ross" userId="b1990487-ee44-4922-b58f-5b2980a02730" providerId="ADAL" clId="{7D443C21-FD7D-4E65-8C72-B41829F67170}" dt="2026-10-08T17:56:00.848" v="47421" actId="20577"/>
          <ac:spMkLst>
            <pc:docMk/>
            <pc:sldMk cId="1224442207" sldId="295"/>
            <ac:spMk id="3" creationId="{0DF5F42B-5B28-54E8-C738-C505F433CF7A}"/>
          </ac:spMkLst>
        </pc:spChg>
      </pc:sldChg>
    </pc:docChg>
  </pc:docChgLst>
</pc:chgInfo>
</file>

<file path=ppt/comments/modernComment_100_E033BACA.xml><?xml version="1.0" encoding="utf-8"?>
<p188:cmLst xmlns:a="http://schemas.openxmlformats.org/drawingml/2006/main" xmlns:r="http://schemas.openxmlformats.org/officeDocument/2006/relationships" xmlns:p188="http://schemas.microsoft.com/office/powerpoint/2018/8/main">
  <p188:cm id="{81D0D287-8A7F-4D96-8CA6-44EED8DF63F0}" authorId="{1FD40F21-D16F-913E-F6A3-417C7EBBEA4C}" created="2026-09-28T22:14:30.190">
    <ac:deMkLst xmlns:ac="http://schemas.microsoft.com/office/drawing/2013/main/command">
      <pc:docMk xmlns:pc="http://schemas.microsoft.com/office/powerpoint/2013/main/command"/>
      <pc:sldMk xmlns:pc="http://schemas.microsoft.com/office/powerpoint/2013/main/command" cId="3761486538" sldId="256"/>
      <ac:spMk id="3" creationId="{762E0F39-94FA-771E-FB61-BEBEF98967E4}"/>
    </ac:deMkLst>
    <p188:txBody>
      <a:bodyPr/>
      <a:lstStyle/>
      <a:p>
        <a:r>
          <a:rPr lang="en-US"/>
          <a:t>Not sure if this is right or if I include affilliations</a:t>
        </a:r>
      </a:p>
    </p188:txBody>
  </p188:cm>
</p188:cmLst>
</file>

<file path=ppt/comments/modernComment_103_7A870D8C.xml><?xml version="1.0" encoding="utf-8"?>
<p188:cmLst xmlns:a="http://schemas.openxmlformats.org/drawingml/2006/main" xmlns:r="http://schemas.openxmlformats.org/officeDocument/2006/relationships" xmlns:p188="http://schemas.microsoft.com/office/powerpoint/2018/8/main">
  <p188:cm id="{91FD0001-9B6F-45E0-92E7-A5CAC14CD603}" authorId="{1FD40F21-D16F-913E-F6A3-417C7EBBEA4C}" created="2026-10-07T23:13:46.507">
    <ac:deMkLst xmlns:ac="http://schemas.microsoft.com/office/drawing/2013/main/command">
      <pc:docMk xmlns:pc="http://schemas.microsoft.com/office/powerpoint/2013/main/command"/>
      <pc:sldMk xmlns:pc="http://schemas.microsoft.com/office/powerpoint/2013/main/command" cId="2055671180" sldId="259"/>
      <ac:picMk id="7" creationId="{4865F132-E5EF-6900-8B05-07164E03337A}"/>
    </ac:deMkLst>
    <p188:txBody>
      <a:bodyPr/>
      <a:lstStyle/>
      <a:p>
        <a:r>
          <a:rPr lang="en-US"/>
          <a:t>Luke and I discussed figure 1 being too complex for the presentation. I kept this panel for now as it might be valuable to be able to point to where we sampled, however the points would need to be made significantly larger to be interpretable in this format</a:t>
        </a:r>
      </a:p>
    </p188:txBody>
  </p188:cm>
</p188:cmLst>
</file>

<file path=ppt/comments/modernComment_106_EBF76C5C.xml><?xml version="1.0" encoding="utf-8"?>
<p188:cmLst xmlns:a="http://schemas.openxmlformats.org/drawingml/2006/main" xmlns:r="http://schemas.openxmlformats.org/officeDocument/2006/relationships" xmlns:p188="http://schemas.microsoft.com/office/powerpoint/2018/8/main">
  <p188:cm id="{8968835D-D446-46D3-93B7-59F5A5401661}" authorId="{1FD40F21-D16F-913E-F6A3-417C7EBBEA4C}" created="2026-10-08T01:47:16.831">
    <ac:txMkLst xmlns:ac="http://schemas.microsoft.com/office/drawing/2013/main/command">
      <pc:docMk xmlns:pc="http://schemas.microsoft.com/office/powerpoint/2013/main/command"/>
      <pc:sldMk xmlns:pc="http://schemas.microsoft.com/office/powerpoint/2013/main/command" cId="3958860892" sldId="262"/>
      <ac:spMk id="4" creationId="{9E5096C5-3BD2-27F3-58AD-14865937D002}"/>
      <ac:txMk cp="44" len="4">
        <ac:context len="112" hash="4048849670"/>
      </ac:txMk>
    </ac:txMkLst>
    <p188:pos x="1126721" y="999349"/>
    <p188:txBody>
      <a:bodyPr/>
      <a:lstStyle/>
      <a:p>
        <a:r>
          <a:rPr lang="en-US"/>
          <a:t>If I am removing the NMDS plot from results, should I still include it here in methods?</a:t>
        </a:r>
      </a:p>
    </p188:txBody>
  </p188:cm>
</p188:cmLst>
</file>

<file path=ppt/comments/modernComment_119_E92F45D4.xml><?xml version="1.0" encoding="utf-8"?>
<p188:cmLst xmlns:a="http://schemas.openxmlformats.org/drawingml/2006/main" xmlns:r="http://schemas.openxmlformats.org/officeDocument/2006/relationships" xmlns:p188="http://schemas.microsoft.com/office/powerpoint/2018/8/main">
  <p188:cm id="{DD726A86-1DB1-471E-9CEF-3973163651FC}" authorId="{1FD40F21-D16F-913E-F6A3-417C7EBBEA4C}" created="2026-10-01T18:44:51.956">
    <pc:sldMkLst xmlns:pc="http://schemas.microsoft.com/office/powerpoint/2013/main/command">
      <pc:docMk/>
      <pc:sldMk cId="3958860892" sldId="262"/>
    </pc:sldMkLst>
    <p188:txBody>
      <a:bodyPr/>
      <a:lstStyle/>
      <a:p>
        <a:r>
          <a:rPr lang="en-US"/>
          <a:t>This is another dense slide. Maybe I should break it up?</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2F02B8-4FA1-4FC2-9CCB-CC07671CD3EF}" type="datetimeFigureOut">
              <a:rPr lang="en-US" smtClean="0"/>
              <a:t>10/1/2026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C1AA38-86D1-4674-9C68-DF52A9C1CC65}" type="slidenum">
              <a:rPr lang="en-US" smtClean="0"/>
              <a:t>‹#›</a:t>
            </a:fld>
            <a:endParaRPr lang="en-US"/>
          </a:p>
        </p:txBody>
      </p:sp>
    </p:spTree>
    <p:extLst>
      <p:ext uri="{BB962C8B-B14F-4D97-AF65-F5344CB8AC3E}">
        <p14:creationId xmlns:p14="http://schemas.microsoft.com/office/powerpoint/2010/main" val="680762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First, I’d like to give some background information relevant to this study.</a:t>
            </a:r>
          </a:p>
        </p:txBody>
      </p:sp>
      <p:sp>
        <p:nvSpPr>
          <p:cNvPr id="4" name="Slide Number Placeholder 3"/>
          <p:cNvSpPr>
            <a:spLocks noGrp="1"/>
          </p:cNvSpPr>
          <p:nvPr>
            <p:ph type="sldNum" sz="quarter" idx="5"/>
          </p:nvPr>
        </p:nvSpPr>
        <p:spPr/>
        <p:txBody>
          <a:bodyPr/>
          <a:lstStyle/>
          <a:p>
            <a:fld id="{3AC1AA38-86D1-4674-9C68-DF52A9C1CC65}" type="slidenum">
              <a:rPr lang="en-US" smtClean="0"/>
              <a:t>2</a:t>
            </a:fld>
            <a:endParaRPr lang="en-US"/>
          </a:p>
        </p:txBody>
      </p:sp>
    </p:spTree>
    <p:extLst>
      <p:ext uri="{BB962C8B-B14F-4D97-AF65-F5344CB8AC3E}">
        <p14:creationId xmlns:p14="http://schemas.microsoft.com/office/powerpoint/2010/main" val="4758641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Many fishes are meroplanktonic, that is they spend a portion of their life history as plankton (Richardson et al., 1980)</a:t>
            </a:r>
          </a:p>
          <a:p>
            <a:pPr marL="171450" lvl="0" indent="-171450">
              <a:buFont typeface="Arial" panose="020B0604020202020204" pitchFamily="34" charset="0"/>
              <a:buChar char="•"/>
            </a:pPr>
            <a:r>
              <a:rPr lang="en-US" dirty="0"/>
              <a:t>Ichthyoplankton refers to these stages, often the egg and larval stages, during which they are a temporary part of the zooplankton (Richardson et al., 1980)</a:t>
            </a:r>
          </a:p>
          <a:p>
            <a:pPr marL="171450" lvl="0" indent="-171450">
              <a:buFont typeface="Arial" panose="020B0604020202020204" pitchFamily="34" charset="0"/>
              <a:buChar char="•"/>
            </a:pPr>
            <a:r>
              <a:rPr lang="en-US" dirty="0"/>
              <a:t>The larval fish community (LFC) refers specifically to the larval-stage ichthyoplankton</a:t>
            </a:r>
          </a:p>
          <a:p>
            <a:pPr marL="171450" lvl="0" indent="-171450">
              <a:buFont typeface="Arial" panose="020B0604020202020204" pitchFamily="34" charset="0"/>
              <a:buChar char="•"/>
            </a:pPr>
            <a:endParaRPr lang="en-US" dirty="0"/>
          </a:p>
          <a:p>
            <a:pPr marL="171450" lvl="0" indent="-171450">
              <a:buFont typeface="Arial" panose="020B0604020202020204" pitchFamily="34" charset="0"/>
              <a:buChar char="•"/>
            </a:pPr>
            <a:r>
              <a:rPr lang="en-US" dirty="0"/>
              <a:t>Many previous studies have established that the LFC is found almost entirely in the upper 100 m of the water column</a:t>
            </a:r>
          </a:p>
          <a:p>
            <a:pPr marL="171450" lvl="0" indent="-171450">
              <a:buFont typeface="Arial" panose="020B0604020202020204" pitchFamily="34" charset="0"/>
              <a:buChar char="•"/>
            </a:pPr>
            <a:r>
              <a:rPr lang="en-US" dirty="0"/>
              <a:t>Larvae aggregate both horizontally and vertically (Pattrick et al., 2021) with vertical distributions influenced by migration in some cases</a:t>
            </a:r>
          </a:p>
          <a:p>
            <a:pPr marL="628650" lvl="1" indent="-171450">
              <a:buFont typeface="Arial" panose="020B0604020202020204" pitchFamily="34" charset="0"/>
              <a:buChar char="•"/>
            </a:pPr>
            <a:r>
              <a:rPr lang="en-US" dirty="0"/>
              <a:t>Some larvae migrate vertically to reach or maintain a position </a:t>
            </a:r>
            <a:r>
              <a:rPr lang="en-US" sz="1200" i="0" kern="1200" dirty="0">
                <a:solidFill>
                  <a:schemeClr val="tx1"/>
                </a:solidFill>
                <a:effectLst/>
                <a:latin typeface="+mn-lt"/>
                <a:ea typeface="+mn-ea"/>
                <a:cs typeface="+mn-cs"/>
              </a:rPr>
              <a:t>within water masses of favorable environmental conditions and transport potential (Huebert et al., 2010)</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There is evidence of some larval fishes displaying DVM (Auth, 2007)</a:t>
            </a:r>
          </a:p>
        </p:txBody>
      </p:sp>
      <p:sp>
        <p:nvSpPr>
          <p:cNvPr id="4" name="Slide Number Placeholder 3"/>
          <p:cNvSpPr>
            <a:spLocks noGrp="1"/>
          </p:cNvSpPr>
          <p:nvPr>
            <p:ph type="sldNum" sz="quarter" idx="5"/>
          </p:nvPr>
        </p:nvSpPr>
        <p:spPr/>
        <p:txBody>
          <a:bodyPr/>
          <a:lstStyle/>
          <a:p>
            <a:fld id="{3AC1AA38-86D1-4674-9C68-DF52A9C1CC65}" type="slidenum">
              <a:rPr lang="en-US" smtClean="0"/>
              <a:t>3</a:t>
            </a:fld>
            <a:endParaRPr lang="en-US"/>
          </a:p>
        </p:txBody>
      </p:sp>
    </p:spTree>
    <p:extLst>
      <p:ext uri="{BB962C8B-B14F-4D97-AF65-F5344CB8AC3E}">
        <p14:creationId xmlns:p14="http://schemas.microsoft.com/office/powerpoint/2010/main" val="913433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Is a dynamic eastern boundary current system </a:t>
            </a:r>
          </a:p>
          <a:p>
            <a:pPr marL="171450" indent="-171450">
              <a:buFont typeface="Arial" panose="020B0604020202020204" pitchFamily="34" charset="0"/>
              <a:buChar char="•"/>
            </a:pPr>
            <a:r>
              <a:rPr lang="en-US" dirty="0"/>
              <a:t>Supports several economically, commercially, and culturally important fish populations</a:t>
            </a:r>
          </a:p>
          <a:p>
            <a:pPr marL="628650" lvl="1" indent="-171450">
              <a:buFont typeface="Arial" panose="020B0604020202020204" pitchFamily="34" charset="0"/>
              <a:buChar char="•"/>
            </a:pPr>
            <a:r>
              <a:rPr lang="en-US" dirty="0"/>
              <a:t>Many of which are tightly coupled to seasonal oceanographic processes during early life stages</a:t>
            </a:r>
          </a:p>
          <a:p>
            <a:pPr marL="171450" lvl="0" indent="-171450">
              <a:buFont typeface="Arial" panose="020B0604020202020204" pitchFamily="34" charset="0"/>
              <a:buChar char="•"/>
            </a:pPr>
            <a:r>
              <a:rPr lang="en-US" dirty="0"/>
              <a:t>Upwelling regimes vary latitudinally and seasonally across the NCC</a:t>
            </a:r>
          </a:p>
          <a:p>
            <a:pPr marL="628650" lvl="1" indent="-171450">
              <a:buFont typeface="Arial" panose="020B0604020202020204" pitchFamily="34" charset="0"/>
              <a:buChar char="•"/>
            </a:pPr>
            <a:r>
              <a:rPr lang="en-US" dirty="0"/>
              <a:t>The coast of northern California has consistently strong upwelling throughout the year</a:t>
            </a:r>
          </a:p>
          <a:p>
            <a:pPr marL="628650" lvl="1" indent="-171450">
              <a:buFont typeface="Arial" panose="020B0604020202020204" pitchFamily="34" charset="0"/>
              <a:buChar char="•"/>
            </a:pPr>
            <a:r>
              <a:rPr lang="en-US" dirty="0"/>
              <a:t>Off the coasts of Oregon and Washington, there are distinct upwelling and downwelling seasons</a:t>
            </a:r>
          </a:p>
          <a:p>
            <a:pPr marL="171450" lvl="0" indent="-171450">
              <a:buFont typeface="Arial" panose="020B0604020202020204" pitchFamily="34" charset="0"/>
              <a:buChar char="•"/>
            </a:pPr>
            <a:r>
              <a:rPr lang="en-US" dirty="0"/>
              <a:t>During sampling oceanographic conditions varied with depth among years</a:t>
            </a:r>
          </a:p>
          <a:p>
            <a:pPr marL="628650" lvl="1" indent="-171450">
              <a:buFont typeface="Arial" panose="020B0604020202020204" pitchFamily="34" charset="0"/>
              <a:buChar char="•"/>
            </a:pPr>
            <a:r>
              <a:rPr lang="en-US" dirty="0"/>
              <a:t>Fairly consistent temperature across depths</a:t>
            </a:r>
          </a:p>
          <a:p>
            <a:pPr marL="628650" lvl="1" indent="-171450">
              <a:buFont typeface="Arial" panose="020B0604020202020204" pitchFamily="34" charset="0"/>
              <a:buChar char="•"/>
            </a:pPr>
            <a:r>
              <a:rPr lang="en-US" dirty="0"/>
              <a:t>Generally increasing salinity with depth</a:t>
            </a:r>
          </a:p>
          <a:p>
            <a:pPr marL="628650" lvl="1" indent="-171450">
              <a:buFont typeface="Arial" panose="020B0604020202020204" pitchFamily="34" charset="0"/>
              <a:buChar char="•"/>
            </a:pPr>
            <a:r>
              <a:rPr lang="en-US" dirty="0"/>
              <a:t>DO generally decreased with depth</a:t>
            </a:r>
          </a:p>
          <a:p>
            <a:pPr marL="171450" lvl="0" indent="-171450">
              <a:buFont typeface="Arial" panose="020B0604020202020204" pitchFamily="34" charset="0"/>
              <a:buChar char="•"/>
            </a:pPr>
            <a:r>
              <a:rPr lang="en-US" dirty="0"/>
              <a:t>Such weak temperature and weak-to-strong salinity and DO gradients indicate that the top 100 m of the water column ranged from mixed to stratified across locations and winters sampled</a:t>
            </a:r>
          </a:p>
          <a:p>
            <a:pPr marL="171450" lvl="0" indent="-171450">
              <a:buFont typeface="Arial" panose="020B0604020202020204" pitchFamily="34" charset="0"/>
              <a:buChar char="•"/>
            </a:pPr>
            <a:r>
              <a:rPr lang="en-US" dirty="0"/>
              <a:t>During our sampling, chlorophyll-</a:t>
            </a:r>
            <a:r>
              <a:rPr lang="en-US" i="1" dirty="0"/>
              <a:t>a</a:t>
            </a:r>
            <a:r>
              <a:rPr lang="en-US" i="0" dirty="0"/>
              <a:t> concentrations were similar across years and was not strongly related to seafloor depth</a:t>
            </a: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4</a:t>
            </a:fld>
            <a:endParaRPr lang="en-US"/>
          </a:p>
        </p:txBody>
      </p:sp>
    </p:spTree>
    <p:extLst>
      <p:ext uri="{BB962C8B-B14F-4D97-AF65-F5344CB8AC3E}">
        <p14:creationId xmlns:p14="http://schemas.microsoft.com/office/powerpoint/2010/main" val="20201085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6BE50-82BA-C1D4-0939-208B7D1798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F6A0B-8E57-A30C-7482-87CB911B7F2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03172E-767D-B4D8-F4EA-806FE35D5DFC}"/>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LFC is known to be influenced by broad oceanographic conditions and finer-scale environmental factors</a:t>
            </a:r>
          </a:p>
          <a:p>
            <a:pPr marL="628650" lvl="1" indent="-171450">
              <a:buFont typeface="Arial" panose="020B0604020202020204" pitchFamily="34" charset="0"/>
              <a:buChar char="•"/>
            </a:pPr>
            <a:r>
              <a:rPr lang="en-US" dirty="0"/>
              <a:t>Oceanographic conditions include climate indices, circulation, and seafloor topography (Doyle et al., 2002; Auth, 2008; Nielsen et al., 2021). </a:t>
            </a:r>
          </a:p>
          <a:p>
            <a:pPr marL="628650" lvl="1" indent="-171450">
              <a:buFont typeface="Arial" panose="020B0604020202020204" pitchFamily="34" charset="0"/>
              <a:buChar char="•"/>
            </a:pPr>
            <a:r>
              <a:rPr lang="en-US" dirty="0"/>
              <a:t>Finer-scale environmental factors include…</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kern="1200" dirty="0">
                <a:solidFill>
                  <a:schemeClr val="tx1"/>
                </a:solidFill>
                <a:effectLst/>
                <a:latin typeface="+mn-lt"/>
                <a:ea typeface="+mn-ea"/>
                <a:cs typeface="+mn-cs"/>
              </a:rPr>
              <a:t>Temperature, salinity, and DO which all have direct physiological effects potentially impacting the greater assemblage </a:t>
            </a:r>
            <a:r>
              <a:rPr lang="en-US" dirty="0"/>
              <a:t>(Pepin, 1991; </a:t>
            </a:r>
            <a:r>
              <a:rPr lang="en-US" sz="1200" kern="1200" dirty="0" err="1">
                <a:solidFill>
                  <a:schemeClr val="tx1"/>
                </a:solidFill>
                <a:effectLst/>
                <a:latin typeface="+mn-lt"/>
                <a:ea typeface="+mn-ea"/>
                <a:cs typeface="+mn-cs"/>
              </a:rPr>
              <a:t>Bœuf</a:t>
            </a:r>
            <a:r>
              <a:rPr lang="en-US" sz="1200" kern="1200" dirty="0">
                <a:solidFill>
                  <a:schemeClr val="tx1"/>
                </a:solidFill>
                <a:effectLst/>
                <a:latin typeface="+mn-lt"/>
                <a:ea typeface="+mn-ea"/>
                <a:cs typeface="+mn-cs"/>
              </a:rPr>
              <a:t> and Payan, 2001; Johnson-Colegrove et al., 2015)</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Primary productivity which </a:t>
            </a:r>
            <a:r>
              <a:rPr lang="en-US" sz="1200" i="0" kern="1200" dirty="0">
                <a:solidFill>
                  <a:schemeClr val="tx1"/>
                </a:solidFill>
                <a:effectLst/>
                <a:latin typeface="+mn-lt"/>
                <a:ea typeface="+mn-ea"/>
                <a:cs typeface="+mn-cs"/>
              </a:rPr>
              <a:t>may indirectly indicate prey availability (Whiney et al., 2021)</a:t>
            </a:r>
            <a:endParaRPr lang="en-US" dirty="0"/>
          </a:p>
          <a:p>
            <a:pPr marL="171450" lvl="0" indent="-171450">
              <a:buFont typeface="Arial" panose="020B0604020202020204" pitchFamily="34" charset="0"/>
              <a:buChar char="•"/>
            </a:pPr>
            <a:r>
              <a:rPr lang="en-US" dirty="0"/>
              <a:t>We also know that peak spawning occurs in winter for many fish species</a:t>
            </a:r>
          </a:p>
          <a:p>
            <a:pPr marL="628650" lvl="1" indent="-171450">
              <a:buFont typeface="Arial" panose="020B0604020202020204" pitchFamily="34" charset="0"/>
              <a:buChar char="•"/>
            </a:pPr>
            <a:r>
              <a:rPr lang="en-US" dirty="0"/>
              <a:t>Time of greatest larval fish abundance and diversity in the NCC ecosystem (Brodeur et al., 2008)</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Offshore transport is minimal (Doyle, 1992; Brodeur et al., 2008)</a:t>
            </a:r>
          </a:p>
          <a:p>
            <a:pPr marL="171450" lvl="0" indent="-171450">
              <a:buFont typeface="Arial" panose="020B0604020202020204" pitchFamily="34" charset="0"/>
              <a:buChar char="•"/>
            </a:pPr>
            <a:r>
              <a:rPr lang="en-US" dirty="0"/>
              <a:t>Larval dynamics can be useful indicators</a:t>
            </a:r>
          </a:p>
          <a:p>
            <a:pPr marL="628650" lvl="1" indent="-171450">
              <a:buFont typeface="Arial" panose="020B0604020202020204" pitchFamily="34" charset="0"/>
              <a:buChar char="•"/>
            </a:pPr>
            <a:r>
              <a:rPr lang="en-US" dirty="0"/>
              <a:t>Can serve as an early estimate of recruitment potential and spawning success (Brodeur et al., 2008)</a:t>
            </a:r>
          </a:p>
          <a:p>
            <a:pPr marL="628650" lvl="1" indent="-171450">
              <a:buFont typeface="Arial" panose="020B0604020202020204" pitchFamily="34" charset="0"/>
              <a:buChar char="•"/>
            </a:pPr>
            <a:r>
              <a:rPr lang="en-US" dirty="0"/>
              <a:t>They’re also important prey for other taxa including ocean-entering juvenile salmon for which marine survival is related to ichthyoplankton biomass (Daly et al., 2013)</a:t>
            </a:r>
          </a:p>
          <a:p>
            <a:pPr marL="628650" lvl="1" indent="-171450">
              <a:buFont typeface="Arial" panose="020B0604020202020204" pitchFamily="34" charset="0"/>
              <a:buChar char="•"/>
            </a:pPr>
            <a:r>
              <a:rPr lang="en-US" dirty="0"/>
              <a:t>Ichthyoplankton surveys are relatively low-tech and low-cost compared to other quantitative assessments of diverse fish communities (Koslow and Wright, 2016)</a:t>
            </a:r>
          </a:p>
          <a:p>
            <a:pPr marL="628650" lvl="1" indent="-171450">
              <a:buFont typeface="Arial" panose="020B0604020202020204" pitchFamily="34" charset="0"/>
              <a:buChar char="•"/>
            </a:pPr>
            <a:endParaRPr lang="en-US" dirty="0"/>
          </a:p>
          <a:p>
            <a:pPr marL="171450" lvl="0" indent="-171450">
              <a:buFont typeface="Arial" panose="020B0604020202020204" pitchFamily="34" charset="0"/>
              <a:buChar char="•"/>
            </a:pPr>
            <a:r>
              <a:rPr lang="en-US" dirty="0"/>
              <a:t>Despite all of this, winter ichthyoplankton research is relatively scarce, compared to spring and summer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We are not aware of any previous depth-stratified studies of ichthyoplankton abundance or assemblage composition during winter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 degree to which existing winter ichthyoplankton research is biased by vertical distributions and migration remains unknown. </a:t>
            </a:r>
            <a:endParaRPr lang="en-US" dirty="0"/>
          </a:p>
          <a:p>
            <a:pPr marL="0" lv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8C9CDB6D-A801-A64D-AFB1-5BC065CAF61C}"/>
              </a:ext>
            </a:extLst>
          </p:cNvPr>
          <p:cNvSpPr>
            <a:spLocks noGrp="1"/>
          </p:cNvSpPr>
          <p:nvPr>
            <p:ph type="sldNum" sz="quarter" idx="5"/>
          </p:nvPr>
        </p:nvSpPr>
        <p:spPr/>
        <p:txBody>
          <a:bodyPr/>
          <a:lstStyle/>
          <a:p>
            <a:fld id="{3AC1AA38-86D1-4674-9C68-DF52A9C1CC65}" type="slidenum">
              <a:rPr lang="en-US" smtClean="0"/>
              <a:t>5</a:t>
            </a:fld>
            <a:endParaRPr lang="en-US"/>
          </a:p>
        </p:txBody>
      </p:sp>
    </p:spTree>
    <p:extLst>
      <p:ext uri="{BB962C8B-B14F-4D97-AF65-F5344CB8AC3E}">
        <p14:creationId xmlns:p14="http://schemas.microsoft.com/office/powerpoint/2010/main" val="1767599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0" dirty="0"/>
              <a:t>Essentially read off slide. If not able to see…</a:t>
            </a:r>
          </a:p>
          <a:p>
            <a:pPr marL="228600" indent="-228600">
              <a:buAutoNum type="arabicParenBoth"/>
            </a:pPr>
            <a:r>
              <a:rPr lang="en-US" i="0" dirty="0"/>
              <a:t>Characterize winter ichthyoplankton assemblages in the NCC;</a:t>
            </a:r>
          </a:p>
          <a:p>
            <a:pPr marL="228600" indent="-228600">
              <a:buAutoNum type="arabicParenBoth"/>
            </a:pPr>
            <a:r>
              <a:rPr lang="en-US" i="0" dirty="0"/>
              <a:t>Explain variation in winter ichthyoplankton assemblage composition using fine-scale spatiotemporal and environmental factors; and</a:t>
            </a:r>
          </a:p>
          <a:p>
            <a:pPr marL="228600" indent="-228600">
              <a:buAutoNum type="arabicParenBoth"/>
            </a:pPr>
            <a:r>
              <a:rPr lang="en-US" i="0" dirty="0"/>
              <a:t>Examine taxon-specific diel variation in vertical abundance distribution</a:t>
            </a:r>
          </a:p>
        </p:txBody>
      </p:sp>
      <p:sp>
        <p:nvSpPr>
          <p:cNvPr id="4" name="Slide Number Placeholder 3"/>
          <p:cNvSpPr>
            <a:spLocks noGrp="1"/>
          </p:cNvSpPr>
          <p:nvPr>
            <p:ph type="sldNum" sz="quarter" idx="5"/>
          </p:nvPr>
        </p:nvSpPr>
        <p:spPr/>
        <p:txBody>
          <a:bodyPr/>
          <a:lstStyle/>
          <a:p>
            <a:fld id="{3AC1AA38-86D1-4674-9C68-DF52A9C1CC65}" type="slidenum">
              <a:rPr lang="en-US" smtClean="0"/>
              <a:t>6</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So what were the sampling and analysis methods we used to go about addressing these objectives?</a:t>
            </a:r>
          </a:p>
        </p:txBody>
      </p:sp>
      <p:sp>
        <p:nvSpPr>
          <p:cNvPr id="4" name="Slide Number Placeholder 3"/>
          <p:cNvSpPr>
            <a:spLocks noGrp="1"/>
          </p:cNvSpPr>
          <p:nvPr>
            <p:ph type="sldNum" sz="quarter" idx="5"/>
          </p:nvPr>
        </p:nvSpPr>
        <p:spPr/>
        <p:txBody>
          <a:bodyPr/>
          <a:lstStyle/>
          <a:p>
            <a:fld id="{3AC1AA38-86D1-4674-9C68-DF52A9C1CC65}" type="slidenum">
              <a:rPr lang="en-US" smtClean="0"/>
              <a:t>7</a:t>
            </a:fld>
            <a:endParaRPr lang="en-US"/>
          </a:p>
        </p:txBody>
      </p:sp>
    </p:spTree>
    <p:extLst>
      <p:ext uri="{BB962C8B-B14F-4D97-AF65-F5344CB8AC3E}">
        <p14:creationId xmlns:p14="http://schemas.microsoft.com/office/powerpoint/2010/main" val="1565081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743EB-093E-4235-6A96-2CE6815BFC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7275C-9BA8-F74D-6CDC-A3F3A8ADF7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911921-D94F-B578-7BF7-A44EDC9DC677}"/>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Sampling occurred on research cruises during the winters of 2018, 2019, 2022, and 2023</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Plankton were collected using a coupled Multiple Opening/Closing Net and Environmental Sensing System (MOCNESS) </a:t>
            </a:r>
          </a:p>
          <a:p>
            <a:pPr marL="628650" lvl="1" indent="-171450">
              <a:buFont typeface="Arial" panose="020B0604020202020204" pitchFamily="34" charset="0"/>
              <a:buChar char="•"/>
            </a:pPr>
            <a:r>
              <a:rPr lang="en-US" dirty="0"/>
              <a:t>Each successive net in the MOCNESS was used to sample from 100-75 m, 75-50 m, 50-25 m, and 25 m-the surface</a:t>
            </a:r>
          </a:p>
          <a:p>
            <a:pPr marL="628650" lvl="1" indent="-171450">
              <a:buFont typeface="Arial" panose="020B0604020202020204" pitchFamily="34" charset="0"/>
              <a:buChar char="•"/>
            </a:pPr>
            <a:r>
              <a:rPr lang="en-US" dirty="0"/>
              <a:t>It was equipped with a flowmeter, a depth sensor, and temperature and conductivity sensors</a:t>
            </a:r>
          </a:p>
          <a:p>
            <a:pPr marL="171450" lvl="0" indent="-171450">
              <a:buFont typeface="Arial" panose="020B0604020202020204" pitchFamily="34" charset="0"/>
              <a:buChar char="•"/>
            </a:pPr>
            <a:r>
              <a:rPr lang="en-US" dirty="0"/>
              <a:t>Within 3 hours of MOCNESS sampling, a sensor package containing a DO sensor and a fluorescence probe was towed through the top 100 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After collection and preservation, ichthyoplankton were visually identified to the lowest possible taxonomic resolution and counted</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Because certain genera and species were rare, could only be identified to family, or were considered very ecologically similar, some taxa were grouped within families such as Agonidae, Cottidae, Hexagrammidae, Osmeridae, etc.</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To reduce noise, data were filtered to remove rare taxa and small samples from analysis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i="0" dirty="0"/>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i="0" dirty="0"/>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p>
          <a:p>
            <a:pPr marL="171450" lvl="0" indent="-171450">
              <a:buFont typeface="Arial" panose="020B0604020202020204" pitchFamily="34" charset="0"/>
              <a:buChar char="•"/>
            </a:pPr>
            <a:endParaRPr lang="en-US" dirty="0"/>
          </a:p>
          <a:p>
            <a:pPr marL="171450" lvl="0" indent="-171450">
              <a:buFont typeface="Arial" panose="020B0604020202020204" pitchFamily="34" charset="0"/>
              <a:buChar char="•"/>
            </a:pPr>
            <a:endParaRPr lang="en-US" dirty="0"/>
          </a:p>
          <a:p>
            <a:pPr marL="171450" lvl="0" indent="-171450">
              <a:buFont typeface="Arial" panose="020B0604020202020204" pitchFamily="34" charset="0"/>
              <a:buChar char="•"/>
            </a:pPr>
            <a:endParaRPr lang="en-US" dirty="0"/>
          </a:p>
          <a:p>
            <a:pPr marL="171450" lvl="0" indent="-171450">
              <a:buFont typeface="Arial" panose="020B0604020202020204" pitchFamily="34" charset="0"/>
              <a:buChar char="•"/>
            </a:pPr>
            <a:endParaRPr lang="en-US"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p>
          <a:p>
            <a:pPr marL="0" lv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779E2713-3511-CE0E-B289-6DD18AEDE789}"/>
              </a:ext>
            </a:extLst>
          </p:cNvPr>
          <p:cNvSpPr>
            <a:spLocks noGrp="1"/>
          </p:cNvSpPr>
          <p:nvPr>
            <p:ph type="sldNum" sz="quarter" idx="5"/>
          </p:nvPr>
        </p:nvSpPr>
        <p:spPr/>
        <p:txBody>
          <a:bodyPr/>
          <a:lstStyle/>
          <a:p>
            <a:fld id="{3AC1AA38-86D1-4674-9C68-DF52A9C1CC65}" type="slidenum">
              <a:rPr lang="en-US" smtClean="0"/>
              <a:t>8</a:t>
            </a:fld>
            <a:endParaRPr lang="en-US"/>
          </a:p>
        </p:txBody>
      </p:sp>
    </p:spTree>
    <p:extLst>
      <p:ext uri="{BB962C8B-B14F-4D97-AF65-F5344CB8AC3E}">
        <p14:creationId xmlns:p14="http://schemas.microsoft.com/office/powerpoint/2010/main" val="19299674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1" dirty="0"/>
              <a:t>Italics = maybe remove, haven’t decided (might keep for now to include on notecards incase there is a question about it)</a:t>
            </a:r>
          </a:p>
          <a:p>
            <a:r>
              <a:rPr lang="en-US" dirty="0"/>
              <a:t>(1) Characterizing assemblages</a:t>
            </a:r>
          </a:p>
          <a:p>
            <a:pPr marL="171450" indent="-171450">
              <a:buFont typeface="Arial" panose="020B0604020202020204" pitchFamily="34" charset="0"/>
              <a:buChar char="•"/>
            </a:pPr>
            <a:r>
              <a:rPr lang="en-US" dirty="0"/>
              <a:t>Cluster analysis was performed on a Bray-Curtis dissimilarity matrix of square-root transformed concentrations of ichthyoplankton from each taxonomic group</a:t>
            </a:r>
          </a:p>
          <a:p>
            <a:pPr marL="628650" lvl="1" indent="-171450">
              <a:buFont typeface="Arial" panose="020B0604020202020204" pitchFamily="34" charset="0"/>
              <a:buChar char="•"/>
            </a:pPr>
            <a:r>
              <a:rPr lang="en-US" dirty="0"/>
              <a:t>The number of clusters was chosen such that samples assigned to each cluster differed meaningfully in adult habitat affinity and taxonomic composition, thus representing ecologically meaningful differences among clusters</a:t>
            </a:r>
          </a:p>
          <a:p>
            <a:pPr marL="171450" lvl="0" indent="-171450">
              <a:buFont typeface="Arial" panose="020B0604020202020204" pitchFamily="34" charset="0"/>
              <a:buChar char="•"/>
            </a:pPr>
            <a:r>
              <a:rPr lang="en-US" dirty="0"/>
              <a:t>An indicator species analysis was used to identify dominant taxa in each cluster</a:t>
            </a:r>
          </a:p>
          <a:p>
            <a:pPr marL="171450" lvl="0" indent="-171450">
              <a:buFont typeface="Arial" panose="020B0604020202020204" pitchFamily="34" charset="0"/>
              <a:buChar char="•"/>
            </a:pPr>
            <a:r>
              <a:rPr lang="en-US" i="1" dirty="0"/>
              <a:t>Non-metric multidimensional scaling was used to visualize similarities in the taxonomic composition of samples belonging to each cluster and cluster correlations with spatiotemporal factors.</a:t>
            </a:r>
          </a:p>
          <a:p>
            <a:pPr marL="628650" lvl="1" indent="-171450">
              <a:buFont typeface="Arial" panose="020B0604020202020204" pitchFamily="34" charset="0"/>
              <a:buChar char="•"/>
            </a:pPr>
            <a:r>
              <a:rPr lang="en-US" i="1" dirty="0"/>
              <a:t>To assess the ordination fit, we calculated a null distribution of stress values for the data and used a z-test to determine whether our observed stress was lower than expected under the null model, following Dexter et al. (2018)</a:t>
            </a:r>
          </a:p>
          <a:p>
            <a:pPr marL="171450" lvl="0" indent="-171450">
              <a:buFont typeface="Arial" panose="020B0604020202020204" pitchFamily="34" charset="0"/>
              <a:buChar char="•"/>
            </a:pPr>
            <a:r>
              <a:rPr lang="en-US" i="1" dirty="0"/>
              <a:t>“Time of day” as used in the NMDS plot and subsequent analyses was calculated for each net tow as a normalized start time relative to local sunrise and sunset. Values near 0 indicate sampling near sunrise or sunset and values near 1 or -1 indicate sampling near the midpoint of the day or night, respectively</a:t>
            </a:r>
          </a:p>
          <a:p>
            <a:pPr marL="0" lvl="0" indent="0">
              <a:buFont typeface="Arial" panose="020B0604020202020204" pitchFamily="34" charset="0"/>
              <a:buNone/>
            </a:pPr>
            <a:r>
              <a:rPr lang="en-US" dirty="0"/>
              <a:t>(2) Influences on assemblages</a:t>
            </a:r>
          </a:p>
          <a:p>
            <a:pPr marL="171450" lvl="0" indent="-171450">
              <a:buFont typeface="Arial" panose="020B0604020202020204" pitchFamily="34" charset="0"/>
              <a:buChar char="•"/>
            </a:pPr>
            <a:r>
              <a:rPr lang="en-US" dirty="0"/>
              <a:t>Distance-based redundancy analysis (</a:t>
            </a:r>
            <a:r>
              <a:rPr lang="en-US" dirty="0" err="1"/>
              <a:t>dbRDA</a:t>
            </a:r>
            <a:r>
              <a:rPr lang="en-US" dirty="0"/>
              <a:t>) was used to assess the effects of spatiotemporal and environmental factors on assemblage composition.</a:t>
            </a:r>
          </a:p>
          <a:p>
            <a:pPr marL="628650" lvl="1" indent="-171450">
              <a:buFont typeface="Arial" panose="020B0604020202020204" pitchFamily="34" charset="0"/>
              <a:buChar char="•"/>
            </a:pPr>
            <a:r>
              <a:rPr lang="en-US" i="0" dirty="0"/>
              <a:t>Permutation-based ANOVA was used to test the significance of variation explained by the spatiotemporal and full models.</a:t>
            </a:r>
          </a:p>
          <a:p>
            <a:pPr marL="628650" lvl="1" indent="-171450">
              <a:buFont typeface="Arial" panose="020B0604020202020204" pitchFamily="34" charset="0"/>
              <a:buChar char="•"/>
            </a:pPr>
            <a:r>
              <a:rPr lang="en-US" i="1" dirty="0"/>
              <a:t>The significance of the additional variation explained by environmental covariates was assessed using a nested </a:t>
            </a:r>
            <a:r>
              <a:rPr lang="en-US" i="1" dirty="0" err="1"/>
              <a:t>dbRDA</a:t>
            </a:r>
            <a:r>
              <a:rPr lang="en-US" i="1" dirty="0"/>
              <a:t> model comparison between the base and full models using a similar permutational ANOVA</a:t>
            </a:r>
          </a:p>
          <a:p>
            <a:pPr marL="171450" lvl="0" indent="-171450">
              <a:buFont typeface="Arial" panose="020B0604020202020204" pitchFamily="34" charset="0"/>
              <a:buChar char="•"/>
            </a:pPr>
            <a:r>
              <a:rPr lang="en-US" i="0" dirty="0"/>
              <a:t>Variance partitioning analysis was used to estimate the variance in assemblage composition explained by spatiotemporal covariates alone, environmental covariates alone, and their shared component</a:t>
            </a:r>
          </a:p>
          <a:p>
            <a:pPr marL="0" lvl="0" indent="0">
              <a:buFont typeface="Arial" panose="020B0604020202020204" pitchFamily="34" charset="0"/>
              <a:buNone/>
            </a:pPr>
            <a:r>
              <a:rPr lang="en-US" i="0" dirty="0"/>
              <a:t>(3) Taxon-specific diel variation in vertical distribution</a:t>
            </a:r>
          </a:p>
          <a:p>
            <a:pPr marL="171450" lvl="0" indent="-171450">
              <a:buFont typeface="Arial" panose="020B0604020202020204" pitchFamily="34" charset="0"/>
              <a:buChar char="•"/>
            </a:pPr>
            <a:r>
              <a:rPr lang="en-US" i="0" dirty="0"/>
              <a:t>A negative binomial general linear mixed effects model (GLMM) was fit to counts of ichthyoplankton belonging to each taxon in each sample</a:t>
            </a:r>
          </a:p>
          <a:p>
            <a:pPr marL="171450" lvl="0" indent="-171450">
              <a:buFont typeface="Arial" panose="020B0604020202020204" pitchFamily="34" charset="0"/>
              <a:buChar char="•"/>
            </a:pPr>
            <a:r>
              <a:rPr lang="en-US" i="0" dirty="0"/>
              <a:t>Plots were made to…</a:t>
            </a:r>
          </a:p>
          <a:p>
            <a:pPr marL="628650" lvl="1" indent="-171450">
              <a:buFont typeface="Arial" panose="020B0604020202020204" pitchFamily="34" charset="0"/>
              <a:buChar char="•"/>
            </a:pPr>
            <a:r>
              <a:rPr lang="en-US" i="0" dirty="0"/>
              <a:t>Visualize how the vertical distribution of each taxon varies over the course of a day by plotting predicted concentration of individuals across combinations of depth and time of day</a:t>
            </a:r>
          </a:p>
          <a:p>
            <a:pPr marL="628650" lvl="1" indent="-171450">
              <a:buFont typeface="Arial" panose="020B0604020202020204" pitchFamily="34" charset="0"/>
              <a:buChar char="•"/>
            </a:pPr>
            <a:r>
              <a:rPr lang="en-US" i="0" dirty="0"/>
              <a:t>Show how total predicted abundance of each taxon in the sampled depth strata varied over the course of a day by plotting total predicted abundance of each taxon across the sampled portion of the water column against time of day</a:t>
            </a:r>
          </a:p>
          <a:p>
            <a:pPr marL="628650" lvl="1" indent="-171450">
              <a:buFont typeface="Arial" panose="020B0604020202020204" pitchFamily="34" charset="0"/>
              <a:buChar char="•"/>
            </a:pPr>
            <a:r>
              <a:rPr lang="en-US" i="0" dirty="0"/>
              <a:t>Show when during the day total predicted abundance of a taxon increased or decreased with depth by plotting the depth gradient in log predicted abundance for each taxon against time of day</a:t>
            </a:r>
          </a:p>
        </p:txBody>
      </p:sp>
      <p:sp>
        <p:nvSpPr>
          <p:cNvPr id="4" name="Slide Number Placeholder 3"/>
          <p:cNvSpPr>
            <a:spLocks noGrp="1"/>
          </p:cNvSpPr>
          <p:nvPr>
            <p:ph type="sldNum" sz="quarter" idx="5"/>
          </p:nvPr>
        </p:nvSpPr>
        <p:spPr/>
        <p:txBody>
          <a:bodyPr/>
          <a:lstStyle/>
          <a:p>
            <a:fld id="{3AC1AA38-86D1-4674-9C68-DF52A9C1CC65}" type="slidenum">
              <a:rPr lang="en-US" smtClean="0"/>
              <a:t>9</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now onto the interesting part, our </a:t>
            </a:r>
            <a:r>
              <a:rPr lang="en-US" dirty="0" err="1"/>
              <a:t>resutls</a:t>
            </a: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10</a:t>
            </a:fld>
            <a:endParaRPr lang="en-US"/>
          </a:p>
        </p:txBody>
      </p:sp>
    </p:spTree>
    <p:extLst>
      <p:ext uri="{BB962C8B-B14F-4D97-AF65-F5344CB8AC3E}">
        <p14:creationId xmlns:p14="http://schemas.microsoft.com/office/powerpoint/2010/main" val="19061186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96EFE-5A46-3E08-3DBB-2676DFE07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44661-9AB2-ABDC-6450-F65FF2AC0C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CA8EF-7337-FF12-8706-EFC485FE451D}"/>
              </a:ext>
            </a:extLst>
          </p:cNvPr>
          <p:cNvSpPr>
            <a:spLocks noGrp="1"/>
          </p:cNvSpPr>
          <p:nvPr>
            <p:ph type="body" idx="1"/>
          </p:nvPr>
        </p:nvSpPr>
        <p:spPr/>
        <p:txBody>
          <a:bodyPr/>
          <a:lstStyle/>
          <a:p>
            <a:pPr marL="171450" lvl="0" indent="-171450">
              <a:buFont typeface="Arial" panose="020B0604020202020204" pitchFamily="34" charset="0"/>
              <a:buChar char="•"/>
            </a:pPr>
            <a:r>
              <a:rPr lang="en-US" dirty="0"/>
              <a:t>Cluster analysis yielded 7 total clusters, two of which---4 and 7---contained only a single sample. These 2 were omitted from further analysis</a:t>
            </a:r>
          </a:p>
          <a:p>
            <a:pPr marL="171450" lvl="0" indent="-171450">
              <a:buFont typeface="Arial" panose="020B0604020202020204" pitchFamily="34" charset="0"/>
              <a:buChar char="•"/>
            </a:pPr>
            <a:r>
              <a:rPr lang="en-US" dirty="0"/>
              <a:t>Cluster 1 is heavily dominated by its indicator taxon, </a:t>
            </a:r>
            <a:r>
              <a:rPr lang="en-US" i="1" dirty="0"/>
              <a:t>Sebastes</a:t>
            </a:r>
            <a:r>
              <a:rPr lang="en-US" i="0" dirty="0"/>
              <a:t> spp.</a:t>
            </a:r>
          </a:p>
          <a:p>
            <a:pPr marL="171450" lvl="0" indent="-171450">
              <a:buFont typeface="Arial" panose="020B0604020202020204" pitchFamily="34" charset="0"/>
              <a:buChar char="•"/>
            </a:pPr>
            <a:r>
              <a:rPr lang="en-US" i="0" dirty="0"/>
              <a:t>Cluster 2 was dominated by Pleuronectiformes, especially the indicator taxon </a:t>
            </a:r>
            <a:r>
              <a:rPr lang="en-US" i="1" dirty="0" err="1"/>
              <a:t>Parophrys</a:t>
            </a:r>
            <a:r>
              <a:rPr lang="en-US" i="1" dirty="0"/>
              <a:t> vetulus</a:t>
            </a:r>
            <a:endParaRPr lang="en-US" i="0" dirty="0"/>
          </a:p>
          <a:p>
            <a:pPr marL="171450" lvl="0" indent="-171450">
              <a:buFont typeface="Arial" panose="020B0604020202020204" pitchFamily="34" charset="0"/>
              <a:buChar char="•"/>
            </a:pPr>
            <a:r>
              <a:rPr lang="en-US" i="0" dirty="0"/>
              <a:t>Cluster 3 was significantly associated with </a:t>
            </a:r>
            <a:r>
              <a:rPr lang="en-US" i="1" dirty="0" err="1"/>
              <a:t>Stenobrachius</a:t>
            </a:r>
            <a:r>
              <a:rPr lang="en-US" i="1" dirty="0"/>
              <a:t> leucopsarus</a:t>
            </a:r>
            <a:r>
              <a:rPr lang="en-US" i="0" dirty="0"/>
              <a:t> and is composed largely of mesopelagic taxa</a:t>
            </a:r>
          </a:p>
          <a:p>
            <a:pPr marL="171450" lvl="0" indent="-171450">
              <a:buFont typeface="Arial" panose="020B0604020202020204" pitchFamily="34" charset="0"/>
              <a:buChar char="•"/>
            </a:pPr>
            <a:r>
              <a:rPr lang="en-US" i="0" dirty="0"/>
              <a:t>Cluster 5 was dominated by coastal taxa such as </a:t>
            </a:r>
            <a:r>
              <a:rPr lang="en-US" i="1" dirty="0"/>
              <a:t>P. vetulus</a:t>
            </a:r>
            <a:r>
              <a:rPr lang="en-US" i="0" dirty="0"/>
              <a:t> and </a:t>
            </a:r>
            <a:r>
              <a:rPr lang="en-US" i="1" dirty="0"/>
              <a:t>Liparis</a:t>
            </a:r>
            <a:r>
              <a:rPr lang="en-US" i="0" dirty="0"/>
              <a:t> spp.</a:t>
            </a:r>
          </a:p>
          <a:p>
            <a:pPr marL="171450" lvl="0" indent="-171450">
              <a:buFont typeface="Arial" panose="020B0604020202020204" pitchFamily="34" charset="0"/>
              <a:buChar char="•"/>
            </a:pPr>
            <a:r>
              <a:rPr lang="en-US" i="0" dirty="0"/>
              <a:t>Cluster 6 was composed mostly of costal taxa, especially </a:t>
            </a:r>
            <a:r>
              <a:rPr lang="en-US" i="0" dirty="0" err="1"/>
              <a:t>Osmerids</a:t>
            </a:r>
            <a:endParaRPr lang="en-US" dirty="0"/>
          </a:p>
        </p:txBody>
      </p:sp>
      <p:sp>
        <p:nvSpPr>
          <p:cNvPr id="4" name="Slide Number Placeholder 3">
            <a:extLst>
              <a:ext uri="{FF2B5EF4-FFF2-40B4-BE49-F238E27FC236}">
                <a16:creationId xmlns:a16="http://schemas.microsoft.com/office/drawing/2014/main" id="{23CE65C5-B1F0-87A2-4E42-6B81A24542E2}"/>
              </a:ext>
            </a:extLst>
          </p:cNvPr>
          <p:cNvSpPr>
            <a:spLocks noGrp="1"/>
          </p:cNvSpPr>
          <p:nvPr>
            <p:ph type="sldNum" sz="quarter" idx="5"/>
          </p:nvPr>
        </p:nvSpPr>
        <p:spPr/>
        <p:txBody>
          <a:bodyPr/>
          <a:lstStyle/>
          <a:p>
            <a:fld id="{3AC1AA38-86D1-4674-9C68-DF52A9C1CC65}" type="slidenum">
              <a:rPr lang="en-US" smtClean="0"/>
              <a:t>12</a:t>
            </a:fld>
            <a:endParaRPr lang="en-US"/>
          </a:p>
        </p:txBody>
      </p:sp>
    </p:spTree>
    <p:extLst>
      <p:ext uri="{BB962C8B-B14F-4D97-AF65-F5344CB8AC3E}">
        <p14:creationId xmlns:p14="http://schemas.microsoft.com/office/powerpoint/2010/main" val="23282008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Map of vertical and horizontal distributions of clustered samples. </a:t>
            </a:r>
          </a:p>
          <a:p>
            <a:pPr marL="171450" indent="-171450">
              <a:buFont typeface="Arial" panose="020B0604020202020204" pitchFamily="34" charset="0"/>
              <a:buChar char="•"/>
            </a:pPr>
            <a:r>
              <a:rPr lang="en-US" dirty="0"/>
              <a:t>Includes all sampling replicates across years.</a:t>
            </a:r>
          </a:p>
          <a:p>
            <a:pPr marL="171450" indent="-171450">
              <a:buFont typeface="Arial" panose="020B0604020202020204" pitchFamily="34" charset="0"/>
              <a:buChar char="•"/>
            </a:pPr>
            <a:r>
              <a:rPr lang="en-US" dirty="0"/>
              <a:t>Unwieldy to look at in this format so… zoom into 2022</a:t>
            </a:r>
          </a:p>
        </p:txBody>
      </p:sp>
      <p:sp>
        <p:nvSpPr>
          <p:cNvPr id="4" name="Slide Number Placeholder 3"/>
          <p:cNvSpPr>
            <a:spLocks noGrp="1"/>
          </p:cNvSpPr>
          <p:nvPr>
            <p:ph type="sldNum" sz="quarter" idx="5"/>
          </p:nvPr>
        </p:nvSpPr>
        <p:spPr/>
        <p:txBody>
          <a:bodyPr/>
          <a:lstStyle/>
          <a:p>
            <a:fld id="{3AC1AA38-86D1-4674-9C68-DF52A9C1CC65}" type="slidenum">
              <a:rPr lang="en-US" smtClean="0"/>
              <a:t>13</a:t>
            </a:fld>
            <a:endParaRPr lang="en-US"/>
          </a:p>
        </p:txBody>
      </p:sp>
    </p:spTree>
    <p:extLst>
      <p:ext uri="{BB962C8B-B14F-4D97-AF65-F5344CB8AC3E}">
        <p14:creationId xmlns:p14="http://schemas.microsoft.com/office/powerpoint/2010/main" val="39971376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1DA6-95F1-0B76-70AF-E27A3AB14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9078-EAE0-478F-6FD5-0F7A15B1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78711E-6AD9-A081-A8A2-E2A5375EEC7D}"/>
              </a:ext>
            </a:extLst>
          </p:cNvPr>
          <p:cNvSpPr>
            <a:spLocks noGrp="1"/>
          </p:cNvSpPr>
          <p:nvPr>
            <p:ph type="body" idx="1"/>
          </p:nvPr>
        </p:nvSpPr>
        <p:spPr/>
        <p:txBody>
          <a:bodyPr/>
          <a:lstStyle/>
          <a:p>
            <a:pPr marL="171450" indent="-171450">
              <a:buFont typeface="Arial" panose="020B0604020202020204" pitchFamily="34" charset="0"/>
              <a:buChar char="•"/>
            </a:pPr>
            <a:r>
              <a:rPr lang="en-US" dirty="0"/>
              <a:t>Almost all of the major spatial trends can be seen in this 2022 panel</a:t>
            </a:r>
          </a:p>
          <a:p>
            <a:pPr marL="171450" indent="-171450">
              <a:buFont typeface="Arial" panose="020B0604020202020204" pitchFamily="34" charset="0"/>
              <a:buChar char="•"/>
            </a:pPr>
            <a:r>
              <a:rPr lang="en-US" dirty="0"/>
              <a:t>Cluster 5 (general coastal, green) was most prevalent in 2022 and mostly occurred close to shore</a:t>
            </a:r>
          </a:p>
          <a:p>
            <a:pPr marL="171450" indent="-171450">
              <a:buFont typeface="Arial" panose="020B0604020202020204" pitchFamily="34" charset="0"/>
              <a:buChar char="•"/>
            </a:pPr>
            <a:r>
              <a:rPr lang="en-US" dirty="0"/>
              <a:t>Cluster 6 (Osmeridae coastal, brown) was present only in 2022 and 2023 when sampling took place north of Newport, OR and occurred at shallow depths and nearshore stations north of Newport, OR</a:t>
            </a:r>
          </a:p>
          <a:p>
            <a:pPr marL="171450" indent="-171450">
              <a:buFont typeface="Arial" panose="020B0604020202020204" pitchFamily="34" charset="0"/>
              <a:buChar char="•"/>
            </a:pPr>
            <a:r>
              <a:rPr lang="en-US" dirty="0"/>
              <a:t>Cluster 1 (</a:t>
            </a:r>
            <a:r>
              <a:rPr lang="en-US" i="1" dirty="0"/>
              <a:t>Sebastes</a:t>
            </a:r>
            <a:r>
              <a:rPr lang="en-US" i="0" dirty="0"/>
              <a:t> spp., yellow) occurred along the shelf slope break in all years</a:t>
            </a:r>
          </a:p>
          <a:p>
            <a:pPr marL="171450" indent="-171450">
              <a:buFont typeface="Arial" panose="020B0604020202020204" pitchFamily="34" charset="0"/>
              <a:buChar char="•"/>
            </a:pPr>
            <a:r>
              <a:rPr lang="en-US" i="0" dirty="0"/>
              <a:t>Cluster 2 (</a:t>
            </a:r>
            <a:r>
              <a:rPr lang="en-US" i="1" dirty="0"/>
              <a:t>P. vetulus</a:t>
            </a:r>
            <a:r>
              <a:rPr lang="en-US" i="0" dirty="0"/>
              <a:t>, teal) was present in all years exclusively over the shelf</a:t>
            </a:r>
          </a:p>
          <a:p>
            <a:pPr marL="171450" indent="-171450">
              <a:buFont typeface="Arial" panose="020B0604020202020204" pitchFamily="34" charset="0"/>
              <a:buChar char="•"/>
            </a:pPr>
            <a:r>
              <a:rPr lang="en-US" i="0" dirty="0"/>
              <a:t>Cluster 3 (</a:t>
            </a:r>
            <a:r>
              <a:rPr lang="en-US" i="0" dirty="0" err="1"/>
              <a:t>mesopelagics</a:t>
            </a:r>
            <a:r>
              <a:rPr lang="en-US" i="0" dirty="0"/>
              <a:t>, pink) was present in all years and occurred offshore, over the shelf break, and in deep net tows</a:t>
            </a:r>
          </a:p>
        </p:txBody>
      </p:sp>
      <p:sp>
        <p:nvSpPr>
          <p:cNvPr id="4" name="Slide Number Placeholder 3">
            <a:extLst>
              <a:ext uri="{FF2B5EF4-FFF2-40B4-BE49-F238E27FC236}">
                <a16:creationId xmlns:a16="http://schemas.microsoft.com/office/drawing/2014/main" id="{95A28668-A9AD-9387-384D-B48EAFB8E6B1}"/>
              </a:ext>
            </a:extLst>
          </p:cNvPr>
          <p:cNvSpPr>
            <a:spLocks noGrp="1"/>
          </p:cNvSpPr>
          <p:nvPr>
            <p:ph type="sldNum" sz="quarter" idx="5"/>
          </p:nvPr>
        </p:nvSpPr>
        <p:spPr/>
        <p:txBody>
          <a:bodyPr/>
          <a:lstStyle/>
          <a:p>
            <a:fld id="{3AC1AA38-86D1-4674-9C68-DF52A9C1CC65}" type="slidenum">
              <a:rPr lang="en-US" smtClean="0"/>
              <a:t>14</a:t>
            </a:fld>
            <a:endParaRPr lang="en-US"/>
          </a:p>
        </p:txBody>
      </p:sp>
    </p:spTree>
    <p:extLst>
      <p:ext uri="{BB962C8B-B14F-4D97-AF65-F5344CB8AC3E}">
        <p14:creationId xmlns:p14="http://schemas.microsoft.com/office/powerpoint/2010/main" val="645342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err="1"/>
              <a:t>perWe</a:t>
            </a:r>
            <a:r>
              <a:rPr lang="en-US" dirty="0"/>
              <a:t> fit a base model including effects of year, time of day, latitude, net tow depth, and seafloor depth and a full model including those previously stated in addition to temperature, salinity, DO, and chlorophyll-</a:t>
            </a:r>
            <a:r>
              <a:rPr lang="en-US" i="1" dirty="0"/>
              <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Spatiotemporal base model explained a significant amount of variation in the composition of the ichthyoplankton assemblages, as did the full model</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The full model explained a significant amount of ADDITIONAL variation, over the base model</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The full model explained 8.78% of the variation in assemblage composition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All variables in the full model were found to have statistically significant effects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Variance Partitioning found that…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Spatiotemporal covariates alone explained 3.72% of variation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Environmental covariates alone explained 1.92% of variation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And spatiotemporal and environmental covariates together explained 1.57% of variation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With all of these amounts determined to be statistically significant</a:t>
            </a:r>
          </a:p>
        </p:txBody>
      </p:sp>
      <p:sp>
        <p:nvSpPr>
          <p:cNvPr id="4" name="Slide Number Placeholder 3"/>
          <p:cNvSpPr>
            <a:spLocks noGrp="1"/>
          </p:cNvSpPr>
          <p:nvPr>
            <p:ph type="sldNum" sz="quarter" idx="5"/>
          </p:nvPr>
        </p:nvSpPr>
        <p:spPr/>
        <p:txBody>
          <a:bodyPr/>
          <a:lstStyle/>
          <a:p>
            <a:fld id="{3AC1AA38-86D1-4674-9C68-DF52A9C1CC65}" type="slidenum">
              <a:rPr lang="en-US" smtClean="0"/>
              <a:t>16</a:t>
            </a:fld>
            <a:endParaRPr lang="en-US"/>
          </a:p>
        </p:txBody>
      </p:sp>
    </p:spTree>
    <p:extLst>
      <p:ext uri="{BB962C8B-B14F-4D97-AF65-F5344CB8AC3E}">
        <p14:creationId xmlns:p14="http://schemas.microsoft.com/office/powerpoint/2010/main" val="11220459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7DC60-2EF8-1C61-3FA1-216D92BD2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BAC1E-5776-A705-2977-B458510B3B9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9B3445-489C-F65A-0664-9B27077BC965}"/>
              </a:ext>
            </a:extLst>
          </p:cNvPr>
          <p:cNvSpPr>
            <a:spLocks noGrp="1"/>
          </p:cNvSpPr>
          <p:nvPr>
            <p:ph type="body" idx="1"/>
          </p:nvPr>
        </p:nvSpPr>
        <p:spPr/>
        <p:txBody>
          <a:bodyPr/>
          <a:lstStyle/>
          <a:p>
            <a:pPr marL="171450" indent="-171450">
              <a:buFont typeface="Arial" panose="020B0604020202020204" pitchFamily="34" charset="0"/>
              <a:buChar char="•"/>
            </a:pPr>
            <a:r>
              <a:rPr lang="en-US" i="0" dirty="0"/>
              <a:t>All covariates in the base model shown here were determined to have statistically significant effects on the </a:t>
            </a:r>
            <a:r>
              <a:rPr lang="en-US" i="0" dirty="0" err="1"/>
              <a:t>occurrance</a:t>
            </a:r>
            <a:r>
              <a:rPr lang="en-US" i="0" dirty="0"/>
              <a:t> of assemblages</a:t>
            </a:r>
          </a:p>
          <a:p>
            <a:pPr marL="171450" indent="-171450">
              <a:buFont typeface="Arial" panose="020B0604020202020204" pitchFamily="34" charset="0"/>
              <a:buChar char="•"/>
            </a:pPr>
            <a:r>
              <a:rPr lang="en-US" i="0" dirty="0"/>
              <a:t>From this plot, we can identify several effects of covariates on the assemblages assigned to each cluster. A few to highlight are…</a:t>
            </a:r>
          </a:p>
          <a:p>
            <a:pPr marL="628650" lvl="1" indent="-171450">
              <a:buFont typeface="Arial" panose="020B0604020202020204" pitchFamily="34" charset="0"/>
              <a:buChar char="•"/>
            </a:pPr>
            <a:r>
              <a:rPr lang="en-US" i="0" dirty="0"/>
              <a:t>The effect of seafloor depth on the occurrence of the </a:t>
            </a:r>
            <a:r>
              <a:rPr lang="en-US" i="1" dirty="0"/>
              <a:t>Sebastes</a:t>
            </a:r>
            <a:r>
              <a:rPr lang="en-US" i="0" dirty="0"/>
              <a:t> spp. and mesopelagic assemblages (clusters 1 and 3) was positive but had a negative effect on the occurrence of the </a:t>
            </a:r>
            <a:r>
              <a:rPr lang="en-US" i="1" dirty="0"/>
              <a:t>P. vetulus</a:t>
            </a:r>
            <a:r>
              <a:rPr lang="en-US" i="0" dirty="0"/>
              <a:t>, general coastal, and Osmerid assemblages</a:t>
            </a:r>
          </a:p>
          <a:p>
            <a:pPr marL="1085850" lvl="2" indent="-171450">
              <a:buFont typeface="Arial" panose="020B0604020202020204" pitchFamily="34" charset="0"/>
              <a:buChar char="•"/>
            </a:pPr>
            <a:r>
              <a:rPr lang="en-US" i="0" dirty="0"/>
              <a:t>If we recall back to the cluster distributions shown for objective 1, these relationships were reflected in the map wherein clusters 1 and 3 occurred along the shelf-slope break and offshore while clusters 2, 5, and 6 were all seen predominantly nearshore, where seafloor depth tends to be shallower</a:t>
            </a:r>
          </a:p>
          <a:p>
            <a:pPr marL="628650" lvl="1" indent="-171450">
              <a:buFont typeface="Arial" panose="020B0604020202020204" pitchFamily="34" charset="0"/>
              <a:buChar char="•"/>
            </a:pPr>
            <a:r>
              <a:rPr lang="en-US" i="0" dirty="0"/>
              <a:t>The effect of latitude on the occurrence of the coastal and Osmerid assemblages was positive </a:t>
            </a:r>
          </a:p>
          <a:p>
            <a:pPr marL="1085850" lvl="2" indent="-171450">
              <a:buFont typeface="Arial" panose="020B0604020202020204" pitchFamily="34" charset="0"/>
              <a:buChar char="•"/>
            </a:pPr>
            <a:r>
              <a:rPr lang="en-US" i="0" dirty="0"/>
              <a:t>as reflected by the presence of these clusters almost exclusively in 2022 and 2023 when sampling included transects north of Newport, OR</a:t>
            </a:r>
          </a:p>
          <a:p>
            <a:pPr marL="628650" lvl="1" indent="-171450">
              <a:buFont typeface="Arial" panose="020B0604020202020204" pitchFamily="34" charset="0"/>
              <a:buChar char="•"/>
            </a:pPr>
            <a:r>
              <a:rPr lang="en-US" i="1" dirty="0"/>
              <a:t>The effects of DO and temperature on the occurrence of the mesopelagic assemblage were positive, though the magnitude of the effect of DO was relatively small</a:t>
            </a:r>
          </a:p>
          <a:p>
            <a:pPr marL="628650" lvl="1" indent="-171450">
              <a:buFont typeface="Arial" panose="020B0604020202020204" pitchFamily="34" charset="0"/>
              <a:buChar char="•"/>
            </a:pPr>
            <a:r>
              <a:rPr lang="en-US" i="1" dirty="0"/>
              <a:t>Chlorophyll-a, representing primary productivity as a proxy for prey availability, had a positive effect on the P. vetulus and Osmerid assemblages and a negative effect on the Sebastes spp. and mesopelagic assemblages.</a:t>
            </a:r>
          </a:p>
          <a:p>
            <a:pPr marL="628650" lvl="1" indent="-171450">
              <a:buFont typeface="Arial" panose="020B0604020202020204" pitchFamily="34" charset="0"/>
              <a:buChar char="•"/>
            </a:pPr>
            <a:r>
              <a:rPr lang="en-US" i="0" dirty="0"/>
              <a:t>Time of day had a positive effect on the coastal and </a:t>
            </a:r>
            <a:r>
              <a:rPr lang="en-US" i="1" dirty="0"/>
              <a:t>Sebastes </a:t>
            </a:r>
            <a:r>
              <a:rPr lang="en-US" i="0" dirty="0"/>
              <a:t>spp. assemblage but a negative effect on the occurrence of the mesopelagic assemblage.</a:t>
            </a:r>
          </a:p>
          <a:p>
            <a:pPr marL="1085850" lvl="2" indent="-171450">
              <a:buFont typeface="Arial" panose="020B0604020202020204" pitchFamily="34" charset="0"/>
              <a:buChar char="•"/>
            </a:pPr>
            <a:r>
              <a:rPr lang="en-US" i="0" dirty="0"/>
              <a:t>It was this significance and varied effects of time of day that justified our investigation of objective 3</a:t>
            </a:r>
          </a:p>
        </p:txBody>
      </p:sp>
      <p:sp>
        <p:nvSpPr>
          <p:cNvPr id="4" name="Slide Number Placeholder 3">
            <a:extLst>
              <a:ext uri="{FF2B5EF4-FFF2-40B4-BE49-F238E27FC236}">
                <a16:creationId xmlns:a16="http://schemas.microsoft.com/office/drawing/2014/main" id="{677B37FD-9FAD-ABAB-6C88-276437C72DB0}"/>
              </a:ext>
            </a:extLst>
          </p:cNvPr>
          <p:cNvSpPr>
            <a:spLocks noGrp="1"/>
          </p:cNvSpPr>
          <p:nvPr>
            <p:ph type="sldNum" sz="quarter" idx="5"/>
          </p:nvPr>
        </p:nvSpPr>
        <p:spPr/>
        <p:txBody>
          <a:bodyPr/>
          <a:lstStyle/>
          <a:p>
            <a:fld id="{3AC1AA38-86D1-4674-9C68-DF52A9C1CC65}" type="slidenum">
              <a:rPr lang="en-US" smtClean="0"/>
              <a:t>17</a:t>
            </a:fld>
            <a:endParaRPr lang="en-US"/>
          </a:p>
        </p:txBody>
      </p:sp>
    </p:spTree>
    <p:extLst>
      <p:ext uri="{BB962C8B-B14F-4D97-AF65-F5344CB8AC3E}">
        <p14:creationId xmlns:p14="http://schemas.microsoft.com/office/powerpoint/2010/main" val="13256092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2FBD-94A2-4BEA-CA73-6BF7D669B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1DB01-6509-305A-9647-BDE0DAD747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D5098AF-E61C-3FE7-26AE-8B6E4888FEB9}"/>
              </a:ext>
            </a:extLst>
          </p:cNvPr>
          <p:cNvSpPr>
            <a:spLocks noGrp="1"/>
          </p:cNvSpPr>
          <p:nvPr>
            <p:ph type="body" idx="1"/>
          </p:nvPr>
        </p:nvSpPr>
        <p:spPr/>
        <p:txBody>
          <a:bodyPr/>
          <a:lstStyle/>
          <a:p>
            <a:pPr marL="171450" lvl="0" indent="-171450">
              <a:buFont typeface="Arial" panose="020B0604020202020204" pitchFamily="34" charset="0"/>
              <a:buChar char="•"/>
            </a:pPr>
            <a:r>
              <a:rPr lang="en-US" dirty="0"/>
              <a:t>As mentioned in the methods, we began approaching this objective by fitting a negative binomial generalized linear mixed effects model to the counts of ichthyoplankton belonging to each taxon in each sample</a:t>
            </a:r>
          </a:p>
          <a:p>
            <a:pPr marL="628650" lvl="1" indent="-171450">
              <a:buFont typeface="Arial" panose="020B0604020202020204" pitchFamily="34" charset="0"/>
              <a:buChar char="•"/>
            </a:pPr>
            <a:r>
              <a:rPr lang="en-US" i="1" dirty="0"/>
              <a:t>Accounting for the effect of sampling effort with an offset for the log-transformed volume of water filtered during each net tow</a:t>
            </a:r>
          </a:p>
          <a:p>
            <a:pPr marL="628650" lvl="1" indent="-171450">
              <a:buFont typeface="Arial" panose="020B0604020202020204" pitchFamily="34" charset="0"/>
              <a:buChar char="•"/>
            </a:pPr>
            <a:r>
              <a:rPr lang="en-US" dirty="0"/>
              <a:t>Fixed effects included taxon, year, time of day, depth, latitude, seafloor depth, temperature, salinity, DO, chlorophyll-</a:t>
            </a:r>
            <a:r>
              <a:rPr lang="en-US" i="1" dirty="0"/>
              <a:t>a</a:t>
            </a:r>
            <a:r>
              <a:rPr lang="en-US" i="0" dirty="0"/>
              <a:t> and the full interaction among taxon, time of day, and depth</a:t>
            </a:r>
          </a:p>
          <a:p>
            <a:pPr marL="628650" lvl="1" indent="-171450">
              <a:buFont typeface="Arial" panose="020B0604020202020204" pitchFamily="34" charset="0"/>
              <a:buChar char="•"/>
            </a:pPr>
            <a:r>
              <a:rPr lang="en-US" i="1" dirty="0"/>
              <a:t>Continuous predictors were centered and scaled before model fitting and a random intercept for each sample was included</a:t>
            </a:r>
          </a:p>
          <a:p>
            <a:pPr marL="171450" lvl="0" indent="-171450">
              <a:buFont typeface="Arial" panose="020B0604020202020204" pitchFamily="34" charset="0"/>
              <a:buChar char="•"/>
            </a:pPr>
            <a:r>
              <a:rPr lang="en-US" i="0" dirty="0"/>
              <a:t>The conditional fixed effects on the log-abundance scale of latitude, DO, and chl-</a:t>
            </a:r>
            <a:r>
              <a:rPr lang="en-US" i="1" dirty="0"/>
              <a:t>a</a:t>
            </a:r>
            <a:r>
              <a:rPr lang="en-US" i="0" dirty="0"/>
              <a:t> were significant while the effects of all other covariates were not</a:t>
            </a:r>
          </a:p>
          <a:p>
            <a:pPr marL="171450" lvl="0" indent="-171450">
              <a:buFont typeface="Arial" panose="020B0604020202020204" pitchFamily="34" charset="0"/>
              <a:buChar char="•"/>
            </a:pPr>
            <a:r>
              <a:rPr lang="en-US" i="0" dirty="0"/>
              <a:t>The interaction between taxon, time of day, and depth was significant for many taxa</a:t>
            </a:r>
          </a:p>
          <a:p>
            <a:pPr marL="171450" lvl="0" indent="-171450">
              <a:buFont typeface="Arial" panose="020B0604020202020204" pitchFamily="34" charset="0"/>
              <a:buChar char="•"/>
            </a:pPr>
            <a:r>
              <a:rPr lang="en-US" i="0" dirty="0"/>
              <a:t>This does not directly address whether each taxon is exhibiting DVM, so plots were made to visualize the interaction between time of day and depth on predicted abundance for each taxon</a:t>
            </a:r>
          </a:p>
        </p:txBody>
      </p:sp>
      <p:sp>
        <p:nvSpPr>
          <p:cNvPr id="4" name="Slide Number Placeholder 3">
            <a:extLst>
              <a:ext uri="{FF2B5EF4-FFF2-40B4-BE49-F238E27FC236}">
                <a16:creationId xmlns:a16="http://schemas.microsoft.com/office/drawing/2014/main" id="{09345863-FCD0-F0EC-C0BA-A9372E2141FB}"/>
              </a:ext>
            </a:extLst>
          </p:cNvPr>
          <p:cNvSpPr>
            <a:spLocks noGrp="1"/>
          </p:cNvSpPr>
          <p:nvPr>
            <p:ph type="sldNum" sz="quarter" idx="5"/>
          </p:nvPr>
        </p:nvSpPr>
        <p:spPr/>
        <p:txBody>
          <a:bodyPr/>
          <a:lstStyle/>
          <a:p>
            <a:fld id="{3AC1AA38-86D1-4674-9C68-DF52A9C1CC65}" type="slidenum">
              <a:rPr lang="en-US" smtClean="0"/>
              <a:t>19</a:t>
            </a:fld>
            <a:endParaRPr lang="en-US"/>
          </a:p>
        </p:txBody>
      </p:sp>
    </p:spTree>
    <p:extLst>
      <p:ext uri="{BB962C8B-B14F-4D97-AF65-F5344CB8AC3E}">
        <p14:creationId xmlns:p14="http://schemas.microsoft.com/office/powerpoint/2010/main" val="5558949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i="0" dirty="0"/>
              <a:t>Here are the 3 plots we made to look at objective 3</a:t>
            </a:r>
          </a:p>
          <a:p>
            <a:pPr marL="628650" lvl="1" indent="-171450">
              <a:buFont typeface="Arial" panose="020B0604020202020204" pitchFamily="34" charset="0"/>
              <a:buChar char="•"/>
            </a:pPr>
            <a:r>
              <a:rPr lang="en-US" i="0" dirty="0"/>
              <a:t>Visualizing vertical distribution variance over the course of a day</a:t>
            </a:r>
          </a:p>
          <a:p>
            <a:pPr marL="1085850" lvl="2" indent="-171450">
              <a:buFont typeface="Arial" panose="020B0604020202020204" pitchFamily="34" charset="0"/>
              <a:buChar char="•"/>
            </a:pPr>
            <a:r>
              <a:rPr lang="en-US" i="0" dirty="0"/>
              <a:t>Relative predicted abundances at each combination of depth and time of day</a:t>
            </a:r>
          </a:p>
          <a:p>
            <a:pPr marL="628650" lvl="1" indent="-171450">
              <a:buFont typeface="Arial" panose="020B0604020202020204" pitchFamily="34" charset="0"/>
              <a:buChar char="•"/>
            </a:pPr>
            <a:r>
              <a:rPr lang="en-US" i="0" dirty="0"/>
              <a:t>Showing how total predicted abundance of each taxon in the sampled depth strata varied over the course of a day</a:t>
            </a:r>
          </a:p>
          <a:p>
            <a:pPr marL="1085850" lvl="2" indent="-171450">
              <a:buFont typeface="Arial" panose="020B0604020202020204" pitchFamily="34" charset="0"/>
              <a:buChar char="•"/>
            </a:pPr>
            <a:r>
              <a:rPr lang="en-US" i="0" dirty="0"/>
              <a:t>Total predicted abundance of each taxon across the sampled portion of the water column against time of day</a:t>
            </a:r>
          </a:p>
          <a:p>
            <a:pPr marL="628650" lvl="1" indent="-171450">
              <a:buFont typeface="Arial" panose="020B0604020202020204" pitchFamily="34" charset="0"/>
              <a:buChar char="•"/>
            </a:pPr>
            <a:r>
              <a:rPr lang="en-US" i="0" dirty="0"/>
              <a:t>Showing when during the day total predicted abundance of a taxon increased or decreased with depth</a:t>
            </a:r>
          </a:p>
          <a:p>
            <a:pPr marL="1085850" lvl="2" indent="-171450">
              <a:buFont typeface="Arial" panose="020B0604020202020204" pitchFamily="34" charset="0"/>
              <a:buChar char="•"/>
            </a:pPr>
            <a:r>
              <a:rPr lang="en-US" i="0" dirty="0"/>
              <a:t>Depth gradient in log predicted abundance for each taxon against time of day</a:t>
            </a:r>
          </a:p>
          <a:p>
            <a:pPr marL="171450" lvl="0" indent="-171450">
              <a:buFont typeface="Arial" panose="020B0604020202020204" pitchFamily="34" charset="0"/>
              <a:buChar char="•"/>
            </a:pPr>
            <a:r>
              <a:rPr lang="en-US" i="0" dirty="0"/>
              <a:t>Going to zoom in to look at the relationships of specific taxa of interest</a:t>
            </a:r>
          </a:p>
        </p:txBody>
      </p:sp>
      <p:sp>
        <p:nvSpPr>
          <p:cNvPr id="4" name="Slide Number Placeholder 3"/>
          <p:cNvSpPr>
            <a:spLocks noGrp="1"/>
          </p:cNvSpPr>
          <p:nvPr>
            <p:ph type="sldNum" sz="quarter" idx="5"/>
          </p:nvPr>
        </p:nvSpPr>
        <p:spPr/>
        <p:txBody>
          <a:bodyPr/>
          <a:lstStyle/>
          <a:p>
            <a:fld id="{3AC1AA38-86D1-4674-9C68-DF52A9C1CC65}" type="slidenum">
              <a:rPr lang="en-US" smtClean="0"/>
              <a:t>20</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34EC-2418-727E-6DE8-408C92AF58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F82F9-7A1F-BE46-2FDE-66DE2DF344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BA2727F-A086-6996-822F-D72CDE9520A6}"/>
              </a:ext>
            </a:extLst>
          </p:cNvPr>
          <p:cNvSpPr>
            <a:spLocks noGrp="1"/>
          </p:cNvSpPr>
          <p:nvPr>
            <p:ph type="body" idx="1"/>
          </p:nvPr>
        </p:nvSpPr>
        <p:spPr/>
        <p:txBody>
          <a:bodyPr/>
          <a:lstStyle/>
          <a:p>
            <a:pPr marL="171450" indent="-171450">
              <a:buFont typeface="Arial" panose="020B0604020202020204" pitchFamily="34" charset="0"/>
              <a:buChar char="•"/>
            </a:pPr>
            <a:r>
              <a:rPr lang="en-US" i="0" dirty="0"/>
              <a:t>First taxon we want to highlight is the family Agonidae</a:t>
            </a:r>
          </a:p>
          <a:p>
            <a:pPr marL="171450" indent="-171450">
              <a:buFont typeface="Arial" panose="020B0604020202020204" pitchFamily="34" charset="0"/>
              <a:buChar char="•"/>
            </a:pPr>
            <a:r>
              <a:rPr lang="en-US" i="0" dirty="0"/>
              <a:t>The greatest predicted abundance for this family was at the greatest sampled depths during the day</a:t>
            </a:r>
          </a:p>
          <a:p>
            <a:pPr marL="628650" lvl="1" indent="-171450">
              <a:buFont typeface="Arial" panose="020B0604020202020204" pitchFamily="34" charset="0"/>
              <a:buChar char="•"/>
            </a:pPr>
            <a:r>
              <a:rPr lang="en-US" i="0" dirty="0"/>
              <a:t>This aligns with the typical idea of DVM where organisms are seen at depth during the day </a:t>
            </a:r>
          </a:p>
          <a:p>
            <a:pPr marL="628650" lvl="1" indent="-171450">
              <a:buFont typeface="Arial" panose="020B0604020202020204" pitchFamily="34" charset="0"/>
              <a:buChar char="•"/>
            </a:pPr>
            <a:r>
              <a:rPr lang="en-US" i="0" dirty="0"/>
              <a:t>However, it did not exhibit increased predicted abundance at the surface during the night</a:t>
            </a:r>
          </a:p>
          <a:p>
            <a:pPr marL="171450" lvl="0" indent="-171450">
              <a:buFont typeface="Arial" panose="020B0604020202020204" pitchFamily="34" charset="0"/>
              <a:buChar char="•"/>
            </a:pPr>
            <a:r>
              <a:rPr lang="en-US" i="0" dirty="0"/>
              <a:t>Overall, the total abundance of </a:t>
            </a:r>
            <a:r>
              <a:rPr lang="en-US" i="0" dirty="0" err="1"/>
              <a:t>Agonids</a:t>
            </a:r>
            <a:r>
              <a:rPr lang="en-US" i="0" dirty="0"/>
              <a:t> in the top 100 meters of the water column increased over the course of the day.</a:t>
            </a:r>
          </a:p>
          <a:p>
            <a:pPr marL="171450" lvl="0" indent="-171450">
              <a:buFont typeface="Arial" panose="020B0604020202020204" pitchFamily="34" charset="0"/>
              <a:buChar char="•"/>
            </a:pPr>
            <a:r>
              <a:rPr lang="en-US" i="0" dirty="0"/>
              <a:t>We can also see that during the night total predicted abundance decreased somewhat with depth</a:t>
            </a:r>
          </a:p>
          <a:p>
            <a:pPr marL="628650" lvl="1" indent="-171450">
              <a:buFont typeface="Arial" panose="020B0604020202020204" pitchFamily="34" charset="0"/>
              <a:buChar char="•"/>
            </a:pPr>
            <a:r>
              <a:rPr lang="en-US" i="0" dirty="0"/>
              <a:t>During the day this relationship flipped with total predicted abundance increasing with depth</a:t>
            </a:r>
          </a:p>
          <a:p>
            <a:pPr marL="628650" lvl="1" indent="-171450">
              <a:buFont typeface="Arial" panose="020B0604020202020204" pitchFamily="34" charset="0"/>
              <a:buChar char="•"/>
            </a:pPr>
            <a:r>
              <a:rPr lang="en-US" i="0" dirty="0"/>
              <a:t>These trends may not be significant (standard error/deviation encompasses 0 throughout the entire day)</a:t>
            </a:r>
          </a:p>
        </p:txBody>
      </p:sp>
      <p:sp>
        <p:nvSpPr>
          <p:cNvPr id="4" name="Slide Number Placeholder 3">
            <a:extLst>
              <a:ext uri="{FF2B5EF4-FFF2-40B4-BE49-F238E27FC236}">
                <a16:creationId xmlns:a16="http://schemas.microsoft.com/office/drawing/2014/main" id="{B253A60F-EF02-27B8-5753-304482F37775}"/>
              </a:ext>
            </a:extLst>
          </p:cNvPr>
          <p:cNvSpPr>
            <a:spLocks noGrp="1"/>
          </p:cNvSpPr>
          <p:nvPr>
            <p:ph type="sldNum" sz="quarter" idx="5"/>
          </p:nvPr>
        </p:nvSpPr>
        <p:spPr/>
        <p:txBody>
          <a:bodyPr/>
          <a:lstStyle/>
          <a:p>
            <a:fld id="{3AC1AA38-86D1-4674-9C68-DF52A9C1CC65}" type="slidenum">
              <a:rPr lang="en-US" smtClean="0"/>
              <a:t>21</a:t>
            </a:fld>
            <a:endParaRPr lang="en-US"/>
          </a:p>
        </p:txBody>
      </p:sp>
    </p:spTree>
    <p:extLst>
      <p:ext uri="{BB962C8B-B14F-4D97-AF65-F5344CB8AC3E}">
        <p14:creationId xmlns:p14="http://schemas.microsoft.com/office/powerpoint/2010/main" val="35906379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97097-570C-5FF4-E683-9121F6F99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28F9B2-4FA6-8547-3165-1283429C4C2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45C7D1C-5DD0-8CB9-4F2D-4B17A94556E0}"/>
              </a:ext>
            </a:extLst>
          </p:cNvPr>
          <p:cNvSpPr>
            <a:spLocks noGrp="1"/>
          </p:cNvSpPr>
          <p:nvPr>
            <p:ph type="body" idx="1"/>
          </p:nvPr>
        </p:nvSpPr>
        <p:spPr/>
        <p:txBody>
          <a:bodyPr/>
          <a:lstStyle/>
          <a:p>
            <a:pPr marL="171450" indent="-171450">
              <a:buFont typeface="Arial" panose="020B0604020202020204" pitchFamily="34" charset="0"/>
              <a:buChar char="•"/>
            </a:pPr>
            <a:r>
              <a:rPr lang="en-US" i="0" dirty="0"/>
              <a:t>This next taxon, </a:t>
            </a:r>
            <a:r>
              <a:rPr lang="en-US" i="1" dirty="0"/>
              <a:t>L. </a:t>
            </a:r>
            <a:r>
              <a:rPr lang="en-US" i="1" dirty="0" err="1"/>
              <a:t>ringens</a:t>
            </a:r>
            <a:r>
              <a:rPr lang="en-US" i="0" dirty="0"/>
              <a:t>, exhibited the opposite side of expected DVM behavior</a:t>
            </a:r>
          </a:p>
          <a:p>
            <a:pPr marL="628650" lvl="1" indent="-171450">
              <a:buFont typeface="Arial" panose="020B0604020202020204" pitchFamily="34" charset="0"/>
              <a:buChar char="•"/>
            </a:pPr>
            <a:r>
              <a:rPr lang="en-US" i="0" dirty="0"/>
              <a:t>That is, its greatest predicted abundance was at shallow depths during the night</a:t>
            </a:r>
          </a:p>
          <a:p>
            <a:pPr marL="628650" lvl="1" indent="-171450">
              <a:buFont typeface="Arial" panose="020B0604020202020204" pitchFamily="34" charset="0"/>
              <a:buChar char="•"/>
            </a:pPr>
            <a:r>
              <a:rPr lang="en-US" i="0" dirty="0"/>
              <a:t>This aligns with the idea of DVM where organisms migrate toward the surface during the night</a:t>
            </a:r>
          </a:p>
          <a:p>
            <a:pPr marL="628650" lvl="1" indent="-171450">
              <a:buFont typeface="Arial" panose="020B0604020202020204" pitchFamily="34" charset="0"/>
              <a:buChar char="•"/>
            </a:pPr>
            <a:r>
              <a:rPr lang="en-US" i="0" dirty="0"/>
              <a:t>However, </a:t>
            </a:r>
            <a:r>
              <a:rPr lang="en-US" i="1" dirty="0"/>
              <a:t>L. </a:t>
            </a:r>
            <a:r>
              <a:rPr lang="en-US" i="1" dirty="0" err="1"/>
              <a:t>ringens</a:t>
            </a:r>
            <a:r>
              <a:rPr lang="en-US" i="0" dirty="0"/>
              <a:t> did not exhibit great predicted abundance at deep depths during the day, as would be expected in DVM</a:t>
            </a:r>
          </a:p>
          <a:p>
            <a:pPr marL="171450" lvl="0" indent="-171450">
              <a:buFont typeface="Arial" panose="020B0604020202020204" pitchFamily="34" charset="0"/>
              <a:buChar char="•"/>
            </a:pPr>
            <a:r>
              <a:rPr lang="en-US" i="0" dirty="0"/>
              <a:t>Overall, the total predicted abundance of </a:t>
            </a:r>
            <a:r>
              <a:rPr lang="en-US" i="1" dirty="0"/>
              <a:t>L. </a:t>
            </a:r>
            <a:r>
              <a:rPr lang="en-US" i="1" dirty="0" err="1"/>
              <a:t>ringens</a:t>
            </a:r>
            <a:r>
              <a:rPr lang="en-US" i="0" dirty="0"/>
              <a:t> in the top 100 m decreased over the course of the day</a:t>
            </a:r>
          </a:p>
          <a:p>
            <a:pPr marL="171450" lvl="0" indent="-171450">
              <a:buFont typeface="Arial" panose="020B0604020202020204" pitchFamily="34" charset="0"/>
              <a:buChar char="•"/>
            </a:pPr>
            <a:r>
              <a:rPr lang="en-US" i="0" dirty="0"/>
              <a:t>We can also see that over the course of a day total predicted abundance of </a:t>
            </a:r>
            <a:r>
              <a:rPr lang="en-US" i="1" dirty="0"/>
              <a:t>L. </a:t>
            </a:r>
            <a:r>
              <a:rPr lang="en-US" i="1" dirty="0" err="1"/>
              <a:t>ringens</a:t>
            </a:r>
            <a:r>
              <a:rPr lang="en-US" i="0" dirty="0"/>
              <a:t> increased with decreasing depth and this relationship became less apparent in the daytime</a:t>
            </a:r>
          </a:p>
          <a:p>
            <a:pPr marL="628650" lvl="1" indent="-171450">
              <a:buFont typeface="Arial" panose="020B0604020202020204" pitchFamily="34" charset="0"/>
              <a:buChar char="•"/>
            </a:pPr>
            <a:r>
              <a:rPr lang="en-US" i="0" dirty="0"/>
              <a:t>This trend may not be significant (standard error/deviation encompasses 0 throughout the entire day)</a:t>
            </a:r>
          </a:p>
          <a:p>
            <a:pPr marL="171450" lvl="0" indent="-171450">
              <a:buFont typeface="Arial" panose="020B0604020202020204" pitchFamily="34" charset="0"/>
              <a:buChar char="•"/>
            </a:pPr>
            <a:endParaRPr lang="en-US" i="0" dirty="0"/>
          </a:p>
          <a:p>
            <a:pPr marL="171450" lvl="0" indent="-171450">
              <a:buFont typeface="Arial" panose="020B0604020202020204" pitchFamily="34" charset="0"/>
              <a:buChar char="•"/>
            </a:pPr>
            <a:endParaRPr lang="en-US" i="0" dirty="0"/>
          </a:p>
        </p:txBody>
      </p:sp>
      <p:sp>
        <p:nvSpPr>
          <p:cNvPr id="4" name="Slide Number Placeholder 3">
            <a:extLst>
              <a:ext uri="{FF2B5EF4-FFF2-40B4-BE49-F238E27FC236}">
                <a16:creationId xmlns:a16="http://schemas.microsoft.com/office/drawing/2014/main" id="{809894B0-3726-2503-2700-D68D4ED99CC1}"/>
              </a:ext>
            </a:extLst>
          </p:cNvPr>
          <p:cNvSpPr>
            <a:spLocks noGrp="1"/>
          </p:cNvSpPr>
          <p:nvPr>
            <p:ph type="sldNum" sz="quarter" idx="5"/>
          </p:nvPr>
        </p:nvSpPr>
        <p:spPr/>
        <p:txBody>
          <a:bodyPr/>
          <a:lstStyle/>
          <a:p>
            <a:fld id="{3AC1AA38-86D1-4674-9C68-DF52A9C1CC65}" type="slidenum">
              <a:rPr lang="en-US" smtClean="0"/>
              <a:t>22</a:t>
            </a:fld>
            <a:endParaRPr lang="en-US"/>
          </a:p>
        </p:txBody>
      </p:sp>
    </p:spTree>
    <p:extLst>
      <p:ext uri="{BB962C8B-B14F-4D97-AF65-F5344CB8AC3E}">
        <p14:creationId xmlns:p14="http://schemas.microsoft.com/office/powerpoint/2010/main" val="21981400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6CC3E-AAAB-0FB4-D5EE-628445CD9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A21252-735B-4872-AF33-C6FC549B8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3DE3CBC-A9FC-3260-D247-A5E5F1F941D7}"/>
              </a:ext>
            </a:extLst>
          </p:cNvPr>
          <p:cNvSpPr>
            <a:spLocks noGrp="1"/>
          </p:cNvSpPr>
          <p:nvPr>
            <p:ph type="body" idx="1"/>
          </p:nvPr>
        </p:nvSpPr>
        <p:spPr/>
        <p:txBody>
          <a:bodyPr/>
          <a:lstStyle/>
          <a:p>
            <a:pPr marL="171450" indent="-171450">
              <a:buFont typeface="Arial" panose="020B0604020202020204" pitchFamily="34" charset="0"/>
              <a:buChar char="•"/>
            </a:pPr>
            <a:r>
              <a:rPr lang="en-US" i="0" dirty="0"/>
              <a:t>The final taxon we want to focus in on is </a:t>
            </a:r>
            <a:r>
              <a:rPr lang="en-US" i="1" dirty="0"/>
              <a:t>S. leucopsarus</a:t>
            </a:r>
            <a:endParaRPr lang="en-US" i="0" dirty="0"/>
          </a:p>
          <a:p>
            <a:pPr marL="171450" indent="-171450">
              <a:buFont typeface="Arial" panose="020B0604020202020204" pitchFamily="34" charset="0"/>
              <a:buChar char="•"/>
            </a:pPr>
            <a:r>
              <a:rPr lang="en-US" i="0" dirty="0"/>
              <a:t>The greatest predicted abundance for this taxon is at deep depths during the night AND at the surface during the day</a:t>
            </a:r>
          </a:p>
          <a:p>
            <a:pPr marL="628650" lvl="1" indent="-171450">
              <a:buFont typeface="Arial" panose="020B0604020202020204" pitchFamily="34" charset="0"/>
              <a:buChar char="•"/>
            </a:pPr>
            <a:r>
              <a:rPr lang="en-US" i="0" dirty="0"/>
              <a:t>This is the direct opposite of what is typically expected in DVM, a relationship coined as DVM type-II by Auth et al. (2007)</a:t>
            </a:r>
          </a:p>
          <a:p>
            <a:pPr marL="171450" lvl="0" indent="-171450">
              <a:buFont typeface="Arial" panose="020B0604020202020204" pitchFamily="34" charset="0"/>
              <a:buChar char="•"/>
            </a:pPr>
            <a:r>
              <a:rPr lang="en-US" i="0" dirty="0"/>
              <a:t>Overall, the total predicted abundance of </a:t>
            </a:r>
            <a:r>
              <a:rPr lang="en-US" i="1" dirty="0"/>
              <a:t>S. leucopsarus</a:t>
            </a:r>
            <a:r>
              <a:rPr lang="en-US" i="0" dirty="0"/>
              <a:t> across the top 100 m decreased over the course of the day</a:t>
            </a:r>
          </a:p>
          <a:p>
            <a:pPr marL="171450" lvl="0" indent="-171450">
              <a:buFont typeface="Arial" panose="020B0604020202020204" pitchFamily="34" charset="0"/>
              <a:buChar char="•"/>
            </a:pPr>
            <a:r>
              <a:rPr lang="en-US" i="0" dirty="0"/>
              <a:t>We can also see that during the night, total predicted abundance increased slightly with increasing depth</a:t>
            </a:r>
          </a:p>
          <a:p>
            <a:pPr marL="628650" lvl="1" indent="-171450">
              <a:buFont typeface="Arial" panose="020B0604020202020204" pitchFamily="34" charset="0"/>
              <a:buChar char="•"/>
            </a:pPr>
            <a:r>
              <a:rPr lang="en-US" i="0" dirty="0"/>
              <a:t>This reversed, however, over the day when total predicted abundance was seen decreasing with increases in depth</a:t>
            </a:r>
          </a:p>
        </p:txBody>
      </p:sp>
      <p:sp>
        <p:nvSpPr>
          <p:cNvPr id="4" name="Slide Number Placeholder 3">
            <a:extLst>
              <a:ext uri="{FF2B5EF4-FFF2-40B4-BE49-F238E27FC236}">
                <a16:creationId xmlns:a16="http://schemas.microsoft.com/office/drawing/2014/main" id="{05A772A0-5B46-471C-960B-FE3913C9870A}"/>
              </a:ext>
            </a:extLst>
          </p:cNvPr>
          <p:cNvSpPr>
            <a:spLocks noGrp="1"/>
          </p:cNvSpPr>
          <p:nvPr>
            <p:ph type="sldNum" sz="quarter" idx="5"/>
          </p:nvPr>
        </p:nvSpPr>
        <p:spPr/>
        <p:txBody>
          <a:bodyPr/>
          <a:lstStyle/>
          <a:p>
            <a:fld id="{3AC1AA38-86D1-4674-9C68-DF52A9C1CC65}" type="slidenum">
              <a:rPr lang="en-US" smtClean="0"/>
              <a:t>23</a:t>
            </a:fld>
            <a:endParaRPr lang="en-US"/>
          </a:p>
        </p:txBody>
      </p:sp>
    </p:spTree>
    <p:extLst>
      <p:ext uri="{BB962C8B-B14F-4D97-AF65-F5344CB8AC3E}">
        <p14:creationId xmlns:p14="http://schemas.microsoft.com/office/powerpoint/2010/main" val="13998275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 LFC of the NCC clusters into ecologically distinct assemblages during the winter</a:t>
            </a:r>
          </a:p>
          <a:p>
            <a:pPr marL="628650" lvl="1" indent="-171450">
              <a:buFont typeface="Arial" panose="020B0604020202020204" pitchFamily="34" charset="0"/>
              <a:buChar char="•"/>
            </a:pPr>
            <a:r>
              <a:rPr lang="en-US" dirty="0"/>
              <a:t>Horizontal and vertical distributions of assemblages align wit the adult habitat affinities of the taxa therein</a:t>
            </a:r>
          </a:p>
          <a:p>
            <a:pPr marL="1085850" lvl="2" indent="-171450">
              <a:buFont typeface="Arial" panose="020B0604020202020204" pitchFamily="34" charset="0"/>
              <a:buChar char="•"/>
            </a:pPr>
            <a:r>
              <a:rPr lang="en-US" dirty="0"/>
              <a:t>Such a relationship has been previously seen in the spring by Doyle et al. (2002)</a:t>
            </a:r>
          </a:p>
          <a:p>
            <a:pPr marL="1085850" lvl="2" indent="-171450">
              <a:buFont typeface="Arial" panose="020B0604020202020204" pitchFamily="34" charset="0"/>
              <a:buChar char="•"/>
            </a:pPr>
            <a:r>
              <a:rPr lang="en-US" dirty="0"/>
              <a:t>Proposed explanations include…</a:t>
            </a:r>
          </a:p>
          <a:p>
            <a:pPr marL="1543050" lvl="3" indent="-171450">
              <a:buFont typeface="Arial" panose="020B0604020202020204" pitchFamily="34" charset="0"/>
              <a:buChar char="•"/>
            </a:pPr>
            <a:r>
              <a:rPr lang="en-US" dirty="0"/>
              <a:t>That this favors retention of larvae in the same habitats as adults to support recruitment; and</a:t>
            </a:r>
          </a:p>
          <a:p>
            <a:pPr marL="1543050" lvl="3" indent="-171450">
              <a:buFont typeface="Arial" panose="020B0604020202020204" pitchFamily="34" charset="0"/>
              <a:buChar char="•"/>
            </a:pPr>
            <a:r>
              <a:rPr lang="en-US" dirty="0"/>
              <a:t>That environmental conditions preferred by adults are also preferred by larval conspecifics, potentially contributing to larval survival</a:t>
            </a:r>
          </a:p>
          <a:p>
            <a:pPr marL="171450" lvl="0" indent="-171450">
              <a:buFont typeface="Arial" panose="020B0604020202020204" pitchFamily="34" charset="0"/>
              <a:buChar char="•"/>
            </a:pPr>
            <a:r>
              <a:rPr lang="en-US" dirty="0"/>
              <a:t>Winter ichthyoplankton assemblages are significantly influenced by spatiotemporal and environmental factors</a:t>
            </a:r>
          </a:p>
          <a:p>
            <a:pPr marL="628650" lvl="1" indent="-171450">
              <a:buFont typeface="Arial" panose="020B0604020202020204" pitchFamily="34" charset="0"/>
              <a:buChar char="•"/>
            </a:pPr>
            <a:r>
              <a:rPr lang="en-US" dirty="0"/>
              <a:t>One such factor was depth which had positive effects on our more offshore assemblages and a negative effect on the </a:t>
            </a:r>
            <a:r>
              <a:rPr lang="en-US" i="1" dirty="0"/>
              <a:t>P. vetulus</a:t>
            </a:r>
            <a:r>
              <a:rPr lang="en-US" i="0" dirty="0"/>
              <a:t>, coastal, and Osmerid assemblages</a:t>
            </a:r>
          </a:p>
          <a:p>
            <a:pPr marL="1143000" lvl="2" indent="-228600">
              <a:buFont typeface="Arial" panose="020B0604020202020204" pitchFamily="34" charset="0"/>
              <a:buChar char="•"/>
            </a:pPr>
            <a:r>
              <a:rPr lang="en-US" i="0" dirty="0"/>
              <a:t>It is well established that seafloor depth impacts larval fish assemblages in boundary currents and is significant in shaping horizontal structure (Thompson et al., 2014; </a:t>
            </a:r>
            <a:r>
              <a:rPr lang="en-US" sz="2000" dirty="0"/>
              <a:t>Rodriguez et al., 2015</a:t>
            </a:r>
            <a:r>
              <a:rPr lang="en-US" i="0" dirty="0"/>
              <a:t>)</a:t>
            </a:r>
          </a:p>
          <a:p>
            <a:pPr marL="685800" lvl="1" indent="-228600">
              <a:buFont typeface="Arial" panose="020B0604020202020204" pitchFamily="34" charset="0"/>
              <a:buChar char="•"/>
            </a:pPr>
            <a:r>
              <a:rPr lang="en-US" i="1" dirty="0"/>
              <a:t>Sebastes </a:t>
            </a:r>
            <a:r>
              <a:rPr lang="en-US" i="0" dirty="0"/>
              <a:t>spp. associated heavily with the shelf-slope break, as did the mesopelagic assemblage.</a:t>
            </a:r>
          </a:p>
          <a:p>
            <a:pPr marL="1143000" lvl="2" indent="-228600">
              <a:buFont typeface="Arial" panose="020B0604020202020204" pitchFamily="34" charset="0"/>
              <a:buChar char="•"/>
            </a:pPr>
            <a:r>
              <a:rPr lang="en-US" i="0" dirty="0"/>
              <a:t>Notably, the mesopelagic assemblage occurred at the most nearshore station along the Trinidad Head transect where the shelf is particularly narrow.</a:t>
            </a:r>
          </a:p>
          <a:p>
            <a:pPr marL="1143000" lvl="2" indent="-228600">
              <a:buFont typeface="Arial" panose="020B0604020202020204" pitchFamily="34" charset="0"/>
              <a:buChar char="•"/>
            </a:pPr>
            <a:r>
              <a:rPr lang="en-US" i="0" dirty="0"/>
              <a:t>Association with the shelf-slope break and along the onshore-offshore axis has been previously observed in ichthyoplankton, including specifically the mesopelagic species </a:t>
            </a:r>
            <a:r>
              <a:rPr lang="en-US" i="1" dirty="0"/>
              <a:t>S. leucopsarus</a:t>
            </a:r>
            <a:r>
              <a:rPr lang="en-US" i="0" dirty="0"/>
              <a:t> (Doyle et al., 2002; Auth, 2011)</a:t>
            </a:r>
          </a:p>
          <a:p>
            <a:pPr marL="685800" lvl="1" indent="-228600">
              <a:buFont typeface="Arial" panose="020B0604020202020204" pitchFamily="34" charset="0"/>
              <a:buChar char="•"/>
            </a:pPr>
            <a:r>
              <a:rPr lang="en-US" i="0" dirty="0"/>
              <a:t>We observed positive effects of DO and temperature on the mesopelagic assemblage, and positive effects of chl-</a:t>
            </a:r>
            <a:r>
              <a:rPr lang="en-US" i="1" dirty="0"/>
              <a:t>a</a:t>
            </a:r>
            <a:r>
              <a:rPr lang="en-US" i="0" dirty="0"/>
              <a:t> on the </a:t>
            </a:r>
            <a:r>
              <a:rPr lang="en-US" i="1" dirty="0"/>
              <a:t>P. vetulus</a:t>
            </a:r>
            <a:r>
              <a:rPr lang="en-US" i="0" dirty="0"/>
              <a:t> and Osmerid assemblages</a:t>
            </a:r>
          </a:p>
          <a:p>
            <a:pPr marL="1143000" lvl="2" indent="-228600">
              <a:buFont typeface="Arial" panose="020B0604020202020204" pitchFamily="34" charset="0"/>
              <a:buChar char="•"/>
            </a:pPr>
            <a:r>
              <a:rPr lang="en-US" i="0" dirty="0"/>
              <a:t>The effects of temperature and DO on overall LFC composition and abundance are well documented. Some propose this is due, in part, to the control temperature exerts on egg maturation (Thompson et al., 2014; Auth, 2011, Chen et al., 2025)</a:t>
            </a:r>
          </a:p>
          <a:p>
            <a:pPr marL="685800" lvl="1" indent="-22860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24</a:t>
            </a:fld>
            <a:endParaRPr lang="en-US"/>
          </a:p>
        </p:txBody>
      </p:sp>
    </p:spTree>
    <p:extLst>
      <p:ext uri="{BB962C8B-B14F-4D97-AF65-F5344CB8AC3E}">
        <p14:creationId xmlns:p14="http://schemas.microsoft.com/office/powerpoint/2010/main" val="3009385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We found that no taxa in this study exhibited traditional or type-I DVM</a:t>
            </a:r>
          </a:p>
          <a:p>
            <a:pPr marL="171450" indent="-171450">
              <a:buFont typeface="Arial" panose="020B0604020202020204" pitchFamily="34" charset="0"/>
              <a:buChar char="•"/>
            </a:pPr>
            <a:r>
              <a:rPr lang="en-US" dirty="0"/>
              <a:t>Some taxa (</a:t>
            </a:r>
            <a:r>
              <a:rPr lang="en-US" i="1" dirty="0"/>
              <a:t>Sebastes</a:t>
            </a:r>
            <a:r>
              <a:rPr lang="en-US" i="0" dirty="0"/>
              <a:t> spp., Cottidae, and Ammodytidae) remained at or near the surface at all times </a:t>
            </a:r>
            <a:r>
              <a:rPr lang="en-US" i="0"/>
              <a:t>of day</a:t>
            </a:r>
          </a:p>
          <a:p>
            <a:pPr marL="628650" lvl="1" indent="-171450">
              <a:buFont typeface="Arial" panose="020B0604020202020204" pitchFamily="34" charset="0"/>
              <a:buChar char="•"/>
            </a:pPr>
            <a:endParaRPr lang="en-US" i="0" dirty="0"/>
          </a:p>
          <a:p>
            <a:pPr marL="171450" indent="-171450">
              <a:buFont typeface="Arial" panose="020B0604020202020204" pitchFamily="34" charset="0"/>
              <a:buChar char="•"/>
            </a:pPr>
            <a:r>
              <a:rPr lang="en-US" i="1" dirty="0"/>
              <a:t>B. </a:t>
            </a:r>
            <a:r>
              <a:rPr lang="en-US" i="1" dirty="0" err="1"/>
              <a:t>ochotensis</a:t>
            </a:r>
            <a:r>
              <a:rPr lang="en-US" i="1" dirty="0"/>
              <a:t> </a:t>
            </a:r>
            <a:r>
              <a:rPr lang="en-US" i="0" dirty="0"/>
              <a:t>was found across depths at night but not during the day</a:t>
            </a:r>
          </a:p>
          <a:p>
            <a:pPr marL="171450" indent="-171450">
              <a:buFont typeface="Arial" panose="020B0604020202020204" pitchFamily="34" charset="0"/>
              <a:buChar char="•"/>
            </a:pPr>
            <a:r>
              <a:rPr lang="en-US" i="1" dirty="0"/>
              <a:t>S. leucopsarus</a:t>
            </a:r>
            <a:r>
              <a:rPr lang="en-US" i="0" dirty="0"/>
              <a:t> exhibited the opposite of typical DVM</a:t>
            </a:r>
            <a:endParaRPr lang="en-US" i="1" dirty="0"/>
          </a:p>
        </p:txBody>
      </p:sp>
      <p:sp>
        <p:nvSpPr>
          <p:cNvPr id="4" name="Slide Number Placeholder 3"/>
          <p:cNvSpPr>
            <a:spLocks noGrp="1"/>
          </p:cNvSpPr>
          <p:nvPr>
            <p:ph type="sldNum" sz="quarter" idx="5"/>
          </p:nvPr>
        </p:nvSpPr>
        <p:spPr/>
        <p:txBody>
          <a:bodyPr/>
          <a:lstStyle/>
          <a:p>
            <a:fld id="{3AC1AA38-86D1-4674-9C68-DF52A9C1CC65}" type="slidenum">
              <a:rPr lang="en-US" smtClean="0"/>
              <a:t>25</a:t>
            </a:fld>
            <a:endParaRPr lang="en-US"/>
          </a:p>
        </p:txBody>
      </p:sp>
    </p:spTree>
    <p:extLst>
      <p:ext uri="{BB962C8B-B14F-4D97-AF65-F5344CB8AC3E}">
        <p14:creationId xmlns:p14="http://schemas.microsoft.com/office/powerpoint/2010/main" val="23658781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Before I complete my talk, I want to offer my thanks to a few people</a:t>
            </a:r>
          </a:p>
          <a:p>
            <a:pPr marL="171450" indent="-171450">
              <a:buFont typeface="Arial" panose="020B0604020202020204" pitchFamily="34" charset="0"/>
              <a:buChar char="•"/>
            </a:pPr>
            <a:r>
              <a:rPr lang="en-US" dirty="0"/>
              <a:t>Firstly, my co-first author on this project, Luke Bobay for his extensive contributions and invaluable guidance;</a:t>
            </a:r>
          </a:p>
          <a:p>
            <a:pPr marL="171450" indent="-171450">
              <a:buFont typeface="Arial" panose="020B0604020202020204" pitchFamily="34" charset="0"/>
              <a:buChar char="•"/>
            </a:pPr>
            <a:r>
              <a:rPr lang="en-US" dirty="0"/>
              <a:t>Nicholas Howard for meticulously checking the samples to ensure the accuracy of our data;</a:t>
            </a:r>
          </a:p>
          <a:p>
            <a:pPr marL="171450" indent="-171450">
              <a:buFont typeface="Arial" panose="020B0604020202020204" pitchFamily="34" charset="0"/>
              <a:buChar char="•"/>
            </a:pPr>
            <a:r>
              <a:rPr lang="en-US" dirty="0"/>
              <a:t>Dr. Su Sponaugle for her trust in me and frequent guidance and feedback;</a:t>
            </a:r>
          </a:p>
          <a:p>
            <a:pPr marL="171450" indent="-171450">
              <a:buFont typeface="Arial" panose="020B0604020202020204" pitchFamily="34" charset="0"/>
              <a:buChar char="•"/>
            </a:pPr>
            <a:r>
              <a:rPr lang="en-US" dirty="0"/>
              <a:t>Our sampling partners?</a:t>
            </a:r>
          </a:p>
        </p:txBody>
      </p:sp>
      <p:sp>
        <p:nvSpPr>
          <p:cNvPr id="4" name="Slide Number Placeholder 3"/>
          <p:cNvSpPr>
            <a:spLocks noGrp="1"/>
          </p:cNvSpPr>
          <p:nvPr>
            <p:ph type="sldNum" sz="quarter" idx="5"/>
          </p:nvPr>
        </p:nvSpPr>
        <p:spPr/>
        <p:txBody>
          <a:bodyPr/>
          <a:lstStyle/>
          <a:p>
            <a:fld id="{3AC1AA38-86D1-4674-9C68-DF52A9C1CC65}" type="slidenum">
              <a:rPr lang="en-US" smtClean="0"/>
              <a:t>27</a:t>
            </a:fld>
            <a:endParaRPr lang="en-US"/>
          </a:p>
        </p:txBody>
      </p:sp>
    </p:spTree>
    <p:extLst>
      <p:ext uri="{BB962C8B-B14F-4D97-AF65-F5344CB8AC3E}">
        <p14:creationId xmlns:p14="http://schemas.microsoft.com/office/powerpoint/2010/main" val="837277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2210519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409574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48367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398322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CC774E-A65B-4DD3-BE4B-56D545A0DA29}"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4307815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CC774E-A65B-4DD3-BE4B-56D545A0DA29}"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956656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CC774E-A65B-4DD3-BE4B-56D545A0DA29}"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018801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608178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7490885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398074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322702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CC774E-A65B-4DD3-BE4B-56D545A0DA29}" type="datetimeFigureOut">
              <a:rPr lang="en-US" smtClean="0"/>
              <a:t>10/1/2026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B33805-9E83-4060-B5C0-E394AAE5CE46}" type="slidenum">
              <a:rPr lang="en-US" smtClean="0"/>
              <a:t>‹#›</a:t>
            </a:fld>
            <a:endParaRPr lang="en-US"/>
          </a:p>
        </p:txBody>
      </p:sp>
    </p:spTree>
    <p:extLst>
      <p:ext uri="{BB962C8B-B14F-4D97-AF65-F5344CB8AC3E}">
        <p14:creationId xmlns:p14="http://schemas.microsoft.com/office/powerpoint/2010/main" val="12464274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microsoft.com/office/2018/10/relationships/comments" Target="../comments/modernComment_100_E033BACA.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7A870D8C.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6_EBF76C5C.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microsoft.com/office/2018/10/relationships/comments" Target="../comments/modernComment_119_E92F45D4.xml"/><Relationship Id="rId2" Type="http://schemas.openxmlformats.org/officeDocument/2006/relationships/notesSlide" Target="../notesSlides/notesSlide16.xml"/><Relationship Id="rId1" Type="http://schemas.openxmlformats.org/officeDocument/2006/relationships/slideLayout" Target="../slideLayouts/slideLayout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5.xml"/><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5.xml"/><Relationship Id="rId5" Type="http://schemas.openxmlformats.org/officeDocument/2006/relationships/image" Target="../media/image11.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5.xml"/><Relationship Id="rId5" Type="http://schemas.openxmlformats.org/officeDocument/2006/relationships/image" Target="../media/image11.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4B15A-1BA8-FAE0-F178-B785304BAB9C}"/>
              </a:ext>
            </a:extLst>
          </p:cNvPr>
          <p:cNvSpPr>
            <a:spLocks noGrp="1"/>
          </p:cNvSpPr>
          <p:nvPr>
            <p:ph type="ctrTitle"/>
          </p:nvPr>
        </p:nvSpPr>
        <p:spPr>
          <a:xfrm>
            <a:off x="639679" y="1136984"/>
            <a:ext cx="10912642" cy="3058779"/>
          </a:xfrm>
        </p:spPr>
        <p:txBody>
          <a:bodyPr>
            <a:normAutofit/>
          </a:bodyPr>
          <a:lstStyle/>
          <a:p>
            <a:r>
              <a:rPr lang="en-US" sz="5200" dirty="0"/>
              <a:t>Environmental and spatiotemporal influences on winter ichthyoplankton assemblages of the northern California Current Ecosystem</a:t>
            </a:r>
          </a:p>
        </p:txBody>
      </p:sp>
      <p:sp>
        <p:nvSpPr>
          <p:cNvPr id="3" name="Subtitle 2">
            <a:extLst>
              <a:ext uri="{FF2B5EF4-FFF2-40B4-BE49-F238E27FC236}">
                <a16:creationId xmlns:a16="http://schemas.microsoft.com/office/drawing/2014/main" id="{762E0F39-94FA-771E-FB61-BEBEF98967E4}"/>
              </a:ext>
            </a:extLst>
          </p:cNvPr>
          <p:cNvSpPr>
            <a:spLocks noGrp="1"/>
          </p:cNvSpPr>
          <p:nvPr>
            <p:ph type="subTitle" idx="1"/>
          </p:nvPr>
        </p:nvSpPr>
        <p:spPr>
          <a:xfrm>
            <a:off x="1524000" y="4690895"/>
            <a:ext cx="9144000" cy="773216"/>
          </a:xfrm>
        </p:spPr>
        <p:txBody>
          <a:bodyPr/>
          <a:lstStyle/>
          <a:p>
            <a:r>
              <a:rPr lang="en-US" b="1" dirty="0"/>
              <a:t>William R. McCloskey</a:t>
            </a:r>
            <a:r>
              <a:rPr lang="en-US" dirty="0"/>
              <a:t>, Luke A. Bobay, Nicholas F. Howard, Robert K. Cowen and Su Sponaugle</a:t>
            </a:r>
          </a:p>
        </p:txBody>
      </p:sp>
    </p:spTree>
    <p:extLst>
      <p:ext uri="{BB962C8B-B14F-4D97-AF65-F5344CB8AC3E}">
        <p14:creationId xmlns:p14="http://schemas.microsoft.com/office/powerpoint/2010/main" val="3761486538"/>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E3F03-D8C1-AD38-095D-B69CB01CC9C5}"/>
              </a:ext>
            </a:extLst>
          </p:cNvPr>
          <p:cNvSpPr>
            <a:spLocks noGrp="1"/>
          </p:cNvSpPr>
          <p:nvPr>
            <p:ph type="title"/>
          </p:nvPr>
        </p:nvSpPr>
        <p:spPr/>
        <p:txBody>
          <a:bodyPr/>
          <a:lstStyle/>
          <a:p>
            <a:pPr algn="ctr"/>
            <a:r>
              <a:rPr lang="en-US" b="1" dirty="0"/>
              <a:t>Introduction and Background</a:t>
            </a:r>
          </a:p>
        </p:txBody>
      </p:sp>
    </p:spTree>
    <p:extLst>
      <p:ext uri="{BB962C8B-B14F-4D97-AF65-F5344CB8AC3E}">
        <p14:creationId xmlns:p14="http://schemas.microsoft.com/office/powerpoint/2010/main" val="537475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5C9AD-FC0D-3A86-E202-84D9D17D21BF}"/>
              </a:ext>
            </a:extLst>
          </p:cNvPr>
          <p:cNvSpPr>
            <a:spLocks noGrp="1"/>
          </p:cNvSpPr>
          <p:nvPr>
            <p:ph type="title"/>
          </p:nvPr>
        </p:nvSpPr>
        <p:spPr/>
        <p:txBody>
          <a:bodyPr>
            <a:normAutofit/>
          </a:bodyPr>
          <a:lstStyle/>
          <a:p>
            <a:r>
              <a:rPr lang="en-US" sz="3600" dirty="0"/>
              <a:t>Ichthyoplankton and the LFC</a:t>
            </a:r>
          </a:p>
        </p:txBody>
      </p:sp>
      <p:sp>
        <p:nvSpPr>
          <p:cNvPr id="3" name="Content Placeholder 2">
            <a:extLst>
              <a:ext uri="{FF2B5EF4-FFF2-40B4-BE49-F238E27FC236}">
                <a16:creationId xmlns:a16="http://schemas.microsoft.com/office/drawing/2014/main" id="{B794F408-F88D-DCBB-61B4-3BF6CF83AD6C}"/>
              </a:ext>
            </a:extLst>
          </p:cNvPr>
          <p:cNvSpPr>
            <a:spLocks noGrp="1"/>
          </p:cNvSpPr>
          <p:nvPr>
            <p:ph idx="1"/>
          </p:nvPr>
        </p:nvSpPr>
        <p:spPr/>
        <p:txBody>
          <a:bodyPr>
            <a:normAutofit/>
          </a:bodyPr>
          <a:lstStyle/>
          <a:p>
            <a:r>
              <a:rPr lang="en-US" sz="2600" dirty="0"/>
              <a:t>Ichthyoplankton = planktonic early life stages of fishes</a:t>
            </a:r>
          </a:p>
          <a:p>
            <a:r>
              <a:rPr lang="en-US" sz="2600" dirty="0"/>
              <a:t>Larval fish community (LFC) = larval-stage ichthyoplankton</a:t>
            </a:r>
          </a:p>
          <a:p>
            <a:endParaRPr lang="en-US" sz="2400" dirty="0"/>
          </a:p>
          <a:p>
            <a:r>
              <a:rPr lang="en-US" sz="2600" dirty="0"/>
              <a:t>Inhabit the upper portion of the water column </a:t>
            </a:r>
            <a:r>
              <a:rPr lang="en-US" sz="2000" dirty="0"/>
              <a:t>(Auth and Brodeur, 2006; Auth, 2007; Thompson et al., 2014)</a:t>
            </a:r>
          </a:p>
          <a:p>
            <a:r>
              <a:rPr lang="en-US" sz="2600" dirty="0"/>
              <a:t>Larvae aggregate horizontally and vertically </a:t>
            </a:r>
            <a:r>
              <a:rPr lang="en-US" sz="2000" dirty="0"/>
              <a:t>(Pattrick et al., 2021)</a:t>
            </a:r>
          </a:p>
          <a:p>
            <a:pPr lvl="1"/>
            <a:r>
              <a:rPr lang="en-US" dirty="0"/>
              <a:t>Vertical migration </a:t>
            </a:r>
            <a:r>
              <a:rPr lang="en-US" sz="2000" dirty="0"/>
              <a:t>(Huebert et al., 2010; Auth, 2007)</a:t>
            </a:r>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32141084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B1884-9909-6996-B1EF-F9DB304B33C9}"/>
              </a:ext>
            </a:extLst>
          </p:cNvPr>
          <p:cNvSpPr>
            <a:spLocks noGrp="1"/>
          </p:cNvSpPr>
          <p:nvPr>
            <p:ph type="title"/>
          </p:nvPr>
        </p:nvSpPr>
        <p:spPr>
          <a:xfrm>
            <a:off x="838200" y="365125"/>
            <a:ext cx="7802526" cy="1325563"/>
          </a:xfrm>
        </p:spPr>
        <p:txBody>
          <a:bodyPr>
            <a:normAutofit/>
          </a:bodyPr>
          <a:lstStyle/>
          <a:p>
            <a:r>
              <a:rPr lang="en-US" sz="3600" dirty="0"/>
              <a:t>Study area – northern California Current ecosystem (NCC)</a:t>
            </a:r>
          </a:p>
        </p:txBody>
      </p:sp>
      <p:sp>
        <p:nvSpPr>
          <p:cNvPr id="4" name="Text Placeholder 3">
            <a:extLst>
              <a:ext uri="{FF2B5EF4-FFF2-40B4-BE49-F238E27FC236}">
                <a16:creationId xmlns:a16="http://schemas.microsoft.com/office/drawing/2014/main" id="{BB902A2A-9B25-5B79-B90D-5A644898C111}"/>
              </a:ext>
            </a:extLst>
          </p:cNvPr>
          <p:cNvSpPr>
            <a:spLocks noGrp="1"/>
          </p:cNvSpPr>
          <p:nvPr>
            <p:ph idx="1"/>
          </p:nvPr>
        </p:nvSpPr>
        <p:spPr>
          <a:xfrm>
            <a:off x="838199" y="1825625"/>
            <a:ext cx="7979735" cy="4351338"/>
          </a:xfrm>
        </p:spPr>
        <p:txBody>
          <a:bodyPr>
            <a:normAutofit fontScale="92500" lnSpcReduction="10000"/>
          </a:bodyPr>
          <a:lstStyle/>
          <a:p>
            <a:pPr marL="342900" indent="-342900">
              <a:buFont typeface="Arial" panose="020B0604020202020204" pitchFamily="34" charset="0"/>
              <a:buChar char="•"/>
            </a:pPr>
            <a:r>
              <a:rPr lang="en-US" dirty="0"/>
              <a:t>Eastern boundary current system</a:t>
            </a:r>
          </a:p>
          <a:p>
            <a:pPr marL="342900" indent="-342900">
              <a:buFont typeface="Arial" panose="020B0604020202020204" pitchFamily="34" charset="0"/>
              <a:buChar char="•"/>
            </a:pPr>
            <a:r>
              <a:rPr lang="en-US" dirty="0"/>
              <a:t>Supports important fish populations </a:t>
            </a:r>
            <a:r>
              <a:rPr lang="en-US" sz="2000" dirty="0"/>
              <a:t>(Auth, 2011)</a:t>
            </a:r>
          </a:p>
          <a:p>
            <a:pPr marL="342900" indent="-342900">
              <a:buFont typeface="Arial" panose="020B0604020202020204" pitchFamily="34" charset="0"/>
              <a:buChar char="•"/>
            </a:pPr>
            <a:r>
              <a:rPr lang="en-US" dirty="0"/>
              <a:t>Latitudinal and seasonal variation in upwelling regimes </a:t>
            </a:r>
            <a:r>
              <a:rPr lang="en-US" sz="2000" dirty="0"/>
              <a:t>(Schmid et al., 2023)</a:t>
            </a:r>
          </a:p>
          <a:p>
            <a:pPr marL="342900" indent="-342900"/>
            <a:r>
              <a:rPr lang="en-US" dirty="0"/>
              <a:t>Top 100 m ranged from mixed to stratified during sampling</a:t>
            </a:r>
          </a:p>
          <a:p>
            <a:pPr marL="800100" lvl="1" indent="-342900"/>
            <a:r>
              <a:rPr lang="en-US" dirty="0"/>
              <a:t>Consistent temperature</a:t>
            </a:r>
          </a:p>
          <a:p>
            <a:pPr marL="800100" lvl="1" indent="-342900"/>
            <a:r>
              <a:rPr lang="en-US" dirty="0"/>
              <a:t>Increase in salinity</a:t>
            </a:r>
          </a:p>
          <a:p>
            <a:pPr marL="800100" lvl="1" indent="-342900"/>
            <a:r>
              <a:rPr lang="en-US" dirty="0"/>
              <a:t>Decrease in DO</a:t>
            </a:r>
          </a:p>
          <a:p>
            <a:pPr marL="342900" indent="-342900"/>
            <a:r>
              <a:rPr lang="en-US" dirty="0"/>
              <a:t>Chlorophyll-</a:t>
            </a:r>
            <a:r>
              <a:rPr lang="en-US" i="1" dirty="0"/>
              <a:t>a</a:t>
            </a:r>
            <a:r>
              <a:rPr lang="en-US" dirty="0"/>
              <a:t> concentration not strongly related to seafloor depth</a:t>
            </a:r>
          </a:p>
        </p:txBody>
      </p:sp>
      <p:pic>
        <p:nvPicPr>
          <p:cNvPr id="7" name="Content Placeholder 10">
            <a:extLst>
              <a:ext uri="{FF2B5EF4-FFF2-40B4-BE49-F238E27FC236}">
                <a16:creationId xmlns:a16="http://schemas.microsoft.com/office/drawing/2014/main" id="{4865F132-E5EF-6900-8B05-07164E03337A}"/>
              </a:ext>
            </a:extLst>
          </p:cNvPr>
          <p:cNvPicPr>
            <a:picLocks noChangeAspect="1"/>
          </p:cNvPicPr>
          <p:nvPr/>
        </p:nvPicPr>
        <p:blipFill>
          <a:blip r:embed="rId4">
            <a:extLst>
              <a:ext uri="{28A0092B-C50C-407E-A947-70E740481C1C}">
                <a14:useLocalDpi xmlns:a14="http://schemas.microsoft.com/office/drawing/2010/main" val="0"/>
              </a:ext>
            </a:extLst>
          </a:blip>
          <a:srcRect r="75979"/>
          <a:stretch>
            <a:fillRect/>
          </a:stretch>
        </p:blipFill>
        <p:spPr>
          <a:xfrm>
            <a:off x="8965019" y="95544"/>
            <a:ext cx="2388781" cy="6762456"/>
          </a:xfrm>
          <a:prstGeom prst="rect">
            <a:avLst/>
          </a:prstGeom>
        </p:spPr>
      </p:pic>
    </p:spTree>
    <p:extLst>
      <p:ext uri="{BB962C8B-B14F-4D97-AF65-F5344CB8AC3E}">
        <p14:creationId xmlns:p14="http://schemas.microsoft.com/office/powerpoint/2010/main" val="2055671180"/>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C043E-21C5-5F4C-FBC2-3B1B713D68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540869-6938-5F0F-72D8-BB4B812ADDD3}"/>
              </a:ext>
            </a:extLst>
          </p:cNvPr>
          <p:cNvSpPr>
            <a:spLocks noGrp="1"/>
          </p:cNvSpPr>
          <p:nvPr>
            <p:ph type="title"/>
          </p:nvPr>
        </p:nvSpPr>
        <p:spPr/>
        <p:txBody>
          <a:bodyPr>
            <a:normAutofit/>
          </a:bodyPr>
          <a:lstStyle/>
          <a:p>
            <a:r>
              <a:rPr lang="en-US" sz="3600" dirty="0"/>
              <a:t>State of LFC knowledge in the NCC</a:t>
            </a:r>
          </a:p>
        </p:txBody>
      </p:sp>
      <p:sp>
        <p:nvSpPr>
          <p:cNvPr id="3" name="Content Placeholder 2">
            <a:extLst>
              <a:ext uri="{FF2B5EF4-FFF2-40B4-BE49-F238E27FC236}">
                <a16:creationId xmlns:a16="http://schemas.microsoft.com/office/drawing/2014/main" id="{8F7D8B53-4936-9A06-42AB-CD3147FACA60}"/>
              </a:ext>
            </a:extLst>
          </p:cNvPr>
          <p:cNvSpPr>
            <a:spLocks noGrp="1"/>
          </p:cNvSpPr>
          <p:nvPr>
            <p:ph idx="1"/>
          </p:nvPr>
        </p:nvSpPr>
        <p:spPr/>
        <p:txBody>
          <a:bodyPr>
            <a:normAutofit/>
          </a:bodyPr>
          <a:lstStyle/>
          <a:p>
            <a:r>
              <a:rPr lang="en-US" sz="2600" dirty="0"/>
              <a:t>LFC is influenced by broad oceanographic conditions and finer-scale environmental factors</a:t>
            </a:r>
          </a:p>
          <a:p>
            <a:r>
              <a:rPr lang="en-US" sz="2600" dirty="0"/>
              <a:t>Peak spawning in winter </a:t>
            </a:r>
            <a:r>
              <a:rPr lang="en-US" sz="2000" dirty="0"/>
              <a:t>(Doyle, 1992; Brodeur et al., 2008)</a:t>
            </a:r>
          </a:p>
          <a:p>
            <a:r>
              <a:rPr lang="en-US" sz="2600" dirty="0"/>
              <a:t>LFC dynamics can be useful indicators </a:t>
            </a:r>
            <a:r>
              <a:rPr lang="en-US" sz="2000" dirty="0"/>
              <a:t>(Brodeur et al., 2008)</a:t>
            </a:r>
          </a:p>
          <a:p>
            <a:endParaRPr lang="en-US" sz="2000" dirty="0"/>
          </a:p>
          <a:p>
            <a:r>
              <a:rPr lang="en-US" sz="2600" dirty="0"/>
              <a:t>Relatively scarce winter LFC research</a:t>
            </a:r>
          </a:p>
          <a:p>
            <a:r>
              <a:rPr lang="en-US" sz="2600" dirty="0"/>
              <a:t>Lack of depth-stratified winter LFC research</a:t>
            </a:r>
          </a:p>
          <a:p>
            <a:endParaRPr lang="en-US" sz="2600" dirty="0"/>
          </a:p>
          <a:p>
            <a:endParaRPr lang="en-US" dirty="0"/>
          </a:p>
          <a:p>
            <a:endParaRPr lang="en-US" sz="2000" dirty="0"/>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6423400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Objectives</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1971647" y="1655241"/>
            <a:ext cx="916172" cy="823912"/>
          </a:xfrm>
        </p:spPr>
        <p:txBody>
          <a:bodyPr>
            <a:noAutofit/>
          </a:bodyPr>
          <a:lstStyle/>
          <a:p>
            <a:pPr algn="ctr"/>
            <a:r>
              <a:rPr lang="en-US" sz="3600" b="0" dirty="0"/>
              <a:t>1</a:t>
            </a:r>
          </a:p>
        </p:txBody>
      </p:sp>
      <p:sp>
        <p:nvSpPr>
          <p:cNvPr id="4" name="Content Placeholder 3">
            <a:extLst>
              <a:ext uri="{FF2B5EF4-FFF2-40B4-BE49-F238E27FC236}">
                <a16:creationId xmlns:a16="http://schemas.microsoft.com/office/drawing/2014/main" id="{9E5096C5-3BD2-27F3-58AD-14865937D002}"/>
              </a:ext>
            </a:extLst>
          </p:cNvPr>
          <p:cNvSpPr>
            <a:spLocks noGrp="1"/>
          </p:cNvSpPr>
          <p:nvPr>
            <p:ph sz="half" idx="2"/>
          </p:nvPr>
        </p:nvSpPr>
        <p:spPr>
          <a:xfrm>
            <a:off x="839787" y="2707870"/>
            <a:ext cx="3179890" cy="2468965"/>
          </a:xfrm>
        </p:spPr>
        <p:txBody>
          <a:bodyPr>
            <a:normAutofit/>
          </a:bodyPr>
          <a:lstStyle/>
          <a:p>
            <a:pPr marL="0" indent="0">
              <a:buNone/>
            </a:pPr>
            <a:r>
              <a:rPr lang="en-US" sz="2400" dirty="0"/>
              <a:t>Characterize winter ichthyoplankton assemblages in the NCC</a:t>
            </a:r>
          </a:p>
        </p:txBody>
      </p:sp>
      <p:sp>
        <p:nvSpPr>
          <p:cNvPr id="6" name="Content Placeholder 5">
            <a:extLst>
              <a:ext uri="{FF2B5EF4-FFF2-40B4-BE49-F238E27FC236}">
                <a16:creationId xmlns:a16="http://schemas.microsoft.com/office/drawing/2014/main" id="{E709375E-380E-E0E4-AABB-C3C82F7FD360}"/>
              </a:ext>
            </a:extLst>
          </p:cNvPr>
          <p:cNvSpPr>
            <a:spLocks noGrp="1"/>
          </p:cNvSpPr>
          <p:nvPr>
            <p:ph sz="quarter" idx="4"/>
          </p:nvPr>
        </p:nvSpPr>
        <p:spPr>
          <a:xfrm>
            <a:off x="4506055" y="2707871"/>
            <a:ext cx="3179890" cy="3358700"/>
          </a:xfrm>
        </p:spPr>
        <p:txBody>
          <a:bodyPr>
            <a:normAutofit/>
          </a:bodyPr>
          <a:lstStyle/>
          <a:p>
            <a:pPr marL="0" indent="0">
              <a:buNone/>
            </a:pPr>
            <a:r>
              <a:rPr lang="en-US" sz="2400" dirty="0"/>
              <a:t>Explain variation in winter ichthyoplankton assemblage composition using fine-scale spatiotemporal and environmental factors</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8172322" y="2707871"/>
            <a:ext cx="3179891" cy="187674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Examine taxon-specific diel variation in vertical abundance distribution</a:t>
            </a:r>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839788"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506055"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175498" y="2505075"/>
            <a:ext cx="3179890" cy="0"/>
          </a:xfrm>
          <a:prstGeom prst="line">
            <a:avLst/>
          </a:prstGeom>
        </p:spPr>
        <p:style>
          <a:lnRef idx="2">
            <a:schemeClr val="dk1"/>
          </a:lnRef>
          <a:fillRef idx="0">
            <a:schemeClr val="dk1"/>
          </a:fillRef>
          <a:effectRef idx="1">
            <a:schemeClr val="dk1"/>
          </a:effectRef>
          <a:fontRef idx="minor">
            <a:schemeClr val="tx1"/>
          </a:fontRef>
        </p:style>
      </p:cxnSp>
      <p:sp>
        <p:nvSpPr>
          <p:cNvPr id="7" name="Text Placeholder 2">
            <a:extLst>
              <a:ext uri="{FF2B5EF4-FFF2-40B4-BE49-F238E27FC236}">
                <a16:creationId xmlns:a16="http://schemas.microsoft.com/office/drawing/2014/main" id="{CC1F0D3C-44FE-E296-FE8B-C28ADC50635A}"/>
              </a:ext>
            </a:extLst>
          </p:cNvPr>
          <p:cNvSpPr txBox="1">
            <a:spLocks/>
          </p:cNvSpPr>
          <p:nvPr/>
        </p:nvSpPr>
        <p:spPr>
          <a:xfrm>
            <a:off x="5637913" y="1655241"/>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600" b="0" dirty="0"/>
              <a:t>2</a:t>
            </a:r>
          </a:p>
        </p:txBody>
      </p:sp>
      <p:sp>
        <p:nvSpPr>
          <p:cNvPr id="8" name="Text Placeholder 2">
            <a:extLst>
              <a:ext uri="{FF2B5EF4-FFF2-40B4-BE49-F238E27FC236}">
                <a16:creationId xmlns:a16="http://schemas.microsoft.com/office/drawing/2014/main" id="{A788B117-9C96-D39B-0B97-783EB00E9663}"/>
              </a:ext>
            </a:extLst>
          </p:cNvPr>
          <p:cNvSpPr txBox="1">
            <a:spLocks/>
          </p:cNvSpPr>
          <p:nvPr/>
        </p:nvSpPr>
        <p:spPr>
          <a:xfrm>
            <a:off x="9304181" y="1655241"/>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600" b="0" dirty="0"/>
              <a:t>3</a:t>
            </a:r>
          </a:p>
        </p:txBody>
      </p:sp>
    </p:spTree>
    <p:extLst>
      <p:ext uri="{BB962C8B-B14F-4D97-AF65-F5344CB8AC3E}">
        <p14:creationId xmlns:p14="http://schemas.microsoft.com/office/powerpoint/2010/main" val="18820157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0C8C9-DCCB-9092-1633-D30892F6B909}"/>
              </a:ext>
            </a:extLst>
          </p:cNvPr>
          <p:cNvSpPr>
            <a:spLocks noGrp="1"/>
          </p:cNvSpPr>
          <p:nvPr>
            <p:ph type="title"/>
          </p:nvPr>
        </p:nvSpPr>
        <p:spPr/>
        <p:txBody>
          <a:bodyPr/>
          <a:lstStyle/>
          <a:p>
            <a:pPr algn="ctr"/>
            <a:r>
              <a:rPr lang="en-US" b="1" dirty="0"/>
              <a:t>Sampling and Analysis Methods</a:t>
            </a:r>
          </a:p>
        </p:txBody>
      </p:sp>
    </p:spTree>
    <p:extLst>
      <p:ext uri="{BB962C8B-B14F-4D97-AF65-F5344CB8AC3E}">
        <p14:creationId xmlns:p14="http://schemas.microsoft.com/office/powerpoint/2010/main" val="4095987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E0452-3150-BF79-0AAB-F9B399609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C125D-F94C-5E4C-42AD-F0B859B8CF2E}"/>
              </a:ext>
            </a:extLst>
          </p:cNvPr>
          <p:cNvSpPr>
            <a:spLocks noGrp="1"/>
          </p:cNvSpPr>
          <p:nvPr>
            <p:ph type="title"/>
          </p:nvPr>
        </p:nvSpPr>
        <p:spPr/>
        <p:txBody>
          <a:bodyPr>
            <a:normAutofit/>
          </a:bodyPr>
          <a:lstStyle/>
          <a:p>
            <a:r>
              <a:rPr lang="en-US" sz="3600" dirty="0"/>
              <a:t>Sampling and data collection</a:t>
            </a:r>
          </a:p>
        </p:txBody>
      </p:sp>
      <p:sp>
        <p:nvSpPr>
          <p:cNvPr id="3" name="Content Placeholder 2">
            <a:extLst>
              <a:ext uri="{FF2B5EF4-FFF2-40B4-BE49-F238E27FC236}">
                <a16:creationId xmlns:a16="http://schemas.microsoft.com/office/drawing/2014/main" id="{413D4BA6-DC9C-10D3-6121-00777C05BED4}"/>
              </a:ext>
            </a:extLst>
          </p:cNvPr>
          <p:cNvSpPr>
            <a:spLocks noGrp="1"/>
          </p:cNvSpPr>
          <p:nvPr>
            <p:ph idx="1"/>
          </p:nvPr>
        </p:nvSpPr>
        <p:spPr/>
        <p:txBody>
          <a:bodyPr>
            <a:normAutofit/>
          </a:bodyPr>
          <a:lstStyle/>
          <a:p>
            <a:r>
              <a:rPr lang="en-US" sz="2600" dirty="0"/>
              <a:t>Sampled in the NCC (41–47°N) on 4 research cruises</a:t>
            </a:r>
          </a:p>
          <a:p>
            <a:r>
              <a:rPr lang="en-US" sz="2600" dirty="0"/>
              <a:t>Plankton collected using a coupled MOCNESS</a:t>
            </a:r>
          </a:p>
          <a:p>
            <a:r>
              <a:rPr lang="en-US" sz="2600" dirty="0"/>
              <a:t>Sensor package towed</a:t>
            </a:r>
          </a:p>
          <a:p>
            <a:r>
              <a:rPr lang="en-US" sz="2600" dirty="0"/>
              <a:t>Ichthyoplankton visually identified and counted</a:t>
            </a:r>
          </a:p>
          <a:p>
            <a:pPr lvl="1"/>
            <a:r>
              <a:rPr lang="en-US" dirty="0"/>
              <a:t>Taxa grouped and data filtered</a:t>
            </a:r>
          </a:p>
          <a:p>
            <a:endParaRPr lang="en-US" sz="2600" dirty="0"/>
          </a:p>
          <a:p>
            <a:endParaRPr lang="en-US" sz="2200" dirty="0"/>
          </a:p>
          <a:p>
            <a:endParaRPr lang="en-US" sz="2600" dirty="0"/>
          </a:p>
          <a:p>
            <a:endParaRPr lang="en-US" sz="2600" dirty="0"/>
          </a:p>
          <a:p>
            <a:endParaRPr lang="en-US" sz="2600" dirty="0"/>
          </a:p>
          <a:p>
            <a:endParaRPr lang="en-US" dirty="0"/>
          </a:p>
          <a:p>
            <a:endParaRPr lang="en-US" sz="2000" dirty="0"/>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35635536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Data Analyses</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609930" y="1681163"/>
            <a:ext cx="3642951" cy="823912"/>
          </a:xfrm>
        </p:spPr>
        <p:txBody>
          <a:bodyPr>
            <a:noAutofit/>
          </a:bodyPr>
          <a:lstStyle/>
          <a:p>
            <a:pPr algn="ctr"/>
            <a:r>
              <a:rPr lang="en-US" sz="2800" dirty="0"/>
              <a:t>1: Characterizing assemblages</a:t>
            </a:r>
          </a:p>
        </p:txBody>
      </p:sp>
      <p:sp>
        <p:nvSpPr>
          <p:cNvPr id="4" name="Content Placeholder 3">
            <a:extLst>
              <a:ext uri="{FF2B5EF4-FFF2-40B4-BE49-F238E27FC236}">
                <a16:creationId xmlns:a16="http://schemas.microsoft.com/office/drawing/2014/main" id="{9E5096C5-3BD2-27F3-58AD-14865937D002}"/>
              </a:ext>
            </a:extLst>
          </p:cNvPr>
          <p:cNvSpPr>
            <a:spLocks noGrp="1"/>
          </p:cNvSpPr>
          <p:nvPr>
            <p:ph sz="half" idx="2"/>
          </p:nvPr>
        </p:nvSpPr>
        <p:spPr>
          <a:xfrm>
            <a:off x="609930" y="2707870"/>
            <a:ext cx="3642951" cy="2468965"/>
          </a:xfrm>
        </p:spPr>
        <p:txBody>
          <a:bodyPr>
            <a:normAutofit/>
          </a:bodyPr>
          <a:lstStyle/>
          <a:p>
            <a:r>
              <a:rPr lang="en-US" sz="2400" dirty="0"/>
              <a:t>Cluster analysis</a:t>
            </a:r>
          </a:p>
          <a:p>
            <a:r>
              <a:rPr lang="en-US" sz="2400" dirty="0"/>
              <a:t>Indicator Species Analysis</a:t>
            </a:r>
          </a:p>
          <a:p>
            <a:r>
              <a:rPr lang="en-US" sz="2400" dirty="0"/>
              <a:t>NMDS</a:t>
            </a:r>
          </a:p>
          <a:p>
            <a:pPr lvl="1"/>
            <a:r>
              <a:rPr lang="en-US" sz="2200" dirty="0"/>
              <a:t>Z-test of NMDS stress against null model </a:t>
            </a:r>
            <a:r>
              <a:rPr lang="en-US" sz="2000" dirty="0"/>
              <a:t>(Dexter et al., 2018)</a:t>
            </a:r>
            <a:endParaRPr lang="en-US" sz="2200" dirty="0"/>
          </a:p>
        </p:txBody>
      </p:sp>
      <p:sp>
        <p:nvSpPr>
          <p:cNvPr id="5" name="Text Placeholder 4">
            <a:extLst>
              <a:ext uri="{FF2B5EF4-FFF2-40B4-BE49-F238E27FC236}">
                <a16:creationId xmlns:a16="http://schemas.microsoft.com/office/drawing/2014/main" id="{941A9FE0-0831-3314-E63A-403E0F0F6E75}"/>
              </a:ext>
            </a:extLst>
          </p:cNvPr>
          <p:cNvSpPr>
            <a:spLocks noGrp="1"/>
          </p:cNvSpPr>
          <p:nvPr>
            <p:ph type="body" sz="quarter" idx="3"/>
          </p:nvPr>
        </p:nvSpPr>
        <p:spPr>
          <a:xfrm>
            <a:off x="4252881" y="1619794"/>
            <a:ext cx="3642951" cy="823912"/>
          </a:xfrm>
        </p:spPr>
        <p:txBody>
          <a:bodyPr>
            <a:noAutofit/>
          </a:bodyPr>
          <a:lstStyle/>
          <a:p>
            <a:pPr algn="ctr"/>
            <a:r>
              <a:rPr lang="en-US" sz="2800" dirty="0"/>
              <a:t>2: Influences on assemblages</a:t>
            </a:r>
          </a:p>
        </p:txBody>
      </p:sp>
      <p:sp>
        <p:nvSpPr>
          <p:cNvPr id="6" name="Content Placeholder 5">
            <a:extLst>
              <a:ext uri="{FF2B5EF4-FFF2-40B4-BE49-F238E27FC236}">
                <a16:creationId xmlns:a16="http://schemas.microsoft.com/office/drawing/2014/main" id="{E709375E-380E-E0E4-AABB-C3C82F7FD360}"/>
              </a:ext>
            </a:extLst>
          </p:cNvPr>
          <p:cNvSpPr>
            <a:spLocks noGrp="1"/>
          </p:cNvSpPr>
          <p:nvPr>
            <p:ph sz="quarter" idx="4"/>
          </p:nvPr>
        </p:nvSpPr>
        <p:spPr>
          <a:xfrm>
            <a:off x="4274524" y="2707871"/>
            <a:ext cx="3642951" cy="2373767"/>
          </a:xfrm>
        </p:spPr>
        <p:txBody>
          <a:bodyPr>
            <a:normAutofit/>
          </a:bodyPr>
          <a:lstStyle/>
          <a:p>
            <a:r>
              <a:rPr lang="en-US" sz="2400" dirty="0"/>
              <a:t>Distance-based RDA</a:t>
            </a:r>
          </a:p>
          <a:p>
            <a:r>
              <a:rPr lang="en-US" sz="2400" dirty="0"/>
              <a:t>Permutation-based ANOVA</a:t>
            </a:r>
          </a:p>
          <a:p>
            <a:r>
              <a:rPr lang="en-US" sz="2400" dirty="0"/>
              <a:t>Variance Partitioning Analysis</a:t>
            </a:r>
          </a:p>
        </p:txBody>
      </p:sp>
      <p:sp>
        <p:nvSpPr>
          <p:cNvPr id="10" name="Text Placeholder 4">
            <a:extLst>
              <a:ext uri="{FF2B5EF4-FFF2-40B4-BE49-F238E27FC236}">
                <a16:creationId xmlns:a16="http://schemas.microsoft.com/office/drawing/2014/main" id="{4897BA95-02F0-B7E1-1044-1BA7DA428238}"/>
              </a:ext>
            </a:extLst>
          </p:cNvPr>
          <p:cNvSpPr txBox="1">
            <a:spLocks/>
          </p:cNvSpPr>
          <p:nvPr/>
        </p:nvSpPr>
        <p:spPr>
          <a:xfrm>
            <a:off x="7939119" y="1655241"/>
            <a:ext cx="3642951"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3: Diel variation in vertical distribution</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Negative binomial GLMM</a:t>
            </a:r>
          </a:p>
          <a:p>
            <a:r>
              <a:rPr lang="en-US" sz="2400" dirty="0"/>
              <a:t>Plots of predicted taxon concentrations and abundance for visualization of the interaction between time of day and depth</a:t>
            </a:r>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839788"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506055"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175498" y="2505075"/>
            <a:ext cx="3179890"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958860892"/>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91BF2-BE1A-1528-5C92-EB5549F9C0A6}"/>
              </a:ext>
            </a:extLst>
          </p:cNvPr>
          <p:cNvSpPr>
            <a:spLocks noGrp="1"/>
          </p:cNvSpPr>
          <p:nvPr>
            <p:ph type="title"/>
          </p:nvPr>
        </p:nvSpPr>
        <p:spPr/>
        <p:txBody>
          <a:bodyPr/>
          <a:lstStyle/>
          <a:p>
            <a:pPr algn="ctr"/>
            <a:r>
              <a:rPr lang="en-US" b="1" dirty="0"/>
              <a:t>Results and Discussion</a:t>
            </a:r>
          </a:p>
        </p:txBody>
      </p:sp>
    </p:spTree>
    <p:extLst>
      <p:ext uri="{BB962C8B-B14F-4D97-AF65-F5344CB8AC3E}">
        <p14:creationId xmlns:p14="http://schemas.microsoft.com/office/powerpoint/2010/main" val="552340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F9AC7-7264-B55A-FFCD-8C1396582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6ED3F-3EE2-A148-CDAC-00C69C4BE356}"/>
              </a:ext>
            </a:extLst>
          </p:cNvPr>
          <p:cNvSpPr>
            <a:spLocks noGrp="1"/>
          </p:cNvSpPr>
          <p:nvPr>
            <p:ph type="title"/>
          </p:nvPr>
        </p:nvSpPr>
        <p:spPr/>
        <p:txBody>
          <a:bodyPr/>
          <a:lstStyle/>
          <a:p>
            <a:pPr algn="ctr"/>
            <a:r>
              <a:rPr lang="en-US" dirty="0"/>
              <a:t>Objective 1: Characterizing assemblages</a:t>
            </a:r>
          </a:p>
        </p:txBody>
      </p:sp>
    </p:spTree>
    <p:extLst>
      <p:ext uri="{BB962C8B-B14F-4D97-AF65-F5344CB8AC3E}">
        <p14:creationId xmlns:p14="http://schemas.microsoft.com/office/powerpoint/2010/main" val="17514812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3EE9A-C87F-F2A1-172D-E6D2FFC8F6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EDB7D2-D742-C937-15BF-C83CA0D243DC}"/>
              </a:ext>
            </a:extLst>
          </p:cNvPr>
          <p:cNvSpPr>
            <a:spLocks noGrp="1"/>
          </p:cNvSpPr>
          <p:nvPr>
            <p:ph type="title"/>
          </p:nvPr>
        </p:nvSpPr>
        <p:spPr/>
        <p:txBody>
          <a:bodyPr>
            <a:normAutofit/>
          </a:bodyPr>
          <a:lstStyle/>
          <a:p>
            <a:r>
              <a:rPr lang="en-US" sz="3600" dirty="0"/>
              <a:t>Cluster composition</a:t>
            </a:r>
          </a:p>
        </p:txBody>
      </p:sp>
      <p:sp>
        <p:nvSpPr>
          <p:cNvPr id="3" name="Content Placeholder 2">
            <a:extLst>
              <a:ext uri="{FF2B5EF4-FFF2-40B4-BE49-F238E27FC236}">
                <a16:creationId xmlns:a16="http://schemas.microsoft.com/office/drawing/2014/main" id="{D835EE31-F76A-4588-64F1-4DB574648197}"/>
              </a:ext>
            </a:extLst>
          </p:cNvPr>
          <p:cNvSpPr>
            <a:spLocks noGrp="1"/>
          </p:cNvSpPr>
          <p:nvPr>
            <p:ph idx="1"/>
          </p:nvPr>
        </p:nvSpPr>
        <p:spPr/>
        <p:txBody>
          <a:bodyPr>
            <a:normAutofit/>
          </a:bodyPr>
          <a:lstStyle/>
          <a:p>
            <a:r>
              <a:rPr lang="en-US" dirty="0"/>
              <a:t>Cluster analysis yielded 7 total clusters</a:t>
            </a:r>
          </a:p>
          <a:p>
            <a:r>
              <a:rPr lang="en-US" dirty="0"/>
              <a:t>Cluster 1 – </a:t>
            </a:r>
            <a:r>
              <a:rPr lang="en-US" i="1" dirty="0"/>
              <a:t>Sebastes</a:t>
            </a:r>
            <a:r>
              <a:rPr lang="en-US" dirty="0"/>
              <a:t> spp.</a:t>
            </a:r>
          </a:p>
          <a:p>
            <a:r>
              <a:rPr lang="en-US" dirty="0"/>
              <a:t>Cluster 2 – </a:t>
            </a:r>
            <a:r>
              <a:rPr lang="en-US" i="1" dirty="0" err="1"/>
              <a:t>Parophrys</a:t>
            </a:r>
            <a:r>
              <a:rPr lang="en-US" i="1" dirty="0"/>
              <a:t> vetulus</a:t>
            </a:r>
            <a:endParaRPr lang="en-US" dirty="0"/>
          </a:p>
          <a:p>
            <a:r>
              <a:rPr lang="en-US" dirty="0"/>
              <a:t>Cluster 3 – Mesopelagic taxa</a:t>
            </a:r>
          </a:p>
          <a:p>
            <a:r>
              <a:rPr lang="en-US" dirty="0"/>
              <a:t>Cluster 5 – Coastal taxa</a:t>
            </a:r>
          </a:p>
          <a:p>
            <a:r>
              <a:rPr lang="en-US" dirty="0"/>
              <a:t>Cluster 6 - </a:t>
            </a:r>
            <a:r>
              <a:rPr lang="en-US" dirty="0" err="1"/>
              <a:t>Osmerids</a:t>
            </a:r>
            <a:endParaRPr lang="en-US" sz="2600" dirty="0"/>
          </a:p>
          <a:p>
            <a:endParaRPr lang="en-US" sz="2200" dirty="0"/>
          </a:p>
          <a:p>
            <a:endParaRPr lang="en-US" sz="2600" dirty="0"/>
          </a:p>
          <a:p>
            <a:endParaRPr lang="en-US" sz="2600" dirty="0"/>
          </a:p>
          <a:p>
            <a:endParaRPr lang="en-US" sz="2600" dirty="0"/>
          </a:p>
          <a:p>
            <a:endParaRPr lang="en-US" dirty="0"/>
          </a:p>
          <a:p>
            <a:endParaRPr lang="en-US" sz="2000" dirty="0"/>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3316263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C52EC-1B0B-CAE3-D686-BE73422DB350}"/>
              </a:ext>
            </a:extLst>
          </p:cNvPr>
          <p:cNvSpPr>
            <a:spLocks noGrp="1"/>
          </p:cNvSpPr>
          <p:nvPr>
            <p:ph type="title"/>
          </p:nvPr>
        </p:nvSpPr>
        <p:spPr>
          <a:xfrm>
            <a:off x="654159" y="457200"/>
            <a:ext cx="2721559" cy="1006193"/>
          </a:xfrm>
        </p:spPr>
        <p:txBody>
          <a:bodyPr>
            <a:normAutofit fontScale="90000"/>
          </a:bodyPr>
          <a:lstStyle/>
          <a:p>
            <a:r>
              <a:rPr lang="en-US" sz="3600" dirty="0"/>
              <a:t>Cluster Distribution</a:t>
            </a:r>
          </a:p>
        </p:txBody>
      </p:sp>
      <p:pic>
        <p:nvPicPr>
          <p:cNvPr id="15" name="Content Placeholder 14">
            <a:extLst>
              <a:ext uri="{FF2B5EF4-FFF2-40B4-BE49-F238E27FC236}">
                <a16:creationId xmlns:a16="http://schemas.microsoft.com/office/drawing/2014/main" id="{48D38E96-EB96-B298-D1D7-F15B7624B8CC}"/>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r="1320"/>
          <a:stretch>
            <a:fillRect/>
          </a:stretch>
        </p:blipFill>
        <p:spPr>
          <a:xfrm>
            <a:off x="2555085" y="305945"/>
            <a:ext cx="9474394" cy="6400800"/>
          </a:xfrm>
          <a:prstGeom prst="rect">
            <a:avLst/>
          </a:prstGeom>
        </p:spPr>
      </p:pic>
    </p:spTree>
    <p:extLst>
      <p:ext uri="{BB962C8B-B14F-4D97-AF65-F5344CB8AC3E}">
        <p14:creationId xmlns:p14="http://schemas.microsoft.com/office/powerpoint/2010/main" val="1250362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80-6CB6-D4F7-AE9D-CD62F835FED0}"/>
            </a:ext>
          </a:extLst>
        </p:cNvPr>
        <p:cNvGrpSpPr/>
        <p:nvPr/>
      </p:nvGrpSpPr>
      <p:grpSpPr>
        <a:xfrm>
          <a:off x="0" y="0"/>
          <a:ext cx="0" cy="0"/>
          <a:chOff x="0" y="0"/>
          <a:chExt cx="0" cy="0"/>
        </a:xfrm>
      </p:grpSpPr>
      <p:pic>
        <p:nvPicPr>
          <p:cNvPr id="9" name="Content Placeholder 14">
            <a:extLst>
              <a:ext uri="{FF2B5EF4-FFF2-40B4-BE49-F238E27FC236}">
                <a16:creationId xmlns:a16="http://schemas.microsoft.com/office/drawing/2014/main" id="{0A7B1207-7167-4B12-0E19-E151A6D792E7}"/>
              </a:ext>
            </a:extLst>
          </p:cNvPr>
          <p:cNvPicPr>
            <a:picLocks noChangeAspect="1"/>
          </p:cNvPicPr>
          <p:nvPr/>
        </p:nvPicPr>
        <p:blipFill>
          <a:blip r:embed="rId3">
            <a:extLst>
              <a:ext uri="{28A0092B-C50C-407E-A947-70E740481C1C}">
                <a14:useLocalDpi xmlns:a14="http://schemas.microsoft.com/office/drawing/2010/main" val="0"/>
              </a:ext>
            </a:extLst>
          </a:blip>
          <a:srcRect l="44637" r="32448" b="55720"/>
          <a:stretch>
            <a:fillRect/>
          </a:stretch>
        </p:blipFill>
        <p:spPr>
          <a:xfrm>
            <a:off x="3244594" y="0"/>
            <a:ext cx="4488196" cy="5782033"/>
          </a:xfrm>
          <a:prstGeom prst="rect">
            <a:avLst/>
          </a:prstGeom>
        </p:spPr>
      </p:pic>
      <p:pic>
        <p:nvPicPr>
          <p:cNvPr id="7" name="Content Placeholder 14">
            <a:extLst>
              <a:ext uri="{FF2B5EF4-FFF2-40B4-BE49-F238E27FC236}">
                <a16:creationId xmlns:a16="http://schemas.microsoft.com/office/drawing/2014/main" id="{B01ED874-EC75-A096-933A-43D2E0180320}"/>
              </a:ext>
            </a:extLst>
          </p:cNvPr>
          <p:cNvPicPr>
            <a:picLocks noChangeAspect="1"/>
          </p:cNvPicPr>
          <p:nvPr/>
        </p:nvPicPr>
        <p:blipFill>
          <a:blip r:embed="rId3">
            <a:extLst>
              <a:ext uri="{28A0092B-C50C-407E-A947-70E740481C1C}">
                <a14:useLocalDpi xmlns:a14="http://schemas.microsoft.com/office/drawing/2010/main" val="0"/>
              </a:ext>
            </a:extLst>
          </a:blip>
          <a:srcRect l="44637" t="44372" r="32448" b="5532"/>
          <a:stretch>
            <a:fillRect/>
          </a:stretch>
        </p:blipFill>
        <p:spPr>
          <a:xfrm>
            <a:off x="7562698" y="197576"/>
            <a:ext cx="4269493" cy="6222796"/>
          </a:xfrm>
          <a:prstGeom prst="rect">
            <a:avLst/>
          </a:prstGeom>
        </p:spPr>
      </p:pic>
      <p:sp>
        <p:nvSpPr>
          <p:cNvPr id="2" name="Title 1">
            <a:extLst>
              <a:ext uri="{FF2B5EF4-FFF2-40B4-BE49-F238E27FC236}">
                <a16:creationId xmlns:a16="http://schemas.microsoft.com/office/drawing/2014/main" id="{C85E6474-CB48-2B92-C287-3E76A00F47E9}"/>
              </a:ext>
            </a:extLst>
          </p:cNvPr>
          <p:cNvSpPr>
            <a:spLocks noGrp="1"/>
          </p:cNvSpPr>
          <p:nvPr>
            <p:ph type="title"/>
          </p:nvPr>
        </p:nvSpPr>
        <p:spPr>
          <a:xfrm>
            <a:off x="654159" y="457200"/>
            <a:ext cx="2721559" cy="1006193"/>
          </a:xfrm>
        </p:spPr>
        <p:txBody>
          <a:bodyPr>
            <a:normAutofit fontScale="90000"/>
          </a:bodyPr>
          <a:lstStyle/>
          <a:p>
            <a:r>
              <a:rPr lang="en-US" sz="3600" dirty="0"/>
              <a:t>Cluster Distribution</a:t>
            </a:r>
          </a:p>
        </p:txBody>
      </p:sp>
      <p:pic>
        <p:nvPicPr>
          <p:cNvPr id="15" name="Content Placeholder 14">
            <a:extLst>
              <a:ext uri="{FF2B5EF4-FFF2-40B4-BE49-F238E27FC236}">
                <a16:creationId xmlns:a16="http://schemas.microsoft.com/office/drawing/2014/main" id="{DB036D4A-75AD-4C5E-0ABF-0B06C5002E1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89750" t="23889" r="2229" b="8063"/>
          <a:stretch>
            <a:fillRect/>
          </a:stretch>
        </p:blipFill>
        <p:spPr>
          <a:xfrm>
            <a:off x="1484035" y="1358501"/>
            <a:ext cx="964031" cy="5453016"/>
          </a:xfrm>
          <a:prstGeom prst="rect">
            <a:avLst/>
          </a:prstGeom>
        </p:spPr>
      </p:pic>
      <p:pic>
        <p:nvPicPr>
          <p:cNvPr id="4" name="Content Placeholder 14">
            <a:extLst>
              <a:ext uri="{FF2B5EF4-FFF2-40B4-BE49-F238E27FC236}">
                <a16:creationId xmlns:a16="http://schemas.microsoft.com/office/drawing/2014/main" id="{D23449BF-E5FD-0F94-57A0-E01E1168455C}"/>
              </a:ext>
            </a:extLst>
          </p:cNvPr>
          <p:cNvPicPr>
            <a:picLocks noChangeAspect="1"/>
          </p:cNvPicPr>
          <p:nvPr/>
        </p:nvPicPr>
        <p:blipFill>
          <a:blip r:embed="rId4">
            <a:extLst>
              <a:ext uri="{28A0092B-C50C-407E-A947-70E740481C1C}">
                <a14:useLocalDpi xmlns:a14="http://schemas.microsoft.com/office/drawing/2010/main" val="0"/>
              </a:ext>
            </a:extLst>
          </a:blip>
          <a:srcRect l="43850" t="94817" r="44120" b="1881"/>
          <a:stretch>
            <a:fillRect/>
          </a:stretch>
        </p:blipFill>
        <p:spPr>
          <a:xfrm>
            <a:off x="6188160" y="6235796"/>
            <a:ext cx="3230348" cy="591266"/>
          </a:xfrm>
          <a:prstGeom prst="rect">
            <a:avLst/>
          </a:prstGeom>
        </p:spPr>
      </p:pic>
      <p:pic>
        <p:nvPicPr>
          <p:cNvPr id="5" name="Content Placeholder 14">
            <a:extLst>
              <a:ext uri="{FF2B5EF4-FFF2-40B4-BE49-F238E27FC236}">
                <a16:creationId xmlns:a16="http://schemas.microsoft.com/office/drawing/2014/main" id="{3E8079A0-8654-1340-CB94-066F0174F93D}"/>
              </a:ext>
            </a:extLst>
          </p:cNvPr>
          <p:cNvPicPr>
            <a:picLocks noChangeAspect="1"/>
          </p:cNvPicPr>
          <p:nvPr/>
        </p:nvPicPr>
        <p:blipFill>
          <a:blip r:embed="rId4">
            <a:extLst>
              <a:ext uri="{28A0092B-C50C-407E-A947-70E740481C1C}">
                <a14:useLocalDpi xmlns:a14="http://schemas.microsoft.com/office/drawing/2010/main" val="0"/>
              </a:ext>
            </a:extLst>
          </a:blip>
          <a:srcRect l="1029" t="42911" r="96179" b="43018"/>
          <a:stretch>
            <a:fillRect/>
          </a:stretch>
        </p:blipFill>
        <p:spPr>
          <a:xfrm>
            <a:off x="2481945" y="2205038"/>
            <a:ext cx="728770" cy="2447924"/>
          </a:xfrm>
          <a:prstGeom prst="rect">
            <a:avLst/>
          </a:prstGeom>
        </p:spPr>
      </p:pic>
      <p:pic>
        <p:nvPicPr>
          <p:cNvPr id="11" name="Content Placeholder 14">
            <a:extLst>
              <a:ext uri="{FF2B5EF4-FFF2-40B4-BE49-F238E27FC236}">
                <a16:creationId xmlns:a16="http://schemas.microsoft.com/office/drawing/2014/main" id="{AE79DB28-DC75-C3A1-06F8-C14F223FAE70}"/>
              </a:ext>
            </a:extLst>
          </p:cNvPr>
          <p:cNvPicPr>
            <a:picLocks noChangeAspect="1"/>
          </p:cNvPicPr>
          <p:nvPr/>
        </p:nvPicPr>
        <p:blipFill>
          <a:blip r:embed="rId3">
            <a:extLst>
              <a:ext uri="{28A0092B-C50C-407E-A947-70E740481C1C}">
                <a14:useLocalDpi xmlns:a14="http://schemas.microsoft.com/office/drawing/2010/main" val="0"/>
              </a:ext>
            </a:extLst>
          </a:blip>
          <a:srcRect l="89750" t="4260" r="4583" b="75140"/>
          <a:stretch>
            <a:fillRect/>
          </a:stretch>
        </p:blipFill>
        <p:spPr>
          <a:xfrm>
            <a:off x="287567" y="1674760"/>
            <a:ext cx="1162589" cy="2817551"/>
          </a:xfrm>
          <a:prstGeom prst="rect">
            <a:avLst/>
          </a:prstGeom>
        </p:spPr>
      </p:pic>
    </p:spTree>
    <p:extLst>
      <p:ext uri="{BB962C8B-B14F-4D97-AF65-F5344CB8AC3E}">
        <p14:creationId xmlns:p14="http://schemas.microsoft.com/office/powerpoint/2010/main" val="2979780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8E407-AA6E-E2C7-3B25-6E82F5A67A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9A81EC-7EB1-427C-5C76-AD96F09FB01F}"/>
              </a:ext>
            </a:extLst>
          </p:cNvPr>
          <p:cNvSpPr>
            <a:spLocks noGrp="1"/>
          </p:cNvSpPr>
          <p:nvPr>
            <p:ph type="title"/>
          </p:nvPr>
        </p:nvSpPr>
        <p:spPr/>
        <p:txBody>
          <a:bodyPr/>
          <a:lstStyle/>
          <a:p>
            <a:pPr algn="ctr"/>
            <a:r>
              <a:rPr lang="en-US" dirty="0"/>
              <a:t>Objective 2: Influences on assemblages</a:t>
            </a:r>
          </a:p>
        </p:txBody>
      </p:sp>
    </p:spTree>
    <p:extLst>
      <p:ext uri="{BB962C8B-B14F-4D97-AF65-F5344CB8AC3E}">
        <p14:creationId xmlns:p14="http://schemas.microsoft.com/office/powerpoint/2010/main" val="4265969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A7BD2-3123-DBC7-0364-6D50EC9EC777}"/>
              </a:ext>
            </a:extLst>
          </p:cNvPr>
          <p:cNvSpPr>
            <a:spLocks noGrp="1"/>
          </p:cNvSpPr>
          <p:nvPr>
            <p:ph type="title"/>
          </p:nvPr>
        </p:nvSpPr>
        <p:spPr/>
        <p:txBody>
          <a:bodyPr>
            <a:normAutofit/>
          </a:bodyPr>
          <a:lstStyle/>
          <a:p>
            <a:r>
              <a:rPr lang="en-US" sz="3600" dirty="0"/>
              <a:t>Db-RDA and VPA</a:t>
            </a:r>
          </a:p>
        </p:txBody>
      </p:sp>
      <p:sp>
        <p:nvSpPr>
          <p:cNvPr id="3" name="Content Placeholder 2">
            <a:extLst>
              <a:ext uri="{FF2B5EF4-FFF2-40B4-BE49-F238E27FC236}">
                <a16:creationId xmlns:a16="http://schemas.microsoft.com/office/drawing/2014/main" id="{49C733D4-541E-6B5C-3F35-44B27BE9E251}"/>
              </a:ext>
            </a:extLst>
          </p:cNvPr>
          <p:cNvSpPr>
            <a:spLocks noGrp="1"/>
          </p:cNvSpPr>
          <p:nvPr>
            <p:ph idx="1"/>
          </p:nvPr>
        </p:nvSpPr>
        <p:spPr>
          <a:xfrm>
            <a:off x="838200" y="1825625"/>
            <a:ext cx="5349949" cy="4351338"/>
          </a:xfrm>
        </p:spPr>
        <p:txBody>
          <a:bodyPr>
            <a:normAutofit/>
          </a:bodyPr>
          <a:lstStyle/>
          <a:p>
            <a:r>
              <a:rPr lang="en-US" sz="2600" dirty="0"/>
              <a:t>Fit a spatiotemporal base model and a full model</a:t>
            </a:r>
            <a:endParaRPr lang="en-US" sz="2400" dirty="0"/>
          </a:p>
          <a:p>
            <a:r>
              <a:rPr lang="en-US" sz="2600" dirty="0"/>
              <a:t>Both models explain significant amounts of variation (p &lt; 0.001)</a:t>
            </a:r>
          </a:p>
          <a:p>
            <a:pPr lvl="1"/>
            <a:r>
              <a:rPr lang="en-US" dirty="0"/>
              <a:t>Significant additional variation explained by full model (p &lt; 0.001)</a:t>
            </a:r>
          </a:p>
        </p:txBody>
      </p:sp>
      <p:graphicFrame>
        <p:nvGraphicFramePr>
          <p:cNvPr id="4" name="Table 3">
            <a:extLst>
              <a:ext uri="{FF2B5EF4-FFF2-40B4-BE49-F238E27FC236}">
                <a16:creationId xmlns:a16="http://schemas.microsoft.com/office/drawing/2014/main" id="{51A74387-ABA4-2CD1-3B32-AA097E8E5995}"/>
              </a:ext>
            </a:extLst>
          </p:cNvPr>
          <p:cNvGraphicFramePr>
            <a:graphicFrameLocks noGrp="1"/>
          </p:cNvGraphicFramePr>
          <p:nvPr>
            <p:extLst>
              <p:ext uri="{D42A27DB-BD31-4B8C-83A1-F6EECF244321}">
                <p14:modId xmlns:p14="http://schemas.microsoft.com/office/powerpoint/2010/main" val="3443643656"/>
              </p:ext>
            </p:extLst>
          </p:nvPr>
        </p:nvGraphicFramePr>
        <p:xfrm>
          <a:off x="6344093" y="1527741"/>
          <a:ext cx="5408428" cy="3413760"/>
        </p:xfrm>
        <a:graphic>
          <a:graphicData uri="http://schemas.openxmlformats.org/drawingml/2006/table">
            <a:tbl>
              <a:tblPr firstRow="1" bandRow="1">
                <a:tableStyleId>{5940675A-B579-460E-94D1-54222C63F5DA}</a:tableStyleId>
              </a:tblPr>
              <a:tblGrid>
                <a:gridCol w="3055088">
                  <a:extLst>
                    <a:ext uri="{9D8B030D-6E8A-4147-A177-3AD203B41FA5}">
                      <a16:colId xmlns:a16="http://schemas.microsoft.com/office/drawing/2014/main" val="92007979"/>
                    </a:ext>
                  </a:extLst>
                </a:gridCol>
                <a:gridCol w="2353340">
                  <a:extLst>
                    <a:ext uri="{9D8B030D-6E8A-4147-A177-3AD203B41FA5}">
                      <a16:colId xmlns:a16="http://schemas.microsoft.com/office/drawing/2014/main" val="403376570"/>
                    </a:ext>
                  </a:extLst>
                </a:gridCol>
              </a:tblGrid>
              <a:tr h="370840">
                <a:tc gridSpan="2">
                  <a:txBody>
                    <a:bodyPr/>
                    <a:lstStyle/>
                    <a:p>
                      <a:pPr algn="ctr"/>
                      <a:r>
                        <a:rPr lang="en-US" sz="2600" b="1" dirty="0"/>
                        <a:t>VPA results</a:t>
                      </a:r>
                    </a:p>
                  </a:txBody>
                  <a:tcPr/>
                </a:tc>
                <a:tc hMerge="1">
                  <a:txBody>
                    <a:bodyPr/>
                    <a:lstStyle/>
                    <a:p>
                      <a:endParaRPr lang="en-US" dirty="0"/>
                    </a:p>
                  </a:txBody>
                  <a:tcPr/>
                </a:tc>
                <a:extLst>
                  <a:ext uri="{0D108BD9-81ED-4DB2-BD59-A6C34878D82A}">
                    <a16:rowId xmlns:a16="http://schemas.microsoft.com/office/drawing/2014/main" val="2429855489"/>
                  </a:ext>
                </a:extLst>
              </a:tr>
              <a:tr h="370840">
                <a:tc>
                  <a:txBody>
                    <a:bodyPr/>
                    <a:lstStyle/>
                    <a:p>
                      <a:pPr algn="ctr"/>
                      <a:r>
                        <a:rPr lang="en-US" sz="2400" b="1" dirty="0"/>
                        <a:t>Covariates</a:t>
                      </a:r>
                    </a:p>
                  </a:txBody>
                  <a:tcPr anchor="ctr"/>
                </a:tc>
                <a:tc>
                  <a:txBody>
                    <a:bodyPr/>
                    <a:lstStyle/>
                    <a:p>
                      <a:pPr algn="ctr"/>
                      <a:r>
                        <a:rPr lang="en-US" sz="2400" b="1" dirty="0"/>
                        <a:t>Percent of variation explained</a:t>
                      </a:r>
                    </a:p>
                  </a:txBody>
                  <a:tcPr anchor="ctr"/>
                </a:tc>
                <a:extLst>
                  <a:ext uri="{0D108BD9-81ED-4DB2-BD59-A6C34878D82A}">
                    <a16:rowId xmlns:a16="http://schemas.microsoft.com/office/drawing/2014/main" val="2767262234"/>
                  </a:ext>
                </a:extLst>
              </a:tr>
              <a:tr h="370840">
                <a:tc>
                  <a:txBody>
                    <a:bodyPr/>
                    <a:lstStyle/>
                    <a:p>
                      <a:r>
                        <a:rPr lang="en-US" sz="2400" dirty="0"/>
                        <a:t>Spatiotemporal</a:t>
                      </a:r>
                    </a:p>
                  </a:txBody>
                  <a:tcPr anchor="ctr"/>
                </a:tc>
                <a:tc>
                  <a:txBody>
                    <a:bodyPr/>
                    <a:lstStyle/>
                    <a:p>
                      <a:r>
                        <a:rPr lang="en-US" sz="2400" dirty="0"/>
                        <a:t>3.72%</a:t>
                      </a:r>
                    </a:p>
                  </a:txBody>
                  <a:tcPr anchor="ctr"/>
                </a:tc>
                <a:extLst>
                  <a:ext uri="{0D108BD9-81ED-4DB2-BD59-A6C34878D82A}">
                    <a16:rowId xmlns:a16="http://schemas.microsoft.com/office/drawing/2014/main" val="547244727"/>
                  </a:ext>
                </a:extLst>
              </a:tr>
              <a:tr h="370840">
                <a:tc>
                  <a:txBody>
                    <a:bodyPr/>
                    <a:lstStyle/>
                    <a:p>
                      <a:r>
                        <a:rPr lang="en-US" sz="2400" dirty="0"/>
                        <a:t>Environmental</a:t>
                      </a:r>
                    </a:p>
                  </a:txBody>
                  <a:tcPr anchor="ctr"/>
                </a:tc>
                <a:tc>
                  <a:txBody>
                    <a:bodyPr/>
                    <a:lstStyle/>
                    <a:p>
                      <a:r>
                        <a:rPr lang="en-US" sz="2400" dirty="0"/>
                        <a:t>1.92%</a:t>
                      </a:r>
                    </a:p>
                  </a:txBody>
                  <a:tcPr anchor="ctr"/>
                </a:tc>
                <a:extLst>
                  <a:ext uri="{0D108BD9-81ED-4DB2-BD59-A6C34878D82A}">
                    <a16:rowId xmlns:a16="http://schemas.microsoft.com/office/drawing/2014/main" val="484875835"/>
                  </a:ext>
                </a:extLst>
              </a:tr>
              <a:tr h="370840">
                <a:tc>
                  <a:txBody>
                    <a:bodyPr/>
                    <a:lstStyle/>
                    <a:p>
                      <a:r>
                        <a:rPr lang="en-US" sz="2400" dirty="0"/>
                        <a:t>Spatiotemporal and Environmental</a:t>
                      </a:r>
                    </a:p>
                  </a:txBody>
                  <a:tcPr anchor="ctr"/>
                </a:tc>
                <a:tc>
                  <a:txBody>
                    <a:bodyPr/>
                    <a:lstStyle/>
                    <a:p>
                      <a:r>
                        <a:rPr lang="en-US" sz="2400" dirty="0"/>
                        <a:t>1.57%</a:t>
                      </a:r>
                    </a:p>
                  </a:txBody>
                  <a:tcPr anchor="ctr"/>
                </a:tc>
                <a:extLst>
                  <a:ext uri="{0D108BD9-81ED-4DB2-BD59-A6C34878D82A}">
                    <a16:rowId xmlns:a16="http://schemas.microsoft.com/office/drawing/2014/main" val="1023817428"/>
                  </a:ext>
                </a:extLst>
              </a:tr>
            </a:tbl>
          </a:graphicData>
        </a:graphic>
      </p:graphicFrame>
    </p:spTree>
    <p:extLst>
      <p:ext uri="{BB962C8B-B14F-4D97-AF65-F5344CB8AC3E}">
        <p14:creationId xmlns:p14="http://schemas.microsoft.com/office/powerpoint/2010/main" val="2453236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A3E4C-C222-F48C-AFE5-B28AEC5CC5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150834-5FB1-DCF3-9412-1E83D8CC89C2}"/>
              </a:ext>
            </a:extLst>
          </p:cNvPr>
          <p:cNvSpPr>
            <a:spLocks noGrp="1"/>
          </p:cNvSpPr>
          <p:nvPr>
            <p:ph type="title"/>
          </p:nvPr>
        </p:nvSpPr>
        <p:spPr>
          <a:xfrm>
            <a:off x="654159" y="457200"/>
            <a:ext cx="2721559" cy="1217560"/>
          </a:xfrm>
        </p:spPr>
        <p:txBody>
          <a:bodyPr>
            <a:normAutofit/>
          </a:bodyPr>
          <a:lstStyle/>
          <a:p>
            <a:r>
              <a:rPr lang="en-US" sz="3600" dirty="0"/>
              <a:t>Db-RDA ordination</a:t>
            </a:r>
          </a:p>
        </p:txBody>
      </p:sp>
      <p:pic>
        <p:nvPicPr>
          <p:cNvPr id="8" name="Content Placeholder 5">
            <a:extLst>
              <a:ext uri="{FF2B5EF4-FFF2-40B4-BE49-F238E27FC236}">
                <a16:creationId xmlns:a16="http://schemas.microsoft.com/office/drawing/2014/main" id="{B3DB197F-6F82-7DF2-2642-58D76DF429EB}"/>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3200" t="1642" r="11819" b="5091"/>
          <a:stretch>
            <a:fillRect/>
          </a:stretch>
        </p:blipFill>
        <p:spPr>
          <a:xfrm>
            <a:off x="4021118" y="194548"/>
            <a:ext cx="7922790" cy="6210872"/>
          </a:xfrm>
          <a:prstGeom prst="rect">
            <a:avLst/>
          </a:prstGeom>
        </p:spPr>
      </p:pic>
      <p:pic>
        <p:nvPicPr>
          <p:cNvPr id="12" name="Content Placeholder 5">
            <a:extLst>
              <a:ext uri="{FF2B5EF4-FFF2-40B4-BE49-F238E27FC236}">
                <a16:creationId xmlns:a16="http://schemas.microsoft.com/office/drawing/2014/main" id="{57A572CA-1E05-D65E-FD1C-57BF815EA4F0}"/>
              </a:ext>
            </a:extLst>
          </p:cNvPr>
          <p:cNvPicPr>
            <a:picLocks noChangeAspect="1"/>
          </p:cNvPicPr>
          <p:nvPr/>
        </p:nvPicPr>
        <p:blipFill>
          <a:blip r:embed="rId4">
            <a:extLst>
              <a:ext uri="{28A0092B-C50C-407E-A947-70E740481C1C}">
                <a14:useLocalDpi xmlns:a14="http://schemas.microsoft.com/office/drawing/2010/main" val="0"/>
              </a:ext>
            </a:extLst>
          </a:blip>
          <a:srcRect l="42231" t="95092" r="48454" b="1416"/>
          <a:stretch>
            <a:fillRect/>
          </a:stretch>
        </p:blipFill>
        <p:spPr>
          <a:xfrm>
            <a:off x="7218206" y="6405420"/>
            <a:ext cx="1689636" cy="452580"/>
          </a:xfrm>
          <a:prstGeom prst="rect">
            <a:avLst/>
          </a:prstGeom>
        </p:spPr>
      </p:pic>
      <p:pic>
        <p:nvPicPr>
          <p:cNvPr id="14" name="Content Placeholder 5">
            <a:extLst>
              <a:ext uri="{FF2B5EF4-FFF2-40B4-BE49-F238E27FC236}">
                <a16:creationId xmlns:a16="http://schemas.microsoft.com/office/drawing/2014/main" id="{EB646FFA-A2BF-E21E-BE4E-81E9EEF2C4A7}"/>
              </a:ext>
            </a:extLst>
          </p:cNvPr>
          <p:cNvPicPr>
            <a:picLocks noChangeAspect="1"/>
          </p:cNvPicPr>
          <p:nvPr/>
        </p:nvPicPr>
        <p:blipFill>
          <a:blip r:embed="rId4">
            <a:extLst>
              <a:ext uri="{28A0092B-C50C-407E-A947-70E740481C1C}">
                <a14:useLocalDpi xmlns:a14="http://schemas.microsoft.com/office/drawing/2010/main" val="0"/>
              </a:ext>
            </a:extLst>
          </a:blip>
          <a:srcRect t="41569" r="96045" b="48247"/>
          <a:stretch>
            <a:fillRect/>
          </a:stretch>
        </p:blipFill>
        <p:spPr>
          <a:xfrm>
            <a:off x="3385409" y="2715340"/>
            <a:ext cx="635709" cy="1169287"/>
          </a:xfrm>
          <a:prstGeom prst="rect">
            <a:avLst/>
          </a:prstGeom>
        </p:spPr>
      </p:pic>
      <p:pic>
        <p:nvPicPr>
          <p:cNvPr id="17" name="Content Placeholder 5">
            <a:extLst>
              <a:ext uri="{FF2B5EF4-FFF2-40B4-BE49-F238E27FC236}">
                <a16:creationId xmlns:a16="http://schemas.microsoft.com/office/drawing/2014/main" id="{12852A16-B58E-F6FC-8396-D94557173695}"/>
              </a:ext>
            </a:extLst>
          </p:cNvPr>
          <p:cNvPicPr>
            <a:picLocks noChangeAspect="1"/>
          </p:cNvPicPr>
          <p:nvPr/>
        </p:nvPicPr>
        <p:blipFill>
          <a:blip r:embed="rId4">
            <a:extLst>
              <a:ext uri="{28A0092B-C50C-407E-A947-70E740481C1C}">
                <a14:useLocalDpi xmlns:a14="http://schemas.microsoft.com/office/drawing/2010/main" val="0"/>
              </a:ext>
            </a:extLst>
          </a:blip>
          <a:srcRect l="89379" t="25797" b="32227"/>
          <a:stretch>
            <a:fillRect/>
          </a:stretch>
        </p:blipFill>
        <p:spPr>
          <a:xfrm>
            <a:off x="1809433" y="1796239"/>
            <a:ext cx="1479571" cy="4176775"/>
          </a:xfrm>
          <a:prstGeom prst="rect">
            <a:avLst/>
          </a:prstGeom>
        </p:spPr>
      </p:pic>
    </p:spTree>
    <p:extLst>
      <p:ext uri="{BB962C8B-B14F-4D97-AF65-F5344CB8AC3E}">
        <p14:creationId xmlns:p14="http://schemas.microsoft.com/office/powerpoint/2010/main" val="42880318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492C21-5CE9-670E-3ACC-8A71893BA1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6E555-C0BC-AF31-9777-EA4C81CCD0C4}"/>
              </a:ext>
            </a:extLst>
          </p:cNvPr>
          <p:cNvSpPr>
            <a:spLocks noGrp="1"/>
          </p:cNvSpPr>
          <p:nvPr>
            <p:ph type="title"/>
          </p:nvPr>
        </p:nvSpPr>
        <p:spPr/>
        <p:txBody>
          <a:bodyPr/>
          <a:lstStyle/>
          <a:p>
            <a:pPr algn="ctr"/>
            <a:r>
              <a:rPr lang="en-US" dirty="0"/>
              <a:t>Objective 3: Taxon-specific diel variation in vertical distribution</a:t>
            </a:r>
          </a:p>
        </p:txBody>
      </p:sp>
    </p:spTree>
    <p:extLst>
      <p:ext uri="{BB962C8B-B14F-4D97-AF65-F5344CB8AC3E}">
        <p14:creationId xmlns:p14="http://schemas.microsoft.com/office/powerpoint/2010/main" val="29538709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5411F-9143-0BDF-D8F3-DB589158D8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E5161E-02A7-5DD1-E29A-7F38A926484D}"/>
              </a:ext>
            </a:extLst>
          </p:cNvPr>
          <p:cNvSpPr>
            <a:spLocks noGrp="1"/>
          </p:cNvSpPr>
          <p:nvPr>
            <p:ph type="title"/>
          </p:nvPr>
        </p:nvSpPr>
        <p:spPr/>
        <p:txBody>
          <a:bodyPr>
            <a:normAutofit/>
          </a:bodyPr>
          <a:lstStyle/>
          <a:p>
            <a:r>
              <a:rPr lang="en-US" sz="3600" dirty="0"/>
              <a:t>Negative binomial GLMM</a:t>
            </a:r>
          </a:p>
        </p:txBody>
      </p:sp>
      <p:sp>
        <p:nvSpPr>
          <p:cNvPr id="3" name="Content Placeholder 2">
            <a:extLst>
              <a:ext uri="{FF2B5EF4-FFF2-40B4-BE49-F238E27FC236}">
                <a16:creationId xmlns:a16="http://schemas.microsoft.com/office/drawing/2014/main" id="{0DF5F42B-5B28-54E8-C738-C505F433CF7A}"/>
              </a:ext>
            </a:extLst>
          </p:cNvPr>
          <p:cNvSpPr>
            <a:spLocks noGrp="1"/>
          </p:cNvSpPr>
          <p:nvPr>
            <p:ph idx="1"/>
          </p:nvPr>
        </p:nvSpPr>
        <p:spPr/>
        <p:txBody>
          <a:bodyPr>
            <a:normAutofit/>
          </a:bodyPr>
          <a:lstStyle/>
          <a:p>
            <a:r>
              <a:rPr lang="en-US" sz="2600" dirty="0"/>
              <a:t>Fit to ichthyoplankton counts</a:t>
            </a:r>
          </a:p>
          <a:p>
            <a:pPr lvl="1"/>
            <a:r>
              <a:rPr lang="en-US" dirty="0"/>
              <a:t>Fixed effects included taxon, year, time of day, depth, latitude, seafloor depth, temperature, salinity, DO, chl-</a:t>
            </a:r>
            <a:r>
              <a:rPr lang="en-US" i="1" dirty="0"/>
              <a:t>a</a:t>
            </a:r>
            <a:r>
              <a:rPr lang="en-US" dirty="0"/>
              <a:t> and the full interaction among taxon, time of day, and depth</a:t>
            </a:r>
          </a:p>
          <a:p>
            <a:r>
              <a:rPr lang="en-US" sz="2600" dirty="0"/>
              <a:t>Only latitude, DO, and chl-</a:t>
            </a:r>
            <a:r>
              <a:rPr lang="en-US" sz="2600" i="1" dirty="0"/>
              <a:t>a</a:t>
            </a:r>
            <a:r>
              <a:rPr lang="en-US" sz="2600" dirty="0"/>
              <a:t> were significant</a:t>
            </a:r>
          </a:p>
          <a:p>
            <a:r>
              <a:rPr lang="en-US" sz="2600" dirty="0"/>
              <a:t>Interaction between taxon, time of day, and depth significant for many taxa</a:t>
            </a:r>
          </a:p>
          <a:p>
            <a:r>
              <a:rPr lang="en-US" sz="2600" dirty="0"/>
              <a:t>Plots using predicted abundances were made for each taxon using this model</a:t>
            </a:r>
            <a:endParaRPr lang="en-US" sz="2400" dirty="0"/>
          </a:p>
          <a:p>
            <a:endParaRPr lang="en-US" sz="2400" dirty="0"/>
          </a:p>
          <a:p>
            <a:endParaRPr lang="en-US" sz="2400" dirty="0"/>
          </a:p>
        </p:txBody>
      </p:sp>
    </p:spTree>
    <p:extLst>
      <p:ext uri="{BB962C8B-B14F-4D97-AF65-F5344CB8AC3E}">
        <p14:creationId xmlns:p14="http://schemas.microsoft.com/office/powerpoint/2010/main" val="12244422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Objective 3</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450128" y="1657839"/>
            <a:ext cx="3642951" cy="823912"/>
          </a:xfrm>
        </p:spPr>
        <p:txBody>
          <a:bodyPr>
            <a:noAutofit/>
          </a:bodyPr>
          <a:lstStyle/>
          <a:p>
            <a:pPr algn="ctr"/>
            <a:r>
              <a:rPr lang="en-US" sz="2800" dirty="0"/>
              <a:t>Vertical distribution across the day</a:t>
            </a:r>
          </a:p>
        </p:txBody>
      </p:sp>
      <p:sp>
        <p:nvSpPr>
          <p:cNvPr id="5" name="Text Placeholder 4">
            <a:extLst>
              <a:ext uri="{FF2B5EF4-FFF2-40B4-BE49-F238E27FC236}">
                <a16:creationId xmlns:a16="http://schemas.microsoft.com/office/drawing/2014/main" id="{941A9FE0-0831-3314-E63A-403E0F0F6E75}"/>
              </a:ext>
            </a:extLst>
          </p:cNvPr>
          <p:cNvSpPr>
            <a:spLocks noGrp="1"/>
          </p:cNvSpPr>
          <p:nvPr>
            <p:ph type="body" sz="quarter" idx="3"/>
          </p:nvPr>
        </p:nvSpPr>
        <p:spPr>
          <a:xfrm>
            <a:off x="4345200" y="1624990"/>
            <a:ext cx="3642951" cy="823912"/>
          </a:xfrm>
        </p:spPr>
        <p:txBody>
          <a:bodyPr>
            <a:noAutofit/>
          </a:bodyPr>
          <a:lstStyle/>
          <a:p>
            <a:pPr algn="ctr"/>
            <a:r>
              <a:rPr lang="en-US" sz="2800" dirty="0"/>
              <a:t>Time effect on total abundance</a:t>
            </a:r>
          </a:p>
        </p:txBody>
      </p:sp>
      <p:sp>
        <p:nvSpPr>
          <p:cNvPr id="10" name="Text Placeholder 4">
            <a:extLst>
              <a:ext uri="{FF2B5EF4-FFF2-40B4-BE49-F238E27FC236}">
                <a16:creationId xmlns:a16="http://schemas.microsoft.com/office/drawing/2014/main" id="{4897BA95-02F0-B7E1-1044-1BA7DA428238}"/>
              </a:ext>
            </a:extLst>
          </p:cNvPr>
          <p:cNvSpPr txBox="1">
            <a:spLocks/>
          </p:cNvSpPr>
          <p:nvPr/>
        </p:nvSpPr>
        <p:spPr>
          <a:xfrm>
            <a:off x="8357114" y="1624990"/>
            <a:ext cx="3642951"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abundance gradient</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681659"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715942"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643010" y="2505075"/>
            <a:ext cx="3179890" cy="0"/>
          </a:xfrm>
          <a:prstGeom prst="line">
            <a:avLst/>
          </a:prstGeom>
        </p:spPr>
        <p:style>
          <a:lnRef idx="2">
            <a:schemeClr val="dk1"/>
          </a:lnRef>
          <a:fillRef idx="0">
            <a:schemeClr val="dk1"/>
          </a:fillRef>
          <a:effectRef idx="1">
            <a:schemeClr val="dk1"/>
          </a:effectRef>
          <a:fontRef idx="minor">
            <a:schemeClr val="tx1"/>
          </a:fontRef>
        </p:style>
      </p:cxnSp>
      <p:pic>
        <p:nvPicPr>
          <p:cNvPr id="7" name="Content Placeholder 7">
            <a:extLst>
              <a:ext uri="{FF2B5EF4-FFF2-40B4-BE49-F238E27FC236}">
                <a16:creationId xmlns:a16="http://schemas.microsoft.com/office/drawing/2014/main" id="{17C58B8D-37CB-2420-A311-AEFC4D1F7812}"/>
              </a:ext>
            </a:extLst>
          </p:cNvPr>
          <p:cNvPicPr>
            <a:picLocks noGrp="1" noChangeAspect="1"/>
          </p:cNvPicPr>
          <p:nvPr>
            <p:ph sz="half" idx="2"/>
          </p:nvPr>
        </p:nvPicPr>
        <p:blipFill>
          <a:blip r:embed="rId4">
            <a:extLst>
              <a:ext uri="{28A0092B-C50C-407E-A947-70E740481C1C}">
                <a14:useLocalDpi xmlns:a14="http://schemas.microsoft.com/office/drawing/2010/main" val="0"/>
              </a:ext>
            </a:extLst>
          </a:blip>
          <a:stretch>
            <a:fillRect/>
          </a:stretch>
        </p:blipFill>
        <p:spPr>
          <a:xfrm>
            <a:off x="115962" y="2707870"/>
            <a:ext cx="4136920" cy="2757946"/>
          </a:xfrm>
          <a:prstGeom prst="rect">
            <a:avLst/>
          </a:prstGeom>
        </p:spPr>
      </p:pic>
      <p:pic>
        <p:nvPicPr>
          <p:cNvPr id="9" name="Content Placeholder 11">
            <a:extLst>
              <a:ext uri="{FF2B5EF4-FFF2-40B4-BE49-F238E27FC236}">
                <a16:creationId xmlns:a16="http://schemas.microsoft.com/office/drawing/2014/main" id="{CC26D7D7-5F7C-56E4-8A0B-8F39D2E56A6E}"/>
              </a:ext>
            </a:extLst>
          </p:cNvPr>
          <p:cNvPicPr>
            <a:picLocks noGrp="1" noChangeAspect="1"/>
          </p:cNvPicPr>
          <p:nvPr>
            <p:ph sz="quarter" idx="4"/>
          </p:nvPr>
        </p:nvPicPr>
        <p:blipFill>
          <a:blip r:embed="rId5">
            <a:extLst>
              <a:ext uri="{28A0092B-C50C-407E-A947-70E740481C1C}">
                <a14:useLocalDpi xmlns:a14="http://schemas.microsoft.com/office/drawing/2010/main" val="0"/>
              </a:ext>
            </a:extLst>
          </a:blip>
          <a:stretch>
            <a:fillRect/>
          </a:stretch>
        </p:blipFill>
        <p:spPr>
          <a:xfrm>
            <a:off x="4269228" y="2845959"/>
            <a:ext cx="3794896" cy="2529931"/>
          </a:xfrm>
          <a:prstGeom prst="rect">
            <a:avLst/>
          </a:prstGeom>
        </p:spPr>
      </p:pic>
      <p:pic>
        <p:nvPicPr>
          <p:cNvPr id="12" name="Content Placeholder 15">
            <a:extLst>
              <a:ext uri="{FF2B5EF4-FFF2-40B4-BE49-F238E27FC236}">
                <a16:creationId xmlns:a16="http://schemas.microsoft.com/office/drawing/2014/main" id="{24972419-0CCC-2065-B7E7-915938386CD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281142" y="2744593"/>
            <a:ext cx="3794896" cy="2513456"/>
          </a:xfrm>
          <a:prstGeom prst="rect">
            <a:avLst/>
          </a:prstGeom>
        </p:spPr>
      </p:pic>
    </p:spTree>
    <p:extLst>
      <p:ext uri="{BB962C8B-B14F-4D97-AF65-F5344CB8AC3E}">
        <p14:creationId xmlns:p14="http://schemas.microsoft.com/office/powerpoint/2010/main" val="3912189396"/>
      </p:ext>
    </p:extLst>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65631-4C76-0042-D069-6BC3387D4C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EB545-8AC2-9798-207F-41723CDFAA8A}"/>
              </a:ext>
            </a:extLst>
          </p:cNvPr>
          <p:cNvSpPr>
            <a:spLocks noGrp="1"/>
          </p:cNvSpPr>
          <p:nvPr>
            <p:ph type="title"/>
          </p:nvPr>
        </p:nvSpPr>
        <p:spPr>
          <a:xfrm>
            <a:off x="852154" y="521493"/>
            <a:ext cx="10515600" cy="1325563"/>
          </a:xfrm>
        </p:spPr>
        <p:txBody>
          <a:bodyPr>
            <a:normAutofit/>
          </a:bodyPr>
          <a:lstStyle/>
          <a:p>
            <a:pPr algn="ctr"/>
            <a:r>
              <a:rPr lang="en-US" sz="3600" dirty="0"/>
              <a:t>Agonidae – most abundant at deepest depths during the day</a:t>
            </a:r>
          </a:p>
        </p:txBody>
      </p:sp>
      <p:sp>
        <p:nvSpPr>
          <p:cNvPr id="14" name="Content Placeholder 5">
            <a:extLst>
              <a:ext uri="{FF2B5EF4-FFF2-40B4-BE49-F238E27FC236}">
                <a16:creationId xmlns:a16="http://schemas.microsoft.com/office/drawing/2014/main" id="{65FFA223-A091-DD71-C6D9-47DA04D1E3AE}"/>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pic>
        <p:nvPicPr>
          <p:cNvPr id="22" name="Content Placeholder 7">
            <a:extLst>
              <a:ext uri="{FF2B5EF4-FFF2-40B4-BE49-F238E27FC236}">
                <a16:creationId xmlns:a16="http://schemas.microsoft.com/office/drawing/2014/main" id="{CA1A7D6F-0E61-5F3F-7374-6B233658F4B8}"/>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4873197" y="6130360"/>
            <a:ext cx="2445605" cy="725029"/>
          </a:xfrm>
          <a:prstGeom prst="rect">
            <a:avLst/>
          </a:prstGeom>
        </p:spPr>
      </p:pic>
      <p:grpSp>
        <p:nvGrpSpPr>
          <p:cNvPr id="45" name="Group 44">
            <a:extLst>
              <a:ext uri="{FF2B5EF4-FFF2-40B4-BE49-F238E27FC236}">
                <a16:creationId xmlns:a16="http://schemas.microsoft.com/office/drawing/2014/main" id="{A0205CAE-EAB2-31B1-C63D-6C86DD2FF85C}"/>
              </a:ext>
            </a:extLst>
          </p:cNvPr>
          <p:cNvGrpSpPr/>
          <p:nvPr/>
        </p:nvGrpSpPr>
        <p:grpSpPr>
          <a:xfrm>
            <a:off x="3969679" y="2788392"/>
            <a:ext cx="4094941" cy="2833377"/>
            <a:chOff x="4029618" y="1690688"/>
            <a:chExt cx="3909504" cy="2671560"/>
          </a:xfrm>
        </p:grpSpPr>
        <p:grpSp>
          <p:nvGrpSpPr>
            <p:cNvPr id="38" name="Group 37">
              <a:extLst>
                <a:ext uri="{FF2B5EF4-FFF2-40B4-BE49-F238E27FC236}">
                  <a16:creationId xmlns:a16="http://schemas.microsoft.com/office/drawing/2014/main" id="{2E2034FF-B998-8A66-E931-52E8D96C05AB}"/>
                </a:ext>
              </a:extLst>
            </p:cNvPr>
            <p:cNvGrpSpPr/>
            <p:nvPr/>
          </p:nvGrpSpPr>
          <p:grpSpPr>
            <a:xfrm>
              <a:off x="4239172" y="1690688"/>
              <a:ext cx="3699950" cy="2581858"/>
              <a:chOff x="4239170" y="1690688"/>
              <a:chExt cx="3699948" cy="2581858"/>
            </a:xfrm>
          </p:grpSpPr>
          <p:pic>
            <p:nvPicPr>
              <p:cNvPr id="35" name="Content Placeholder 11">
                <a:extLst>
                  <a:ext uri="{FF2B5EF4-FFF2-40B4-BE49-F238E27FC236}">
                    <a16:creationId xmlns:a16="http://schemas.microsoft.com/office/drawing/2014/main" id="{AB7E28E6-BEAF-A758-F135-ABD277736CA0}"/>
                  </a:ext>
                </a:extLst>
              </p:cNvPr>
              <p:cNvPicPr>
                <a:picLocks noChangeAspect="1"/>
              </p:cNvPicPr>
              <p:nvPr/>
            </p:nvPicPr>
            <p:blipFill>
              <a:blip r:embed="rId4">
                <a:extLst>
                  <a:ext uri="{28A0092B-C50C-407E-A947-70E740481C1C}">
                    <a14:useLocalDpi xmlns:a14="http://schemas.microsoft.com/office/drawing/2010/main" val="0"/>
                  </a:ext>
                </a:extLst>
              </a:blip>
              <a:srcRect l="2167" r="78175" b="80416"/>
              <a:stretch>
                <a:fillRect/>
              </a:stretch>
            </p:blipFill>
            <p:spPr>
              <a:xfrm>
                <a:off x="4239170" y="1690688"/>
                <a:ext cx="3621375" cy="2405214"/>
              </a:xfrm>
              <a:prstGeom prst="rect">
                <a:avLst/>
              </a:prstGeom>
            </p:spPr>
          </p:pic>
          <p:pic>
            <p:nvPicPr>
              <p:cNvPr id="37" name="Content Placeholder 11">
                <a:extLst>
                  <a:ext uri="{FF2B5EF4-FFF2-40B4-BE49-F238E27FC236}">
                    <a16:creationId xmlns:a16="http://schemas.microsoft.com/office/drawing/2014/main" id="{6D400D54-A0BE-7926-44C9-07E796839B48}"/>
                  </a:ext>
                </a:extLst>
              </p:cNvPr>
              <p:cNvPicPr>
                <a:picLocks noChangeAspect="1"/>
              </p:cNvPicPr>
              <p:nvPr/>
            </p:nvPicPr>
            <p:blipFill>
              <a:blip r:embed="rId4">
                <a:extLst>
                  <a:ext uri="{28A0092B-C50C-407E-A947-70E740481C1C}">
                    <a14:useLocalDpi xmlns:a14="http://schemas.microsoft.com/office/drawing/2010/main" val="0"/>
                  </a:ext>
                </a:extLst>
              </a:blip>
              <a:srcRect l="4350" t="94588" r="77762" b="2990"/>
              <a:stretch>
                <a:fillRect/>
              </a:stretch>
            </p:blipFill>
            <p:spPr>
              <a:xfrm>
                <a:off x="4643893" y="3975080"/>
                <a:ext cx="3295225" cy="297466"/>
              </a:xfrm>
              <a:prstGeom prst="rect">
                <a:avLst/>
              </a:prstGeom>
            </p:spPr>
          </p:pic>
        </p:grpSp>
        <p:pic>
          <p:nvPicPr>
            <p:cNvPr id="40" name="Content Placeholder 11">
              <a:extLst>
                <a:ext uri="{FF2B5EF4-FFF2-40B4-BE49-F238E27FC236}">
                  <a16:creationId xmlns:a16="http://schemas.microsoft.com/office/drawing/2014/main" id="{FA0E206A-B17D-8EC1-D90F-F59FBEB208CC}"/>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4029618" y="1815268"/>
              <a:ext cx="304117" cy="2546980"/>
            </a:xfrm>
            <a:prstGeom prst="rect">
              <a:avLst/>
            </a:prstGeom>
          </p:spPr>
        </p:pic>
      </p:grpSp>
      <p:grpSp>
        <p:nvGrpSpPr>
          <p:cNvPr id="48" name="Group 47">
            <a:extLst>
              <a:ext uri="{FF2B5EF4-FFF2-40B4-BE49-F238E27FC236}">
                <a16:creationId xmlns:a16="http://schemas.microsoft.com/office/drawing/2014/main" id="{B3CB4847-DFBF-AA51-339E-C2096B0D0EDC}"/>
              </a:ext>
            </a:extLst>
          </p:cNvPr>
          <p:cNvGrpSpPr/>
          <p:nvPr/>
        </p:nvGrpSpPr>
        <p:grpSpPr>
          <a:xfrm>
            <a:off x="8137083" y="2517646"/>
            <a:ext cx="3721895" cy="3506994"/>
            <a:chOff x="8226124" y="1270918"/>
            <a:chExt cx="3721895" cy="3506994"/>
          </a:xfrm>
        </p:grpSpPr>
        <p:grpSp>
          <p:nvGrpSpPr>
            <p:cNvPr id="42" name="Group 41">
              <a:extLst>
                <a:ext uri="{FF2B5EF4-FFF2-40B4-BE49-F238E27FC236}">
                  <a16:creationId xmlns:a16="http://schemas.microsoft.com/office/drawing/2014/main" id="{7C6D22C1-2296-6EF3-C3A9-89CADD127B4F}"/>
                </a:ext>
              </a:extLst>
            </p:cNvPr>
            <p:cNvGrpSpPr/>
            <p:nvPr/>
          </p:nvGrpSpPr>
          <p:grpSpPr>
            <a:xfrm>
              <a:off x="8531749" y="1488953"/>
              <a:ext cx="3416270" cy="2999017"/>
              <a:chOff x="2069432" y="776894"/>
              <a:chExt cx="5584620" cy="4123172"/>
            </a:xfrm>
          </p:grpSpPr>
          <p:pic>
            <p:nvPicPr>
              <p:cNvPr id="43" name="Content Placeholder 15">
                <a:extLst>
                  <a:ext uri="{FF2B5EF4-FFF2-40B4-BE49-F238E27FC236}">
                    <a16:creationId xmlns:a16="http://schemas.microsoft.com/office/drawing/2014/main" id="{5C2423AC-0E1B-2B7F-40B1-150D7B7300A2}"/>
                  </a:ext>
                </a:extLst>
              </p:cNvPr>
              <p:cNvPicPr>
                <a:picLocks noChangeAspect="1"/>
              </p:cNvPicPr>
              <p:nvPr/>
            </p:nvPicPr>
            <p:blipFill>
              <a:blip r:embed="rId5">
                <a:extLst>
                  <a:ext uri="{28A0092B-C50C-407E-A947-70E740481C1C}">
                    <a14:useLocalDpi xmlns:a14="http://schemas.microsoft.com/office/drawing/2010/main" val="0"/>
                  </a:ext>
                </a:extLst>
              </a:blip>
              <a:srcRect l="2562" r="78278" b="80948"/>
              <a:stretch>
                <a:fillRect/>
              </a:stretch>
            </p:blipFill>
            <p:spPr>
              <a:xfrm>
                <a:off x="2069432" y="776894"/>
                <a:ext cx="5584620" cy="3678227"/>
              </a:xfrm>
              <a:prstGeom prst="rect">
                <a:avLst/>
              </a:prstGeom>
            </p:spPr>
          </p:pic>
          <p:pic>
            <p:nvPicPr>
              <p:cNvPr id="44" name="Content Placeholder 15">
                <a:extLst>
                  <a:ext uri="{FF2B5EF4-FFF2-40B4-BE49-F238E27FC236}">
                    <a16:creationId xmlns:a16="http://schemas.microsoft.com/office/drawing/2014/main" id="{19C7EC2E-0809-B686-2086-5EA48D91582A}"/>
                  </a:ext>
                </a:extLst>
              </p:cNvPr>
              <p:cNvPicPr>
                <a:picLocks noChangeAspect="1"/>
              </p:cNvPicPr>
              <p:nvPr/>
            </p:nvPicPr>
            <p:blipFill>
              <a:blip r:embed="rId5">
                <a:extLst>
                  <a:ext uri="{28A0092B-C50C-407E-A947-70E740481C1C}">
                    <a14:useLocalDpi xmlns:a14="http://schemas.microsoft.com/office/drawing/2010/main" val="0"/>
                  </a:ext>
                </a:extLst>
              </a:blip>
              <a:srcRect l="5041" t="94623" r="78278" b="3073"/>
              <a:stretch>
                <a:fillRect/>
              </a:stretch>
            </p:blipFill>
            <p:spPr>
              <a:xfrm>
                <a:off x="2792061" y="4455121"/>
                <a:ext cx="4861991" cy="444945"/>
              </a:xfrm>
              <a:prstGeom prst="rect">
                <a:avLst/>
              </a:prstGeom>
            </p:spPr>
          </p:pic>
        </p:grpSp>
        <p:pic>
          <p:nvPicPr>
            <p:cNvPr id="47" name="Content Placeholder 15">
              <a:extLst>
                <a:ext uri="{FF2B5EF4-FFF2-40B4-BE49-F238E27FC236}">
                  <a16:creationId xmlns:a16="http://schemas.microsoft.com/office/drawing/2014/main" id="{3F985805-B986-A8B7-0610-E2704CEA6484}"/>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226124" y="1270918"/>
              <a:ext cx="327460" cy="3506994"/>
            </a:xfrm>
            <a:prstGeom prst="rect">
              <a:avLst/>
            </a:prstGeom>
          </p:spPr>
        </p:pic>
      </p:grpSp>
      <p:grpSp>
        <p:nvGrpSpPr>
          <p:cNvPr id="11" name="Group 10">
            <a:extLst>
              <a:ext uri="{FF2B5EF4-FFF2-40B4-BE49-F238E27FC236}">
                <a16:creationId xmlns:a16="http://schemas.microsoft.com/office/drawing/2014/main" id="{80DD05AF-2091-EDDA-7E53-5B8F35BD34FB}"/>
              </a:ext>
            </a:extLst>
          </p:cNvPr>
          <p:cNvGrpSpPr/>
          <p:nvPr/>
        </p:nvGrpSpPr>
        <p:grpSpPr>
          <a:xfrm>
            <a:off x="77272" y="1549332"/>
            <a:ext cx="3841857" cy="4021637"/>
            <a:chOff x="77272" y="1549332"/>
            <a:chExt cx="3841857" cy="4021637"/>
          </a:xfrm>
        </p:grpSpPr>
        <p:pic>
          <p:nvPicPr>
            <p:cNvPr id="6" name="Content Placeholder 7">
              <a:extLst>
                <a:ext uri="{FF2B5EF4-FFF2-40B4-BE49-F238E27FC236}">
                  <a16:creationId xmlns:a16="http://schemas.microsoft.com/office/drawing/2014/main" id="{A4BC1F84-6BA5-E345-20E8-4A162C814AE9}"/>
                </a:ext>
              </a:extLst>
            </p:cNvPr>
            <p:cNvPicPr>
              <a:picLocks noChangeAspect="1"/>
            </p:cNvPicPr>
            <p:nvPr/>
          </p:nvPicPr>
          <p:blipFill>
            <a:blip r:embed="rId3">
              <a:extLst>
                <a:ext uri="{28A0092B-C50C-407E-A947-70E740481C1C}">
                  <a14:useLocalDpi xmlns:a14="http://schemas.microsoft.com/office/drawing/2010/main" val="0"/>
                </a:ext>
              </a:extLst>
            </a:blip>
            <a:srcRect l="1527" t="157" r="96052" b="80479"/>
            <a:stretch>
              <a:fillRect/>
            </a:stretch>
          </p:blipFill>
          <p:spPr>
            <a:xfrm>
              <a:off x="363132" y="2803931"/>
              <a:ext cx="489022" cy="2581857"/>
            </a:xfrm>
            <a:prstGeom prst="rect">
              <a:avLst/>
            </a:prstGeom>
          </p:spPr>
        </p:pic>
        <p:pic>
          <p:nvPicPr>
            <p:cNvPr id="7" name="Content Placeholder 7">
              <a:extLst>
                <a:ext uri="{FF2B5EF4-FFF2-40B4-BE49-F238E27FC236}">
                  <a16:creationId xmlns:a16="http://schemas.microsoft.com/office/drawing/2014/main" id="{B9998CA7-6079-7DD6-0408-CCEABE1F35F7}"/>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77272" y="1549332"/>
              <a:ext cx="2135750" cy="1545963"/>
            </a:xfrm>
            <a:prstGeom prst="rect">
              <a:avLst/>
            </a:prstGeom>
          </p:spPr>
        </p:pic>
        <p:pic>
          <p:nvPicPr>
            <p:cNvPr id="8" name="Content Placeholder 7">
              <a:extLst>
                <a:ext uri="{FF2B5EF4-FFF2-40B4-BE49-F238E27FC236}">
                  <a16:creationId xmlns:a16="http://schemas.microsoft.com/office/drawing/2014/main" id="{8D33D9EA-AC3D-8753-08D8-7E4E4BA3DE40}"/>
                </a:ext>
              </a:extLst>
            </p:cNvPr>
            <p:cNvPicPr>
              <a:picLocks noChangeAspect="1"/>
            </p:cNvPicPr>
            <p:nvPr/>
          </p:nvPicPr>
          <p:blipFill>
            <a:blip r:embed="rId3">
              <a:extLst>
                <a:ext uri="{28A0092B-C50C-407E-A947-70E740481C1C}">
                  <a14:useLocalDpi xmlns:a14="http://schemas.microsoft.com/office/drawing/2010/main" val="0"/>
                </a:ext>
              </a:extLst>
            </a:blip>
            <a:srcRect l="3447" t="170" r="81326" b="80466"/>
            <a:stretch>
              <a:fillRect/>
            </a:stretch>
          </p:blipFill>
          <p:spPr>
            <a:xfrm>
              <a:off x="753356" y="2807594"/>
              <a:ext cx="3075670" cy="2581857"/>
            </a:xfrm>
            <a:prstGeom prst="rect">
              <a:avLst/>
            </a:prstGeom>
          </p:spPr>
        </p:pic>
        <p:pic>
          <p:nvPicPr>
            <p:cNvPr id="9" name="Content Placeholder 7">
              <a:extLst>
                <a:ext uri="{FF2B5EF4-FFF2-40B4-BE49-F238E27FC236}">
                  <a16:creationId xmlns:a16="http://schemas.microsoft.com/office/drawing/2014/main" id="{164E74C4-D0E5-6024-68C5-541F2A18B443}"/>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10" name="Content Placeholder 7">
              <a:extLst>
                <a:ext uri="{FF2B5EF4-FFF2-40B4-BE49-F238E27FC236}">
                  <a16:creationId xmlns:a16="http://schemas.microsoft.com/office/drawing/2014/main" id="{F8E51AEC-566D-38AD-6052-6F251AE93786}"/>
                </a:ext>
              </a:extLst>
            </p:cNvPr>
            <p:cNvPicPr>
              <a:picLocks noChangeAspect="1"/>
            </p:cNvPicPr>
            <p:nvPr/>
          </p:nvPicPr>
          <p:blipFill>
            <a:blip r:embed="rId3">
              <a:extLst>
                <a:ext uri="{28A0092B-C50C-407E-A947-70E740481C1C}">
                  <a14:useLocalDpi xmlns:a14="http://schemas.microsoft.com/office/drawing/2010/main" val="0"/>
                </a:ext>
              </a:extLst>
            </a:blip>
            <a:srcRect l="1804" t="94417" r="80883" b="3117"/>
            <a:stretch>
              <a:fillRect/>
            </a:stretch>
          </p:blipFill>
          <p:spPr>
            <a:xfrm>
              <a:off x="422328" y="5242218"/>
              <a:ext cx="3496801" cy="328751"/>
            </a:xfrm>
            <a:prstGeom prst="rect">
              <a:avLst/>
            </a:prstGeom>
          </p:spPr>
        </p:pic>
      </p:grpSp>
    </p:spTree>
    <p:extLst>
      <p:ext uri="{BB962C8B-B14F-4D97-AF65-F5344CB8AC3E}">
        <p14:creationId xmlns:p14="http://schemas.microsoft.com/office/powerpoint/2010/main" val="20866698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13AA1-6F03-3DD1-FFC4-D925E9A131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8AEF3-5B1D-A65E-1850-71F6DB8EBF22}"/>
              </a:ext>
            </a:extLst>
          </p:cNvPr>
          <p:cNvSpPr>
            <a:spLocks noGrp="1"/>
          </p:cNvSpPr>
          <p:nvPr>
            <p:ph type="title"/>
          </p:nvPr>
        </p:nvSpPr>
        <p:spPr>
          <a:xfrm>
            <a:off x="827946" y="521934"/>
            <a:ext cx="10515600" cy="1325563"/>
          </a:xfrm>
        </p:spPr>
        <p:txBody>
          <a:bodyPr>
            <a:normAutofit/>
          </a:bodyPr>
          <a:lstStyle/>
          <a:p>
            <a:pPr algn="ctr"/>
            <a:r>
              <a:rPr lang="en-US" sz="3600" i="1" dirty="0"/>
              <a:t>L. </a:t>
            </a:r>
            <a:r>
              <a:rPr lang="en-US" sz="3600" i="1" dirty="0" err="1"/>
              <a:t>ringens</a:t>
            </a:r>
            <a:r>
              <a:rPr lang="en-US" sz="3600" dirty="0"/>
              <a:t> – most abundant at shallowest depths at night</a:t>
            </a:r>
          </a:p>
        </p:txBody>
      </p:sp>
      <p:sp>
        <p:nvSpPr>
          <p:cNvPr id="14" name="Content Placeholder 5">
            <a:extLst>
              <a:ext uri="{FF2B5EF4-FFF2-40B4-BE49-F238E27FC236}">
                <a16:creationId xmlns:a16="http://schemas.microsoft.com/office/drawing/2014/main" id="{BB8A6172-AE64-83CA-0DC6-104F29AF4B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pic>
        <p:nvPicPr>
          <p:cNvPr id="22" name="Content Placeholder 7">
            <a:extLst>
              <a:ext uri="{FF2B5EF4-FFF2-40B4-BE49-F238E27FC236}">
                <a16:creationId xmlns:a16="http://schemas.microsoft.com/office/drawing/2014/main" id="{17C790C0-7550-FFE6-6B3E-49642A52DBD0}"/>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4873197" y="6130360"/>
            <a:ext cx="2445605" cy="725029"/>
          </a:xfrm>
          <a:prstGeom prst="rect">
            <a:avLst/>
          </a:prstGeom>
        </p:spPr>
      </p:pic>
      <p:grpSp>
        <p:nvGrpSpPr>
          <p:cNvPr id="8" name="Group 7">
            <a:extLst>
              <a:ext uri="{FF2B5EF4-FFF2-40B4-BE49-F238E27FC236}">
                <a16:creationId xmlns:a16="http://schemas.microsoft.com/office/drawing/2014/main" id="{34DDAF54-FB5A-7900-647E-A4B4F8DB9CA7}"/>
              </a:ext>
            </a:extLst>
          </p:cNvPr>
          <p:cNvGrpSpPr/>
          <p:nvPr/>
        </p:nvGrpSpPr>
        <p:grpSpPr>
          <a:xfrm>
            <a:off x="3969679" y="2788392"/>
            <a:ext cx="4076549" cy="2833377"/>
            <a:chOff x="3969679" y="2788392"/>
            <a:chExt cx="4076549" cy="2833377"/>
          </a:xfrm>
        </p:grpSpPr>
        <p:pic>
          <p:nvPicPr>
            <p:cNvPr id="35" name="Content Placeholder 11">
              <a:extLst>
                <a:ext uri="{FF2B5EF4-FFF2-40B4-BE49-F238E27FC236}">
                  <a16:creationId xmlns:a16="http://schemas.microsoft.com/office/drawing/2014/main" id="{83CB3557-326C-C287-63AB-E40D4D5733A1}"/>
                </a:ext>
              </a:extLst>
            </p:cNvPr>
            <p:cNvPicPr>
              <a:picLocks noChangeAspect="1"/>
            </p:cNvPicPr>
            <p:nvPr/>
          </p:nvPicPr>
          <p:blipFill>
            <a:blip r:embed="rId4">
              <a:extLst>
                <a:ext uri="{28A0092B-C50C-407E-A947-70E740481C1C}">
                  <a14:useLocalDpi xmlns:a14="http://schemas.microsoft.com/office/drawing/2010/main" val="0"/>
                </a:ext>
              </a:extLst>
            </a:blip>
            <a:srcRect l="80332" t="46" r="10" b="80370"/>
            <a:stretch>
              <a:fillRect/>
            </a:stretch>
          </p:blipFill>
          <p:spPr>
            <a:xfrm>
              <a:off x="4189173" y="2788392"/>
              <a:ext cx="3793147" cy="2550899"/>
            </a:xfrm>
            <a:prstGeom prst="rect">
              <a:avLst/>
            </a:prstGeom>
          </p:spPr>
        </p:pic>
        <p:pic>
          <p:nvPicPr>
            <p:cNvPr id="37" name="Content Placeholder 11">
              <a:extLst>
                <a:ext uri="{FF2B5EF4-FFF2-40B4-BE49-F238E27FC236}">
                  <a16:creationId xmlns:a16="http://schemas.microsoft.com/office/drawing/2014/main" id="{744FD7EB-6B7D-03A6-28C7-01CD533C0B4E}"/>
                </a:ext>
              </a:extLst>
            </p:cNvPr>
            <p:cNvPicPr>
              <a:picLocks noChangeAspect="1"/>
            </p:cNvPicPr>
            <p:nvPr/>
          </p:nvPicPr>
          <p:blipFill>
            <a:blip r:embed="rId4">
              <a:extLst>
                <a:ext uri="{28A0092B-C50C-407E-A947-70E740481C1C}">
                  <a14:useLocalDpi xmlns:a14="http://schemas.microsoft.com/office/drawing/2010/main" val="0"/>
                </a:ext>
              </a:extLst>
            </a:blip>
            <a:srcRect l="4350" t="94588" r="77762" b="2990"/>
            <a:stretch>
              <a:fillRect/>
            </a:stretch>
          </p:blipFill>
          <p:spPr>
            <a:xfrm>
              <a:off x="4594701" y="5207681"/>
              <a:ext cx="3451527" cy="315484"/>
            </a:xfrm>
            <a:prstGeom prst="rect">
              <a:avLst/>
            </a:prstGeom>
          </p:spPr>
        </p:pic>
        <p:pic>
          <p:nvPicPr>
            <p:cNvPr id="40" name="Content Placeholder 11">
              <a:extLst>
                <a:ext uri="{FF2B5EF4-FFF2-40B4-BE49-F238E27FC236}">
                  <a16:creationId xmlns:a16="http://schemas.microsoft.com/office/drawing/2014/main" id="{97F15C4F-F9D4-78D3-88B1-63B83C598B6E}"/>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9" name="Group 8">
            <a:extLst>
              <a:ext uri="{FF2B5EF4-FFF2-40B4-BE49-F238E27FC236}">
                <a16:creationId xmlns:a16="http://schemas.microsoft.com/office/drawing/2014/main" id="{3A7AA99A-30CA-6EB5-CD11-E62A0866A4F2}"/>
              </a:ext>
            </a:extLst>
          </p:cNvPr>
          <p:cNvGrpSpPr/>
          <p:nvPr/>
        </p:nvGrpSpPr>
        <p:grpSpPr>
          <a:xfrm>
            <a:off x="8137083" y="2517646"/>
            <a:ext cx="3747295" cy="3506994"/>
            <a:chOff x="8137083" y="2517646"/>
            <a:chExt cx="3747295" cy="3506994"/>
          </a:xfrm>
        </p:grpSpPr>
        <p:pic>
          <p:nvPicPr>
            <p:cNvPr id="43" name="Content Placeholder 15">
              <a:extLst>
                <a:ext uri="{FF2B5EF4-FFF2-40B4-BE49-F238E27FC236}">
                  <a16:creationId xmlns:a16="http://schemas.microsoft.com/office/drawing/2014/main" id="{FDF5DBC0-A2D6-4E8F-03CB-37A7B31C7F47}"/>
                </a:ext>
              </a:extLst>
            </p:cNvPr>
            <p:cNvPicPr>
              <a:picLocks noChangeAspect="1"/>
            </p:cNvPicPr>
            <p:nvPr/>
          </p:nvPicPr>
          <p:blipFill>
            <a:blip r:embed="rId5">
              <a:extLst>
                <a:ext uri="{28A0092B-C50C-407E-A947-70E740481C1C}">
                  <a14:useLocalDpi xmlns:a14="http://schemas.microsoft.com/office/drawing/2010/main" val="0"/>
                </a:ext>
              </a:extLst>
            </a:blip>
            <a:srcRect l="80502" t="198" r="338" b="80750"/>
            <a:stretch>
              <a:fillRect/>
            </a:stretch>
          </p:blipFill>
          <p:spPr>
            <a:xfrm>
              <a:off x="8442708" y="2735681"/>
              <a:ext cx="3416270" cy="2675383"/>
            </a:xfrm>
            <a:prstGeom prst="rect">
              <a:avLst/>
            </a:prstGeom>
          </p:spPr>
        </p:pic>
        <p:pic>
          <p:nvPicPr>
            <p:cNvPr id="44" name="Content Placeholder 15">
              <a:extLst>
                <a:ext uri="{FF2B5EF4-FFF2-40B4-BE49-F238E27FC236}">
                  <a16:creationId xmlns:a16="http://schemas.microsoft.com/office/drawing/2014/main" id="{4AA5D260-7B63-2C90-E697-09AC4869F06E}"/>
                </a:ext>
              </a:extLst>
            </p:cNvPr>
            <p:cNvPicPr>
              <a:picLocks noChangeAspect="1"/>
            </p:cNvPicPr>
            <p:nvPr/>
          </p:nvPicPr>
          <p:blipFill>
            <a:blip r:embed="rId5">
              <a:extLst>
                <a:ext uri="{28A0092B-C50C-407E-A947-70E740481C1C}">
                  <a14:useLocalDpi xmlns:a14="http://schemas.microsoft.com/office/drawing/2010/main" val="0"/>
                </a:ext>
              </a:extLst>
            </a:blip>
            <a:srcRect l="5041" t="94623" r="78278" b="3073"/>
            <a:stretch>
              <a:fillRect/>
            </a:stretch>
          </p:blipFill>
          <p:spPr>
            <a:xfrm>
              <a:off x="8910161" y="5392014"/>
              <a:ext cx="2974217" cy="323634"/>
            </a:xfrm>
            <a:prstGeom prst="rect">
              <a:avLst/>
            </a:prstGeom>
          </p:spPr>
        </p:pic>
        <p:pic>
          <p:nvPicPr>
            <p:cNvPr id="47" name="Content Placeholder 15">
              <a:extLst>
                <a:ext uri="{FF2B5EF4-FFF2-40B4-BE49-F238E27FC236}">
                  <a16:creationId xmlns:a16="http://schemas.microsoft.com/office/drawing/2014/main" id="{7A79FF59-43C9-BB41-4E27-5D7613065F4F}"/>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grpSp>
        <p:nvGrpSpPr>
          <p:cNvPr id="12" name="Group 11">
            <a:extLst>
              <a:ext uri="{FF2B5EF4-FFF2-40B4-BE49-F238E27FC236}">
                <a16:creationId xmlns:a16="http://schemas.microsoft.com/office/drawing/2014/main" id="{9B0458AC-7FDA-3D37-5FE3-9AA972749FE6}"/>
              </a:ext>
            </a:extLst>
          </p:cNvPr>
          <p:cNvGrpSpPr/>
          <p:nvPr/>
        </p:nvGrpSpPr>
        <p:grpSpPr>
          <a:xfrm>
            <a:off x="77272" y="1549332"/>
            <a:ext cx="3829157" cy="4027987"/>
            <a:chOff x="77272" y="1549332"/>
            <a:chExt cx="3829157" cy="4027987"/>
          </a:xfrm>
        </p:grpSpPr>
        <p:pic>
          <p:nvPicPr>
            <p:cNvPr id="13" name="Content Placeholder 7">
              <a:extLst>
                <a:ext uri="{FF2B5EF4-FFF2-40B4-BE49-F238E27FC236}">
                  <a16:creationId xmlns:a16="http://schemas.microsoft.com/office/drawing/2014/main" id="{C992CD4A-3AE4-00A4-D1EB-97F4CEA4A238}"/>
                </a:ext>
              </a:extLst>
            </p:cNvPr>
            <p:cNvPicPr>
              <a:picLocks noChangeAspect="1"/>
            </p:cNvPicPr>
            <p:nvPr/>
          </p:nvPicPr>
          <p:blipFill>
            <a:blip r:embed="rId3">
              <a:extLst>
                <a:ext uri="{28A0092B-C50C-407E-A947-70E740481C1C}">
                  <a14:useLocalDpi xmlns:a14="http://schemas.microsoft.com/office/drawing/2010/main" val="0"/>
                </a:ext>
              </a:extLst>
            </a:blip>
            <a:srcRect l="1527" t="157" r="96052" b="80479"/>
            <a:stretch>
              <a:fillRect/>
            </a:stretch>
          </p:blipFill>
          <p:spPr>
            <a:xfrm>
              <a:off x="363132" y="2803931"/>
              <a:ext cx="489022" cy="2581857"/>
            </a:xfrm>
            <a:prstGeom prst="rect">
              <a:avLst/>
            </a:prstGeom>
          </p:spPr>
        </p:pic>
        <p:pic>
          <p:nvPicPr>
            <p:cNvPr id="15" name="Content Placeholder 7">
              <a:extLst>
                <a:ext uri="{FF2B5EF4-FFF2-40B4-BE49-F238E27FC236}">
                  <a16:creationId xmlns:a16="http://schemas.microsoft.com/office/drawing/2014/main" id="{65877C02-7A2D-A999-0CBE-E04D1F99CFC4}"/>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77272" y="1549332"/>
              <a:ext cx="2135750" cy="1545963"/>
            </a:xfrm>
            <a:prstGeom prst="rect">
              <a:avLst/>
            </a:prstGeom>
          </p:spPr>
        </p:pic>
        <p:pic>
          <p:nvPicPr>
            <p:cNvPr id="16" name="Content Placeholder 7">
              <a:extLst>
                <a:ext uri="{FF2B5EF4-FFF2-40B4-BE49-F238E27FC236}">
                  <a16:creationId xmlns:a16="http://schemas.microsoft.com/office/drawing/2014/main" id="{13CC2665-E4C0-9F71-62C1-DB346CF4E7D9}"/>
                </a:ext>
              </a:extLst>
            </p:cNvPr>
            <p:cNvPicPr>
              <a:picLocks noChangeAspect="1"/>
            </p:cNvPicPr>
            <p:nvPr/>
          </p:nvPicPr>
          <p:blipFill>
            <a:blip r:embed="rId3">
              <a:extLst>
                <a:ext uri="{28A0092B-C50C-407E-A947-70E740481C1C}">
                  <a14:useLocalDpi xmlns:a14="http://schemas.microsoft.com/office/drawing/2010/main" val="0"/>
                </a:ext>
              </a:extLst>
            </a:blip>
            <a:srcRect l="65242" t="170" r="19531" b="80466"/>
            <a:stretch>
              <a:fillRect/>
            </a:stretch>
          </p:blipFill>
          <p:spPr>
            <a:xfrm>
              <a:off x="696206" y="2826644"/>
              <a:ext cx="3075670" cy="2581857"/>
            </a:xfrm>
            <a:prstGeom prst="rect">
              <a:avLst/>
            </a:prstGeom>
          </p:spPr>
        </p:pic>
        <p:pic>
          <p:nvPicPr>
            <p:cNvPr id="17" name="Content Placeholder 7">
              <a:extLst>
                <a:ext uri="{FF2B5EF4-FFF2-40B4-BE49-F238E27FC236}">
                  <a16:creationId xmlns:a16="http://schemas.microsoft.com/office/drawing/2014/main" id="{24C5F617-8FDB-90A3-6D97-CEFE55120829}"/>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18" name="Content Placeholder 7">
              <a:extLst>
                <a:ext uri="{FF2B5EF4-FFF2-40B4-BE49-F238E27FC236}">
                  <a16:creationId xmlns:a16="http://schemas.microsoft.com/office/drawing/2014/main" id="{1AA145AC-1968-D740-A4D2-A0ACDBF29738}"/>
                </a:ext>
              </a:extLst>
            </p:cNvPr>
            <p:cNvPicPr>
              <a:picLocks noChangeAspect="1"/>
            </p:cNvPicPr>
            <p:nvPr/>
          </p:nvPicPr>
          <p:blipFill>
            <a:blip r:embed="rId3">
              <a:extLst>
                <a:ext uri="{28A0092B-C50C-407E-A947-70E740481C1C}">
                  <a14:useLocalDpi xmlns:a14="http://schemas.microsoft.com/office/drawing/2010/main" val="0"/>
                </a:ext>
              </a:extLst>
            </a:blip>
            <a:srcRect l="1804" t="94417" r="80883" b="3117"/>
            <a:stretch>
              <a:fillRect/>
            </a:stretch>
          </p:blipFill>
          <p:spPr>
            <a:xfrm>
              <a:off x="409628" y="5248568"/>
              <a:ext cx="3496801" cy="328751"/>
            </a:xfrm>
            <a:prstGeom prst="rect">
              <a:avLst/>
            </a:prstGeom>
          </p:spPr>
        </p:pic>
      </p:grpSp>
    </p:spTree>
    <p:extLst>
      <p:ext uri="{BB962C8B-B14F-4D97-AF65-F5344CB8AC3E}">
        <p14:creationId xmlns:p14="http://schemas.microsoft.com/office/powerpoint/2010/main" val="1825651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A1FF7-206D-5910-E2EA-B0BF6772FC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26F797-3CB6-9A8A-6EF7-869E522AACE4}"/>
              </a:ext>
            </a:extLst>
          </p:cNvPr>
          <p:cNvSpPr>
            <a:spLocks noGrp="1"/>
          </p:cNvSpPr>
          <p:nvPr>
            <p:ph type="title"/>
          </p:nvPr>
        </p:nvSpPr>
        <p:spPr>
          <a:xfrm>
            <a:off x="827946" y="519426"/>
            <a:ext cx="10515600" cy="1325563"/>
          </a:xfrm>
        </p:spPr>
        <p:txBody>
          <a:bodyPr>
            <a:normAutofit/>
          </a:bodyPr>
          <a:lstStyle/>
          <a:p>
            <a:pPr algn="ctr"/>
            <a:r>
              <a:rPr lang="en-US" sz="3600" i="1" dirty="0"/>
              <a:t>S. leucopsarus </a:t>
            </a:r>
            <a:r>
              <a:rPr lang="en-US" sz="3600" dirty="0"/>
              <a:t>– most abundant at deepest depths at night AND shallowest depths during the day</a:t>
            </a:r>
          </a:p>
        </p:txBody>
      </p:sp>
      <p:sp>
        <p:nvSpPr>
          <p:cNvPr id="14" name="Content Placeholder 5">
            <a:extLst>
              <a:ext uri="{FF2B5EF4-FFF2-40B4-BE49-F238E27FC236}">
                <a16:creationId xmlns:a16="http://schemas.microsoft.com/office/drawing/2014/main" id="{ABAB50FB-43DF-DB40-CDEC-508B86F680AE}"/>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pic>
        <p:nvPicPr>
          <p:cNvPr id="22" name="Content Placeholder 7">
            <a:extLst>
              <a:ext uri="{FF2B5EF4-FFF2-40B4-BE49-F238E27FC236}">
                <a16:creationId xmlns:a16="http://schemas.microsoft.com/office/drawing/2014/main" id="{0EA7A00B-7363-D9FD-B4B6-6BD4E5B265E3}"/>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4873197" y="6130360"/>
            <a:ext cx="2445605" cy="725029"/>
          </a:xfrm>
          <a:prstGeom prst="rect">
            <a:avLst/>
          </a:prstGeom>
        </p:spPr>
      </p:pic>
      <p:grpSp>
        <p:nvGrpSpPr>
          <p:cNvPr id="7" name="Group 6">
            <a:extLst>
              <a:ext uri="{FF2B5EF4-FFF2-40B4-BE49-F238E27FC236}">
                <a16:creationId xmlns:a16="http://schemas.microsoft.com/office/drawing/2014/main" id="{C696534B-CEA1-D35C-33FC-63CF1489FF88}"/>
              </a:ext>
            </a:extLst>
          </p:cNvPr>
          <p:cNvGrpSpPr/>
          <p:nvPr/>
        </p:nvGrpSpPr>
        <p:grpSpPr>
          <a:xfrm>
            <a:off x="3969679" y="2788392"/>
            <a:ext cx="4012641" cy="2833377"/>
            <a:chOff x="3969679" y="2788392"/>
            <a:chExt cx="4012641" cy="2833377"/>
          </a:xfrm>
        </p:grpSpPr>
        <p:pic>
          <p:nvPicPr>
            <p:cNvPr id="35" name="Content Placeholder 11">
              <a:extLst>
                <a:ext uri="{FF2B5EF4-FFF2-40B4-BE49-F238E27FC236}">
                  <a16:creationId xmlns:a16="http://schemas.microsoft.com/office/drawing/2014/main" id="{85E3EB52-1EC1-CE55-3E6E-BAE7E0A6A31B}"/>
                </a:ext>
              </a:extLst>
            </p:cNvPr>
            <p:cNvPicPr>
              <a:picLocks noChangeAspect="1"/>
            </p:cNvPicPr>
            <p:nvPr/>
          </p:nvPicPr>
          <p:blipFill>
            <a:blip r:embed="rId4">
              <a:extLst>
                <a:ext uri="{28A0092B-C50C-407E-A947-70E740481C1C}">
                  <a14:useLocalDpi xmlns:a14="http://schemas.microsoft.com/office/drawing/2010/main" val="0"/>
                </a:ext>
              </a:extLst>
            </a:blip>
            <a:srcRect l="22447" t="76477" r="57895" b="2785"/>
            <a:stretch>
              <a:fillRect/>
            </a:stretch>
          </p:blipFill>
          <p:spPr>
            <a:xfrm>
              <a:off x="4189173" y="2788392"/>
              <a:ext cx="3793147" cy="2701251"/>
            </a:xfrm>
            <a:prstGeom prst="rect">
              <a:avLst/>
            </a:prstGeom>
          </p:spPr>
        </p:pic>
        <p:pic>
          <p:nvPicPr>
            <p:cNvPr id="40" name="Content Placeholder 11">
              <a:extLst>
                <a:ext uri="{FF2B5EF4-FFF2-40B4-BE49-F238E27FC236}">
                  <a16:creationId xmlns:a16="http://schemas.microsoft.com/office/drawing/2014/main" id="{2AC621C9-1458-AE89-F5B9-7A343C95152D}"/>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10" name="Group 9">
            <a:extLst>
              <a:ext uri="{FF2B5EF4-FFF2-40B4-BE49-F238E27FC236}">
                <a16:creationId xmlns:a16="http://schemas.microsoft.com/office/drawing/2014/main" id="{276BAB15-F78B-1DDB-8B38-4B401D3961DC}"/>
              </a:ext>
            </a:extLst>
          </p:cNvPr>
          <p:cNvGrpSpPr/>
          <p:nvPr/>
        </p:nvGrpSpPr>
        <p:grpSpPr>
          <a:xfrm>
            <a:off x="8137083" y="2517646"/>
            <a:ext cx="3721895" cy="3506994"/>
            <a:chOff x="8137083" y="2517646"/>
            <a:chExt cx="3721895" cy="3506994"/>
          </a:xfrm>
        </p:grpSpPr>
        <p:pic>
          <p:nvPicPr>
            <p:cNvPr id="43" name="Content Placeholder 15">
              <a:extLst>
                <a:ext uri="{FF2B5EF4-FFF2-40B4-BE49-F238E27FC236}">
                  <a16:creationId xmlns:a16="http://schemas.microsoft.com/office/drawing/2014/main" id="{1DF59FAF-5FEE-B57D-3325-F5D05A20D9EF}"/>
                </a:ext>
              </a:extLst>
            </p:cNvPr>
            <p:cNvPicPr>
              <a:picLocks noChangeAspect="1"/>
            </p:cNvPicPr>
            <p:nvPr/>
          </p:nvPicPr>
          <p:blipFill>
            <a:blip r:embed="rId5">
              <a:extLst>
                <a:ext uri="{28A0092B-C50C-407E-A947-70E740481C1C}">
                  <a14:useLocalDpi xmlns:a14="http://schemas.microsoft.com/office/drawing/2010/main" val="0"/>
                </a:ext>
              </a:extLst>
            </a:blip>
            <a:srcRect l="21679" t="76503" r="59161" b="2945"/>
            <a:stretch>
              <a:fillRect/>
            </a:stretch>
          </p:blipFill>
          <p:spPr>
            <a:xfrm>
              <a:off x="8442708" y="2735681"/>
              <a:ext cx="3416270" cy="2886088"/>
            </a:xfrm>
            <a:prstGeom prst="rect">
              <a:avLst/>
            </a:prstGeom>
          </p:spPr>
        </p:pic>
        <p:pic>
          <p:nvPicPr>
            <p:cNvPr id="47" name="Content Placeholder 15">
              <a:extLst>
                <a:ext uri="{FF2B5EF4-FFF2-40B4-BE49-F238E27FC236}">
                  <a16:creationId xmlns:a16="http://schemas.microsoft.com/office/drawing/2014/main" id="{106AFA60-DA8F-EB1D-8014-CA09B75D1814}"/>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4" name="Content Placeholder 7">
            <a:extLst>
              <a:ext uri="{FF2B5EF4-FFF2-40B4-BE49-F238E27FC236}">
                <a16:creationId xmlns:a16="http://schemas.microsoft.com/office/drawing/2014/main" id="{2A7868B5-C7CC-2198-2070-6C8F5EB5A2F5}"/>
              </a:ext>
            </a:extLst>
          </p:cNvPr>
          <p:cNvPicPr>
            <a:picLocks noChangeAspect="1"/>
          </p:cNvPicPr>
          <p:nvPr/>
        </p:nvPicPr>
        <p:blipFill>
          <a:blip r:embed="rId3">
            <a:extLst>
              <a:ext uri="{28A0092B-C50C-407E-A947-70E740481C1C}">
                <a14:useLocalDpi xmlns:a14="http://schemas.microsoft.com/office/drawing/2010/main" val="0"/>
              </a:ext>
            </a:extLst>
          </a:blip>
          <a:srcRect l="1527" t="157" r="96052" b="80479"/>
          <a:stretch>
            <a:fillRect/>
          </a:stretch>
        </p:blipFill>
        <p:spPr>
          <a:xfrm>
            <a:off x="363132" y="2803931"/>
            <a:ext cx="489022" cy="2581857"/>
          </a:xfrm>
          <a:prstGeom prst="rect">
            <a:avLst/>
          </a:prstGeom>
        </p:spPr>
      </p:pic>
      <p:pic>
        <p:nvPicPr>
          <p:cNvPr id="32" name="Content Placeholder 7">
            <a:extLst>
              <a:ext uri="{FF2B5EF4-FFF2-40B4-BE49-F238E27FC236}">
                <a16:creationId xmlns:a16="http://schemas.microsoft.com/office/drawing/2014/main" id="{4569996E-C105-7642-3257-142361B86890}"/>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77272" y="1549332"/>
            <a:ext cx="2135750" cy="1545963"/>
          </a:xfrm>
          <a:prstGeom prst="rect">
            <a:avLst/>
          </a:prstGeom>
        </p:spPr>
      </p:pic>
      <p:pic>
        <p:nvPicPr>
          <p:cNvPr id="20" name="Content Placeholder 7">
            <a:extLst>
              <a:ext uri="{FF2B5EF4-FFF2-40B4-BE49-F238E27FC236}">
                <a16:creationId xmlns:a16="http://schemas.microsoft.com/office/drawing/2014/main" id="{5C5EF605-9DB9-5F1C-AD4E-9EA50A24545C}"/>
              </a:ext>
            </a:extLst>
          </p:cNvPr>
          <p:cNvPicPr>
            <a:picLocks noChangeAspect="1"/>
          </p:cNvPicPr>
          <p:nvPr/>
        </p:nvPicPr>
        <p:blipFill>
          <a:blip r:embed="rId3">
            <a:extLst>
              <a:ext uri="{28A0092B-C50C-407E-A947-70E740481C1C}">
                <a14:useLocalDpi xmlns:a14="http://schemas.microsoft.com/office/drawing/2010/main" val="0"/>
              </a:ext>
            </a:extLst>
          </a:blip>
          <a:srcRect l="18734" t="76377" r="66039" b="2641"/>
          <a:stretch>
            <a:fillRect/>
          </a:stretch>
        </p:blipFill>
        <p:spPr>
          <a:xfrm>
            <a:off x="740656" y="2824095"/>
            <a:ext cx="3075670" cy="2797674"/>
          </a:xfrm>
          <a:prstGeom prst="rect">
            <a:avLst/>
          </a:prstGeom>
        </p:spPr>
      </p:pic>
      <p:pic>
        <p:nvPicPr>
          <p:cNvPr id="24" name="Content Placeholder 7">
            <a:extLst>
              <a:ext uri="{FF2B5EF4-FFF2-40B4-BE49-F238E27FC236}">
                <a16:creationId xmlns:a16="http://schemas.microsoft.com/office/drawing/2014/main" id="{D6E184C8-A957-89F2-A809-833D053A5ADF}"/>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spTree>
    <p:extLst>
      <p:ext uri="{BB962C8B-B14F-4D97-AF65-F5344CB8AC3E}">
        <p14:creationId xmlns:p14="http://schemas.microsoft.com/office/powerpoint/2010/main" val="27839496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B3A85-FF15-2E24-EA6C-ADE5E4905FFA}"/>
              </a:ext>
            </a:extLst>
          </p:cNvPr>
          <p:cNvSpPr>
            <a:spLocks noGrp="1"/>
          </p:cNvSpPr>
          <p:nvPr>
            <p:ph type="title"/>
          </p:nvPr>
        </p:nvSpPr>
        <p:spPr/>
        <p:txBody>
          <a:bodyPr>
            <a:normAutofit/>
          </a:bodyPr>
          <a:lstStyle/>
          <a:p>
            <a:r>
              <a:rPr lang="en-US" sz="3600" dirty="0"/>
              <a:t>Conclusions</a:t>
            </a:r>
          </a:p>
        </p:txBody>
      </p:sp>
      <p:sp>
        <p:nvSpPr>
          <p:cNvPr id="3" name="Content Placeholder 2">
            <a:extLst>
              <a:ext uri="{FF2B5EF4-FFF2-40B4-BE49-F238E27FC236}">
                <a16:creationId xmlns:a16="http://schemas.microsoft.com/office/drawing/2014/main" id="{83096D75-D04D-1D5E-BAB4-CA4D9F65201A}"/>
              </a:ext>
            </a:extLst>
          </p:cNvPr>
          <p:cNvSpPr>
            <a:spLocks noGrp="1"/>
          </p:cNvSpPr>
          <p:nvPr>
            <p:ph idx="1"/>
          </p:nvPr>
        </p:nvSpPr>
        <p:spPr/>
        <p:txBody>
          <a:bodyPr>
            <a:normAutofit/>
          </a:bodyPr>
          <a:lstStyle/>
          <a:p>
            <a:r>
              <a:rPr lang="en-US" sz="2600" dirty="0"/>
              <a:t>The NCC LFC clusters into ecologically distinct assemblages during winter</a:t>
            </a:r>
          </a:p>
          <a:p>
            <a:pPr lvl="1"/>
            <a:r>
              <a:rPr lang="en-US" dirty="0"/>
              <a:t>Cluster distributions align with adult habitat affinities </a:t>
            </a:r>
            <a:r>
              <a:rPr lang="en-US" sz="2000" dirty="0"/>
              <a:t>(Doyle et al., 2002)</a:t>
            </a:r>
          </a:p>
          <a:p>
            <a:pPr marL="457200" lvl="1" indent="0">
              <a:buNone/>
            </a:pPr>
            <a:endParaRPr lang="en-US" sz="2000" dirty="0"/>
          </a:p>
          <a:p>
            <a:r>
              <a:rPr lang="en-US" sz="2600" dirty="0"/>
              <a:t>Winter ichthyoplankton assemblages are significantly influenced by spatiotemporal and environmental factors.</a:t>
            </a:r>
          </a:p>
          <a:p>
            <a:pPr lvl="1"/>
            <a:r>
              <a:rPr lang="en-US" dirty="0"/>
              <a:t>Depth </a:t>
            </a:r>
            <a:r>
              <a:rPr lang="en-US" sz="2000" dirty="0"/>
              <a:t>(Thompson et al., 2014; Rodriguez et al., 2015)</a:t>
            </a:r>
          </a:p>
          <a:p>
            <a:pPr lvl="1"/>
            <a:r>
              <a:rPr lang="en-US" dirty="0"/>
              <a:t>Shelf-slope break </a:t>
            </a:r>
            <a:r>
              <a:rPr lang="en-US" sz="2000" dirty="0"/>
              <a:t>(Doyle et al., 2002; Auth, 2011)</a:t>
            </a:r>
          </a:p>
          <a:p>
            <a:pPr lvl="1"/>
            <a:r>
              <a:rPr lang="en-US" dirty="0"/>
              <a:t>Temperature, DO, and chl-</a:t>
            </a:r>
            <a:r>
              <a:rPr lang="en-US" i="1" dirty="0"/>
              <a:t>a</a:t>
            </a:r>
            <a:r>
              <a:rPr lang="en-US" dirty="0"/>
              <a:t> </a:t>
            </a:r>
            <a:r>
              <a:rPr lang="en-US" sz="2000" dirty="0"/>
              <a:t>(Auth, 2011; Thompson et al., 2014; Chen et al., 2025)</a:t>
            </a:r>
          </a:p>
          <a:p>
            <a:pPr lvl="1"/>
            <a:endParaRPr lang="en-US" dirty="0"/>
          </a:p>
        </p:txBody>
      </p:sp>
    </p:spTree>
    <p:extLst>
      <p:ext uri="{BB962C8B-B14F-4D97-AF65-F5344CB8AC3E}">
        <p14:creationId xmlns:p14="http://schemas.microsoft.com/office/powerpoint/2010/main" val="3961457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72FA1-2133-5658-44E5-1B2676195C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69B80D-97BA-366D-6087-ADA04EA737B7}"/>
              </a:ext>
            </a:extLst>
          </p:cNvPr>
          <p:cNvSpPr>
            <a:spLocks noGrp="1"/>
          </p:cNvSpPr>
          <p:nvPr>
            <p:ph type="title"/>
          </p:nvPr>
        </p:nvSpPr>
        <p:spPr/>
        <p:txBody>
          <a:bodyPr>
            <a:normAutofit/>
          </a:bodyPr>
          <a:lstStyle/>
          <a:p>
            <a:r>
              <a:rPr lang="en-US" sz="3600" dirty="0"/>
              <a:t>Conclusions </a:t>
            </a:r>
            <a:r>
              <a:rPr lang="en-US" sz="3200" dirty="0"/>
              <a:t>(continued)</a:t>
            </a:r>
          </a:p>
        </p:txBody>
      </p:sp>
      <p:sp>
        <p:nvSpPr>
          <p:cNvPr id="3" name="Content Placeholder 2">
            <a:extLst>
              <a:ext uri="{FF2B5EF4-FFF2-40B4-BE49-F238E27FC236}">
                <a16:creationId xmlns:a16="http://schemas.microsoft.com/office/drawing/2014/main" id="{B99AE6ED-9701-79F4-3025-927EC8F0DEEB}"/>
              </a:ext>
            </a:extLst>
          </p:cNvPr>
          <p:cNvSpPr>
            <a:spLocks noGrp="1"/>
          </p:cNvSpPr>
          <p:nvPr>
            <p:ph idx="1"/>
          </p:nvPr>
        </p:nvSpPr>
        <p:spPr/>
        <p:txBody>
          <a:bodyPr>
            <a:normAutofit/>
          </a:bodyPr>
          <a:lstStyle/>
          <a:p>
            <a:r>
              <a:rPr lang="en-US" sz="2400" dirty="0"/>
              <a:t>No taxa in this study exhibited traditional DVM</a:t>
            </a:r>
          </a:p>
          <a:p>
            <a:pPr lvl="1"/>
            <a:r>
              <a:rPr lang="en-US" dirty="0"/>
              <a:t>Some taxa remained shallow at all times of day</a:t>
            </a:r>
          </a:p>
          <a:p>
            <a:pPr lvl="1"/>
            <a:r>
              <a:rPr lang="en-US" dirty="0"/>
              <a:t>Some taxa displayed potential dispersal at night</a:t>
            </a:r>
          </a:p>
          <a:p>
            <a:pPr lvl="1"/>
            <a:endParaRPr lang="en-US" dirty="0"/>
          </a:p>
        </p:txBody>
      </p:sp>
    </p:spTree>
    <p:extLst>
      <p:ext uri="{BB962C8B-B14F-4D97-AF65-F5344CB8AC3E}">
        <p14:creationId xmlns:p14="http://schemas.microsoft.com/office/powerpoint/2010/main" val="3239764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E2660-CCAF-C324-AEDC-DAB568204B99}"/>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5418ED-A63B-953F-40F8-8E5E3218F568}"/>
              </a:ext>
            </a:extLst>
          </p:cNvPr>
          <p:cNvSpPr>
            <a:spLocks noGrp="1"/>
          </p:cNvSpPr>
          <p:nvPr>
            <p:ph idx="1"/>
          </p:nvPr>
        </p:nvSpPr>
        <p:spPr/>
        <p:txBody>
          <a:bodyPr>
            <a:normAutofit/>
          </a:bodyPr>
          <a:lstStyle/>
          <a:p>
            <a:r>
              <a:rPr lang="en-US" sz="2400" dirty="0"/>
              <a:t>Add citations for any papers referenced in the previous slides (or do we include all that were in the paper?)</a:t>
            </a:r>
          </a:p>
        </p:txBody>
      </p:sp>
    </p:spTree>
    <p:extLst>
      <p:ext uri="{BB962C8B-B14F-4D97-AF65-F5344CB8AC3E}">
        <p14:creationId xmlns:p14="http://schemas.microsoft.com/office/powerpoint/2010/main" val="38283473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7F310-40D4-FD3B-A2A4-D56B260073C2}"/>
              </a:ext>
            </a:extLst>
          </p:cNvPr>
          <p:cNvSpPr>
            <a:spLocks noGrp="1"/>
          </p:cNvSpPr>
          <p:nvPr>
            <p:ph type="title"/>
          </p:nvPr>
        </p:nvSpPr>
        <p:spPr/>
        <p:txBody>
          <a:bodyPr>
            <a:normAutofit/>
          </a:bodyPr>
          <a:lstStyle/>
          <a:p>
            <a:r>
              <a:rPr lang="en-US" sz="3600" dirty="0"/>
              <a:t>Acknowledgements</a:t>
            </a:r>
          </a:p>
        </p:txBody>
      </p:sp>
      <p:sp>
        <p:nvSpPr>
          <p:cNvPr id="3" name="Content Placeholder 2">
            <a:extLst>
              <a:ext uri="{FF2B5EF4-FFF2-40B4-BE49-F238E27FC236}">
                <a16:creationId xmlns:a16="http://schemas.microsoft.com/office/drawing/2014/main" id="{23DF3627-5C92-71DA-60C2-2A0207BA5B86}"/>
              </a:ext>
            </a:extLst>
          </p:cNvPr>
          <p:cNvSpPr>
            <a:spLocks noGrp="1"/>
          </p:cNvSpPr>
          <p:nvPr>
            <p:ph idx="1"/>
          </p:nvPr>
        </p:nvSpPr>
        <p:spPr/>
        <p:txBody>
          <a:bodyPr/>
          <a:lstStyle/>
          <a:p>
            <a:r>
              <a:rPr lang="en-US" dirty="0"/>
              <a:t>Luke A. Bobay </a:t>
            </a:r>
          </a:p>
          <a:p>
            <a:r>
              <a:rPr lang="en-US" dirty="0"/>
              <a:t>Nicholas Howard </a:t>
            </a:r>
          </a:p>
          <a:p>
            <a:r>
              <a:rPr lang="en-US" dirty="0"/>
              <a:t>Su Sponaugle</a:t>
            </a:r>
          </a:p>
          <a:p>
            <a:r>
              <a:rPr lang="en-US" dirty="0"/>
              <a:t>Who else to add? Sampling partners?</a:t>
            </a:r>
          </a:p>
        </p:txBody>
      </p:sp>
    </p:spTree>
    <p:extLst>
      <p:ext uri="{BB962C8B-B14F-4D97-AF65-F5344CB8AC3E}">
        <p14:creationId xmlns:p14="http://schemas.microsoft.com/office/powerpoint/2010/main" val="2771388592"/>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12081</TotalTime>
  <Words>3887</Words>
  <Application>Microsoft Office PowerPoint</Application>
  <PresentationFormat>Widescreen</PresentationFormat>
  <Paragraphs>334</Paragraphs>
  <Slides>27</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Calibri Light</vt:lpstr>
      <vt:lpstr>Office 2013 - 2022 Theme</vt:lpstr>
      <vt:lpstr>Environmental and spatiotemporal influences on winter ichthyoplankton assemblages of the northern California Current Ecosystem</vt:lpstr>
      <vt:lpstr>Introduction and Background</vt:lpstr>
      <vt:lpstr>Ichthyoplankton and the LFC</vt:lpstr>
      <vt:lpstr>Study area – northern California Current ecosystem (NCC)</vt:lpstr>
      <vt:lpstr>State of LFC knowledge in the NCC</vt:lpstr>
      <vt:lpstr>Objectives</vt:lpstr>
      <vt:lpstr>Sampling and Analysis Methods</vt:lpstr>
      <vt:lpstr>Sampling and data collection</vt:lpstr>
      <vt:lpstr>Data Analyses</vt:lpstr>
      <vt:lpstr>Results and Discussion</vt:lpstr>
      <vt:lpstr>Objective 1: Characterizing assemblages</vt:lpstr>
      <vt:lpstr>Cluster composition</vt:lpstr>
      <vt:lpstr>Cluster Distribution</vt:lpstr>
      <vt:lpstr>Cluster Distribution</vt:lpstr>
      <vt:lpstr>Objective 2: Influences on assemblages</vt:lpstr>
      <vt:lpstr>Db-RDA and VPA</vt:lpstr>
      <vt:lpstr>Db-RDA ordination</vt:lpstr>
      <vt:lpstr>Objective 3: Taxon-specific diel variation in vertical distribution</vt:lpstr>
      <vt:lpstr>Negative binomial GLMM</vt:lpstr>
      <vt:lpstr>Objective 3</vt:lpstr>
      <vt:lpstr>Agonidae – most abundant at deepest depths during the day</vt:lpstr>
      <vt:lpstr>L. ringens – most abundant at shallowest depths at night</vt:lpstr>
      <vt:lpstr>S. leucopsarus – most abundant at deepest depths at night AND shallowest depths during the day</vt:lpstr>
      <vt:lpstr>Conclusions</vt:lpstr>
      <vt:lpstr>Conclusions (continued)</vt:lpstr>
      <vt:lpstr>References</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2026-09-28T21:43:59Z</dcterms:created>
  <dcterms:modified xsi:type="dcterms:W3CDTF">2026-10-08T20:48:23Z</dcterms:modified>
</cp:coreProperties>
</file>