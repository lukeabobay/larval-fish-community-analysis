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91" r:id="rId2"/>
  </p:sldMasterIdLst>
  <p:notesMasterIdLst>
    <p:notesMasterId r:id="rId21"/>
  </p:notesMasterIdLst>
  <p:sldIdLst>
    <p:sldId id="256" r:id="rId3"/>
    <p:sldId id="300" r:id="rId4"/>
    <p:sldId id="304" r:id="rId5"/>
    <p:sldId id="305" r:id="rId6"/>
    <p:sldId id="306" r:id="rId7"/>
    <p:sldId id="307" r:id="rId8"/>
    <p:sldId id="308" r:id="rId9"/>
    <p:sldId id="309" r:id="rId10"/>
    <p:sldId id="288" r:id="rId11"/>
    <p:sldId id="310" r:id="rId12"/>
    <p:sldId id="311" r:id="rId13"/>
    <p:sldId id="312" r:id="rId14"/>
    <p:sldId id="313" r:id="rId15"/>
    <p:sldId id="303" r:id="rId16"/>
    <p:sldId id="315" r:id="rId17"/>
    <p:sldId id="317" r:id="rId18"/>
    <p:sldId id="316" r:id="rId19"/>
    <p:sldId id="302"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B1B1B"/>
    <a:srgbClr val="8C8C8C"/>
    <a:srgbClr val="AB7D29"/>
    <a:srgbClr val="E9DDC6"/>
    <a:srgbClr val="71AD2F"/>
    <a:srgbClr val="D9E9C7"/>
    <a:srgbClr val="E83992"/>
    <a:srgbClr val="F9C9E2"/>
    <a:srgbClr val="2BA681"/>
    <a:srgbClr val="C6E7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55" autoAdjust="0"/>
    <p:restoredTop sz="79563" autoAdjust="0"/>
  </p:normalViewPr>
  <p:slideViewPr>
    <p:cSldViewPr snapToGrid="0">
      <p:cViewPr varScale="1">
        <p:scale>
          <a:sx n="89" d="100"/>
          <a:sy n="89" d="100"/>
        </p:scale>
        <p:origin x="1008" y="56"/>
      </p:cViewPr>
      <p:guideLst>
        <p:guide orient="horz" pos="2160"/>
        <p:guide pos="3840"/>
      </p:guideLst>
    </p:cSldViewPr>
  </p:slideViewPr>
  <p:outlineViewPr>
    <p:cViewPr>
      <p:scale>
        <a:sx n="33" d="100"/>
        <a:sy n="33" d="100"/>
      </p:scale>
      <p:origin x="0" y="0"/>
    </p:cViewPr>
  </p:outlineViewPr>
  <p:notesTextViewPr>
    <p:cViewPr>
      <p:scale>
        <a:sx n="1" d="1"/>
        <a:sy n="1" d="1"/>
      </p:scale>
      <p:origin x="0" y="-88"/>
    </p:cViewPr>
  </p:notesTextViewPr>
  <p:sorterViewPr>
    <p:cViewPr>
      <p:scale>
        <a:sx n="100" d="100"/>
        <a:sy n="100" d="100"/>
      </p:scale>
      <p:origin x="0" y="0"/>
    </p:cViewPr>
  </p:sorterViewPr>
  <p:notesViewPr>
    <p:cSldViewPr snapToGrid="0">
      <p:cViewPr varScale="1">
        <p:scale>
          <a:sx n="85" d="100"/>
          <a:sy n="85" d="100"/>
        </p:scale>
        <p:origin x="3040" y="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modMainMaster addSection delSection modShowInfo">
      <pc:chgData name="McCloskey, Ross" userId="b1990487-ee44-4922-b58f-5b2980a02730" providerId="ADAL" clId="{7D443C21-FD7D-4E65-8C72-B41829F67170}" dt="2026-10-25T15:04:43.651" v="82865" actId="20577"/>
      <pc:docMkLst>
        <pc:docMk/>
      </pc:docMkLst>
      <pc:sldChg chg="addSp delSp modSp new mod modTransition setBg addAnim delAnim modAnim modShow modNotesTx">
        <pc:chgData name="McCloskey, Ross" userId="b1990487-ee44-4922-b58f-5b2980a02730" providerId="ADAL" clId="{7D443C21-FD7D-4E65-8C72-B41829F67170}" dt="2026-10-16T22:52:09.425" v="81292" actId="2711"/>
        <pc:sldMkLst>
          <pc:docMk/>
          <pc:sldMk cId="3761486538" sldId="256"/>
        </pc:sldMkLst>
        <pc:spChg chg="mod">
          <ac:chgData name="McCloskey, Ross" userId="b1990487-ee44-4922-b58f-5b2980a02730" providerId="ADAL" clId="{7D443C21-FD7D-4E65-8C72-B41829F67170}" dt="2026-10-15T19:45:03.481" v="75976" actId="14100"/>
          <ac:spMkLst>
            <pc:docMk/>
            <pc:sldMk cId="3761486538" sldId="256"/>
            <ac:spMk id="2" creationId="{9414B15A-1BA8-FAE0-F178-B785304BAB9C}"/>
          </ac:spMkLst>
        </pc:spChg>
        <pc:spChg chg="mod">
          <ac:chgData name="McCloskey, Ross" userId="b1990487-ee44-4922-b58f-5b2980a02730" providerId="ADAL" clId="{7D443C21-FD7D-4E65-8C72-B41829F67170}" dt="2026-10-16T22:52:09.425" v="81292" actId="2711"/>
          <ac:spMkLst>
            <pc:docMk/>
            <pc:sldMk cId="3761486538" sldId="256"/>
            <ac:spMk id="3" creationId="{762E0F39-94FA-771E-FB61-BEBEF98967E4}"/>
          </ac:spMkLst>
        </pc:spChg>
      </pc:sldChg>
      <pc:sldChg chg="addSp delSp modSp add mod ord modTransition modNotesTx">
        <pc:chgData name="McCloskey, Ross" userId="b1990487-ee44-4922-b58f-5b2980a02730" providerId="ADAL" clId="{7D443C21-FD7D-4E65-8C72-B41829F67170}" dt="2026-10-16T15:42:15.648" v="78833" actId="20577"/>
        <pc:sldMkLst>
          <pc:docMk/>
          <pc:sldMk cId="2979780820" sldId="288"/>
        </pc:sldMkLst>
        <pc:spChg chg="add mod">
          <ac:chgData name="McCloskey, Ross" userId="b1990487-ee44-4922-b58f-5b2980a02730" providerId="ADAL" clId="{7D443C21-FD7D-4E65-8C72-B41829F67170}" dt="2026-10-13T19:33:15.682" v="71283" actId="1076"/>
          <ac:spMkLst>
            <pc:docMk/>
            <pc:sldMk cId="2979780820" sldId="288"/>
            <ac:spMk id="6" creationId="{E242A782-57D3-6F26-CABC-E570319BF3BD}"/>
          </ac:spMkLst>
        </pc:spChg>
        <pc:spChg chg="add mod">
          <ac:chgData name="McCloskey, Ross" userId="b1990487-ee44-4922-b58f-5b2980a02730" providerId="ADAL" clId="{7D443C21-FD7D-4E65-8C72-B41829F67170}" dt="2026-10-13T19:33:31.152" v="71287" actId="20577"/>
          <ac:spMkLst>
            <pc:docMk/>
            <pc:sldMk cId="2979780820" sldId="288"/>
            <ac:spMk id="10" creationId="{F7B74914-9B8C-7BF5-14B9-726601EE67B0}"/>
          </ac:spMkLst>
        </pc:spChg>
        <pc:spChg chg="add mod">
          <ac:chgData name="McCloskey, Ross" userId="b1990487-ee44-4922-b58f-5b2980a02730" providerId="ADAL" clId="{7D443C21-FD7D-4E65-8C72-B41829F67170}" dt="2026-10-16T15:37:55.882" v="78260" actId="1076"/>
          <ac:spMkLst>
            <pc:docMk/>
            <pc:sldMk cId="2979780820" sldId="288"/>
            <ac:spMk id="12" creationId="{1A2642DB-1AE2-DBAC-27BF-8DBF9B115DDE}"/>
          </ac:spMkLst>
        </pc:spChg>
        <pc:spChg chg="add mod">
          <ac:chgData name="McCloskey, Ross" userId="b1990487-ee44-4922-b58f-5b2980a02730" providerId="ADAL" clId="{7D443C21-FD7D-4E65-8C72-B41829F67170}" dt="2026-10-13T19:33:41.478" v="71291" actId="20577"/>
          <ac:spMkLst>
            <pc:docMk/>
            <pc:sldMk cId="2979780820" sldId="288"/>
            <ac:spMk id="13" creationId="{316F7C08-A321-A5B7-393D-0A0A7DE3679B}"/>
          </ac:spMkLst>
        </pc:spChg>
        <pc:spChg chg="add mod">
          <ac:chgData name="McCloskey, Ross" userId="b1990487-ee44-4922-b58f-5b2980a02730" providerId="ADAL" clId="{7D443C21-FD7D-4E65-8C72-B41829F67170}" dt="2026-10-13T19:33:53.770" v="71295" actId="20577"/>
          <ac:spMkLst>
            <pc:docMk/>
            <pc:sldMk cId="2979780820" sldId="288"/>
            <ac:spMk id="16" creationId="{E5A2D7D2-8307-DE73-EB47-64E77A8E33FF}"/>
          </ac:spMkLst>
        </pc:spChg>
      </pc:sldChg>
      <pc:sldChg chg="addSp delSp modSp new mod modNotesTx">
        <pc:chgData name="McCloskey, Ross" userId="b1990487-ee44-4922-b58f-5b2980a02730" providerId="ADAL" clId="{7D443C21-FD7D-4E65-8C72-B41829F67170}" dt="2026-10-18T17:24:14.909" v="81914" actId="20577"/>
        <pc:sldMkLst>
          <pc:docMk/>
          <pc:sldMk cId="4238608532" sldId="300"/>
        </pc:sldMkLst>
        <pc:spChg chg="mod">
          <ac:chgData name="McCloskey, Ross" userId="b1990487-ee44-4922-b58f-5b2980a02730" providerId="ADAL" clId="{7D443C21-FD7D-4E65-8C72-B41829F67170}" dt="2026-10-15T20:50:51.200" v="77115" actId="20577"/>
          <ac:spMkLst>
            <pc:docMk/>
            <pc:sldMk cId="4238608532" sldId="300"/>
            <ac:spMk id="2" creationId="{0C2A03BB-0FF5-44D4-BA13-5A1E1B93F94B}"/>
          </ac:spMkLst>
        </pc:spChg>
        <pc:spChg chg="add mod">
          <ac:chgData name="McCloskey, Ross" userId="b1990487-ee44-4922-b58f-5b2980a02730" providerId="ADAL" clId="{7D443C21-FD7D-4E65-8C72-B41829F67170}" dt="2026-10-16T16:11:18.950" v="79515" actId="2711"/>
          <ac:spMkLst>
            <pc:docMk/>
            <pc:sldMk cId="4238608532" sldId="300"/>
            <ac:spMk id="7" creationId="{70931D8B-848E-BB7B-E38B-E945FFD32175}"/>
          </ac:spMkLst>
        </pc:spChg>
        <pc:spChg chg="add mod">
          <ac:chgData name="McCloskey, Ross" userId="b1990487-ee44-4922-b58f-5b2980a02730" providerId="ADAL" clId="{7D443C21-FD7D-4E65-8C72-B41829F67170}" dt="2026-10-16T22:00:29.269" v="80532" actId="255"/>
          <ac:spMkLst>
            <pc:docMk/>
            <pc:sldMk cId="4238608532" sldId="300"/>
            <ac:spMk id="9" creationId="{9535A180-B271-A324-4C3A-C6A0960C1611}"/>
          </ac:spMkLst>
        </pc:spChg>
      </pc:sldChg>
      <pc:sldChg chg="addSp delSp modSp add mod ord modClrScheme chgLayout modNotesTx">
        <pc:chgData name="McCloskey, Ross" userId="b1990487-ee44-4922-b58f-5b2980a02730" providerId="ADAL" clId="{7D443C21-FD7D-4E65-8C72-B41829F67170}" dt="2026-10-17T22:34:20.824" v="81827" actId="1035"/>
        <pc:sldMkLst>
          <pc:docMk/>
          <pc:sldMk cId="513927195" sldId="302"/>
        </pc:sldMkLst>
        <pc:spChg chg="mod ord">
          <ac:chgData name="McCloskey, Ross" userId="b1990487-ee44-4922-b58f-5b2980a02730" providerId="ADAL" clId="{7D443C21-FD7D-4E65-8C72-B41829F67170}" dt="2026-10-16T22:08:19.848" v="81016" actId="20577"/>
          <ac:spMkLst>
            <pc:docMk/>
            <pc:sldMk cId="513927195" sldId="302"/>
            <ac:spMk id="2" creationId="{D4629F97-F01C-5C26-AC07-DD0549788C6C}"/>
          </ac:spMkLst>
        </pc:spChg>
        <pc:spChg chg="add mod">
          <ac:chgData name="McCloskey, Ross" userId="b1990487-ee44-4922-b58f-5b2980a02730" providerId="ADAL" clId="{7D443C21-FD7D-4E65-8C72-B41829F67170}" dt="2026-10-17T22:34:20.824" v="81827" actId="1035"/>
          <ac:spMkLst>
            <pc:docMk/>
            <pc:sldMk cId="513927195" sldId="302"/>
            <ac:spMk id="5" creationId="{31370B19-831C-BABF-2FF0-071304F02470}"/>
          </ac:spMkLst>
        </pc:spChg>
        <pc:spChg chg="add mod">
          <ac:chgData name="McCloskey, Ross" userId="b1990487-ee44-4922-b58f-5b2980a02730" providerId="ADAL" clId="{7D443C21-FD7D-4E65-8C72-B41829F67170}" dt="2026-10-17T22:33:27.911" v="81805" actId="1035"/>
          <ac:spMkLst>
            <pc:docMk/>
            <pc:sldMk cId="513927195" sldId="302"/>
            <ac:spMk id="7" creationId="{523C9B0F-EDC6-46CA-E08C-A7D22F8D6BBB}"/>
          </ac:spMkLst>
        </pc:spChg>
        <pc:spChg chg="add mod">
          <ac:chgData name="McCloskey, Ross" userId="b1990487-ee44-4922-b58f-5b2980a02730" providerId="ADAL" clId="{7D443C21-FD7D-4E65-8C72-B41829F67170}" dt="2026-10-17T22:25:24.895" v="81542" actId="1076"/>
          <ac:spMkLst>
            <pc:docMk/>
            <pc:sldMk cId="513927195" sldId="302"/>
            <ac:spMk id="14" creationId="{C42C40DB-968C-9129-7B35-C3A39FE7B638}"/>
          </ac:spMkLst>
        </pc:spChg>
        <pc:picChg chg="add mod modCrop">
          <ac:chgData name="McCloskey, Ross" userId="b1990487-ee44-4922-b58f-5b2980a02730" providerId="ADAL" clId="{7D443C21-FD7D-4E65-8C72-B41829F67170}" dt="2026-10-17T22:29:54.470" v="81623" actId="14100"/>
          <ac:picMkLst>
            <pc:docMk/>
            <pc:sldMk cId="513927195" sldId="302"/>
            <ac:picMk id="16" creationId="{76C2A58C-C80C-736D-9478-2C6DFECE4F3C}"/>
          </ac:picMkLst>
        </pc:picChg>
        <pc:picChg chg="add mod">
          <ac:chgData name="McCloskey, Ross" userId="b1990487-ee44-4922-b58f-5b2980a02730" providerId="ADAL" clId="{7D443C21-FD7D-4E65-8C72-B41829F67170}" dt="2026-10-17T22:33:06.456" v="81787" actId="1076"/>
          <ac:picMkLst>
            <pc:docMk/>
            <pc:sldMk cId="513927195" sldId="302"/>
            <ac:picMk id="17" creationId="{8A1221CB-5549-1912-B0A5-5E151670CC63}"/>
          </ac:picMkLst>
        </pc:picChg>
        <pc:picChg chg="add mod">
          <ac:chgData name="McCloskey, Ross" userId="b1990487-ee44-4922-b58f-5b2980a02730" providerId="ADAL" clId="{7D443C21-FD7D-4E65-8C72-B41829F67170}" dt="2026-10-17T22:34:10.194" v="81812" actId="14100"/>
          <ac:picMkLst>
            <pc:docMk/>
            <pc:sldMk cId="513927195" sldId="302"/>
            <ac:picMk id="18" creationId="{7E53816D-11A7-7F73-BDFB-C30EA5252896}"/>
          </ac:picMkLst>
        </pc:picChg>
      </pc:sldChg>
      <pc:sldChg chg="addSp delSp modSp add mod modNotesTx">
        <pc:chgData name="McCloskey, Ross" userId="b1990487-ee44-4922-b58f-5b2980a02730" providerId="ADAL" clId="{7D443C21-FD7D-4E65-8C72-B41829F67170}" dt="2026-10-18T17:42:53.428" v="82011" actId="20577"/>
        <pc:sldMkLst>
          <pc:docMk/>
          <pc:sldMk cId="3931380638" sldId="303"/>
        </pc:sldMkLst>
        <pc:spChg chg="mod">
          <ac:chgData name="McCloskey, Ross" userId="b1990487-ee44-4922-b58f-5b2980a02730" providerId="ADAL" clId="{7D443C21-FD7D-4E65-8C72-B41829F67170}" dt="2026-10-16T21:52:49.410" v="80158" actId="1035"/>
          <ac:spMkLst>
            <pc:docMk/>
            <pc:sldMk cId="3931380638" sldId="303"/>
            <ac:spMk id="2" creationId="{0EC00901-79CC-6A9B-DA12-F1ACF4A6A87A}"/>
          </ac:spMkLst>
        </pc:spChg>
        <pc:spChg chg="mod">
          <ac:chgData name="McCloskey, Ross" userId="b1990487-ee44-4922-b58f-5b2980a02730" providerId="ADAL" clId="{7D443C21-FD7D-4E65-8C72-B41829F67170}" dt="2026-10-16T22:00:05.170" v="80529" actId="2711"/>
          <ac:spMkLst>
            <pc:docMk/>
            <pc:sldMk cId="3931380638" sldId="303"/>
            <ac:spMk id="46" creationId="{B61D2F7A-7C26-D841-49E5-2DB3ABA3DA9E}"/>
          </ac:spMkLst>
        </pc:spChg>
        <pc:grpChg chg="mod">
          <ac:chgData name="McCloskey, Ross" userId="b1990487-ee44-4922-b58f-5b2980a02730" providerId="ADAL" clId="{7D443C21-FD7D-4E65-8C72-B41829F67170}" dt="2026-10-16T21:50:16.147" v="80094" actId="1035"/>
          <ac:grpSpMkLst>
            <pc:docMk/>
            <pc:sldMk cId="3931380638" sldId="303"/>
            <ac:grpSpMk id="34" creationId="{A04CF5EC-A445-F6A7-40F3-55FD25A79F00}"/>
          </ac:grpSpMkLst>
        </pc:grpChg>
        <pc:grpChg chg="mod">
          <ac:chgData name="McCloskey, Ross" userId="b1990487-ee44-4922-b58f-5b2980a02730" providerId="ADAL" clId="{7D443C21-FD7D-4E65-8C72-B41829F67170}" dt="2026-10-16T21:50:16.147" v="80094" actId="1035"/>
          <ac:grpSpMkLst>
            <pc:docMk/>
            <pc:sldMk cId="3931380638" sldId="303"/>
            <ac:grpSpMk id="39" creationId="{438E7103-4C55-06B3-FFC3-D3A2ABD33CEA}"/>
          </ac:grpSpMkLst>
        </pc:grpChg>
        <pc:picChg chg="add mod">
          <ac:chgData name="McCloskey, Ross" userId="b1990487-ee44-4922-b58f-5b2980a02730" providerId="ADAL" clId="{7D443C21-FD7D-4E65-8C72-B41829F67170}" dt="2026-10-16T21:50:16.147" v="80094" actId="1035"/>
          <ac:picMkLst>
            <pc:docMk/>
            <pc:sldMk cId="3931380638" sldId="303"/>
            <ac:picMk id="29" creationId="{50B2ED5F-F606-9334-E68E-2377E94B96AB}"/>
          </ac:picMkLst>
        </pc:picChg>
        <pc:picChg chg="mod">
          <ac:chgData name="McCloskey, Ross" userId="b1990487-ee44-4922-b58f-5b2980a02730" providerId="ADAL" clId="{7D443C21-FD7D-4E65-8C72-B41829F67170}" dt="2026-10-16T21:48:00.158" v="80047"/>
          <ac:picMkLst>
            <pc:docMk/>
            <pc:sldMk cId="3931380638" sldId="303"/>
            <ac:picMk id="36" creationId="{B9EBB612-ED8B-59A3-F24A-C82CF4323B85}"/>
          </ac:picMkLst>
        </pc:picChg>
        <pc:picChg chg="mod">
          <ac:chgData name="McCloskey, Ross" userId="b1990487-ee44-4922-b58f-5b2980a02730" providerId="ADAL" clId="{7D443C21-FD7D-4E65-8C72-B41829F67170}" dt="2026-10-16T21:48:00.158" v="80047"/>
          <ac:picMkLst>
            <pc:docMk/>
            <pc:sldMk cId="3931380638" sldId="303"/>
            <ac:picMk id="37" creationId="{1CC926B1-015C-AB36-CFA5-6A4C0EE3A740}"/>
          </ac:picMkLst>
        </pc:picChg>
        <pc:picChg chg="add mod">
          <ac:chgData name="McCloskey, Ross" userId="b1990487-ee44-4922-b58f-5b2980a02730" providerId="ADAL" clId="{7D443C21-FD7D-4E65-8C72-B41829F67170}" dt="2026-10-16T21:50:16.147" v="80094" actId="1035"/>
          <ac:picMkLst>
            <pc:docMk/>
            <pc:sldMk cId="3931380638" sldId="303"/>
            <ac:picMk id="38" creationId="{9083FFF2-2A87-856D-C68A-25345BE21BFF}"/>
          </ac:picMkLst>
        </pc:picChg>
        <pc:picChg chg="mod">
          <ac:chgData name="McCloskey, Ross" userId="b1990487-ee44-4922-b58f-5b2980a02730" providerId="ADAL" clId="{7D443C21-FD7D-4E65-8C72-B41829F67170}" dt="2026-10-16T21:48:00.158" v="80047"/>
          <ac:picMkLst>
            <pc:docMk/>
            <pc:sldMk cId="3931380638" sldId="303"/>
            <ac:picMk id="42" creationId="{78969FA4-3FB5-3EA9-E976-F328353DCC58}"/>
          </ac:picMkLst>
        </pc:picChg>
        <pc:picChg chg="mod">
          <ac:chgData name="McCloskey, Ross" userId="b1990487-ee44-4922-b58f-5b2980a02730" providerId="ADAL" clId="{7D443C21-FD7D-4E65-8C72-B41829F67170}" dt="2026-10-16T21:48:00.158" v="80047"/>
          <ac:picMkLst>
            <pc:docMk/>
            <pc:sldMk cId="3931380638" sldId="303"/>
            <ac:picMk id="43" creationId="{93240107-730C-BA84-2B85-9F9ECA99EF26}"/>
          </ac:picMkLst>
        </pc:picChg>
        <pc:picChg chg="mod">
          <ac:chgData name="McCloskey, Ross" userId="b1990487-ee44-4922-b58f-5b2980a02730" providerId="ADAL" clId="{7D443C21-FD7D-4E65-8C72-B41829F67170}" dt="2026-10-16T21:50:16.147" v="80094" actId="1035"/>
          <ac:picMkLst>
            <pc:docMk/>
            <pc:sldMk cId="3931380638" sldId="303"/>
            <ac:picMk id="47" creationId="{9C5E728B-9CF4-0617-F0B6-246EA92964EF}"/>
          </ac:picMkLst>
        </pc:picChg>
        <pc:picChg chg="add mod">
          <ac:chgData name="McCloskey, Ross" userId="b1990487-ee44-4922-b58f-5b2980a02730" providerId="ADAL" clId="{7D443C21-FD7D-4E65-8C72-B41829F67170}" dt="2026-10-16T21:50:16.147" v="80094" actId="1035"/>
          <ac:picMkLst>
            <pc:docMk/>
            <pc:sldMk cId="3931380638" sldId="303"/>
            <ac:picMk id="48" creationId="{07AC6D0C-F862-5987-B3F1-D74E2F72E92C}"/>
          </ac:picMkLst>
        </pc:picChg>
        <pc:picChg chg="mod">
          <ac:chgData name="McCloskey, Ross" userId="b1990487-ee44-4922-b58f-5b2980a02730" providerId="ADAL" clId="{7D443C21-FD7D-4E65-8C72-B41829F67170}" dt="2026-10-16T21:50:16.147" v="80094" actId="1035"/>
          <ac:picMkLst>
            <pc:docMk/>
            <pc:sldMk cId="3931380638" sldId="303"/>
            <ac:picMk id="49" creationId="{1CB4252E-E8A7-28A2-F546-9B62817712B8}"/>
          </ac:picMkLst>
        </pc:picChg>
        <pc:picChg chg="add mod">
          <ac:chgData name="McCloskey, Ross" userId="b1990487-ee44-4922-b58f-5b2980a02730" providerId="ADAL" clId="{7D443C21-FD7D-4E65-8C72-B41829F67170}" dt="2026-10-16T21:50:16.147" v="80094" actId="1035"/>
          <ac:picMkLst>
            <pc:docMk/>
            <pc:sldMk cId="3931380638" sldId="303"/>
            <ac:picMk id="50" creationId="{B60F0180-05FD-3ABD-B9C1-968119AE9B83}"/>
          </ac:picMkLst>
        </pc:picChg>
        <pc:picChg chg="mod">
          <ac:chgData name="McCloskey, Ross" userId="b1990487-ee44-4922-b58f-5b2980a02730" providerId="ADAL" clId="{7D443C21-FD7D-4E65-8C72-B41829F67170}" dt="2026-10-16T21:50:16.147" v="80094" actId="1035"/>
          <ac:picMkLst>
            <pc:docMk/>
            <pc:sldMk cId="3931380638" sldId="303"/>
            <ac:picMk id="51" creationId="{1B9447E2-227E-750A-60E8-E35324B20C00}"/>
          </ac:picMkLst>
        </pc:picChg>
        <pc:picChg chg="add mod">
          <ac:chgData name="McCloskey, Ross" userId="b1990487-ee44-4922-b58f-5b2980a02730" providerId="ADAL" clId="{7D443C21-FD7D-4E65-8C72-B41829F67170}" dt="2026-10-16T21:50:16.147" v="80094" actId="1035"/>
          <ac:picMkLst>
            <pc:docMk/>
            <pc:sldMk cId="3931380638" sldId="303"/>
            <ac:picMk id="52" creationId="{9F6C4DFB-93C1-FDEC-7946-8B758D1E5418}"/>
          </ac:picMkLst>
        </pc:picChg>
      </pc:sldChg>
      <pc:sldChg chg="addSp modSp add mod modAnim modNotesTx">
        <pc:chgData name="McCloskey, Ross" userId="b1990487-ee44-4922-b58f-5b2980a02730" providerId="ADAL" clId="{7D443C21-FD7D-4E65-8C72-B41829F67170}" dt="2026-10-18T17:24:43.676" v="81984" actId="20577"/>
        <pc:sldMkLst>
          <pc:docMk/>
          <pc:sldMk cId="1476084815" sldId="304"/>
        </pc:sldMkLst>
        <pc:spChg chg="mod">
          <ac:chgData name="McCloskey, Ross" userId="b1990487-ee44-4922-b58f-5b2980a02730" providerId="ADAL" clId="{7D443C21-FD7D-4E65-8C72-B41829F67170}" dt="2026-10-15T20:07:08.487" v="76252" actId="20577"/>
          <ac:spMkLst>
            <pc:docMk/>
            <pc:sldMk cId="1476084815" sldId="304"/>
            <ac:spMk id="2" creationId="{23B55B43-4305-F695-F67E-2CCFEEC99E49}"/>
          </ac:spMkLst>
        </pc:spChg>
        <pc:spChg chg="add mod">
          <ac:chgData name="McCloskey, Ross" userId="b1990487-ee44-4922-b58f-5b2980a02730" providerId="ADAL" clId="{7D443C21-FD7D-4E65-8C72-B41829F67170}" dt="2026-10-15T20:18:17.617" v="76535" actId="2711"/>
          <ac:spMkLst>
            <pc:docMk/>
            <pc:sldMk cId="1476084815" sldId="304"/>
            <ac:spMk id="4" creationId="{546FF83A-EED7-84A2-D806-91E64C85688B}"/>
          </ac:spMkLst>
        </pc:spChg>
        <pc:spChg chg="mod">
          <ac:chgData name="McCloskey, Ross" userId="b1990487-ee44-4922-b58f-5b2980a02730" providerId="ADAL" clId="{7D443C21-FD7D-4E65-8C72-B41829F67170}" dt="2026-10-15T20:18:10.179" v="76534" actId="255"/>
          <ac:spMkLst>
            <pc:docMk/>
            <pc:sldMk cId="1476084815" sldId="304"/>
            <ac:spMk id="7" creationId="{A07E31D4-D9C7-FB18-BD63-A41875F21856}"/>
          </ac:spMkLst>
        </pc:spChg>
        <pc:spChg chg="mod">
          <ac:chgData name="McCloskey, Ross" userId="b1990487-ee44-4922-b58f-5b2980a02730" providerId="ADAL" clId="{7D443C21-FD7D-4E65-8C72-B41829F67170}" dt="2026-10-15T20:18:24.964" v="76536" actId="2711"/>
          <ac:spMkLst>
            <pc:docMk/>
            <pc:sldMk cId="1476084815" sldId="304"/>
            <ac:spMk id="8" creationId="{3572550B-0882-532B-4501-BBB05BA1BE66}"/>
          </ac:spMkLst>
        </pc:spChg>
        <pc:spChg chg="mod">
          <ac:chgData name="McCloskey, Ross" userId="b1990487-ee44-4922-b58f-5b2980a02730" providerId="ADAL" clId="{7D443C21-FD7D-4E65-8C72-B41829F67170}" dt="2026-10-16T22:00:37.299" v="80533" actId="1076"/>
          <ac:spMkLst>
            <pc:docMk/>
            <pc:sldMk cId="1476084815" sldId="304"/>
            <ac:spMk id="9" creationId="{0335B4BE-1FBD-3A38-6B9A-19FEDE3C716A}"/>
          </ac:spMkLst>
        </pc:spChg>
        <pc:spChg chg="mod">
          <ac:chgData name="McCloskey, Ross" userId="b1990487-ee44-4922-b58f-5b2980a02730" providerId="ADAL" clId="{7D443C21-FD7D-4E65-8C72-B41829F67170}" dt="2026-10-15T20:18:29.825" v="76537" actId="2711"/>
          <ac:spMkLst>
            <pc:docMk/>
            <pc:sldMk cId="1476084815" sldId="304"/>
            <ac:spMk id="12" creationId="{2BB1CE3B-48DC-0185-4AEB-0901406E2A1A}"/>
          </ac:spMkLst>
        </pc:spChg>
        <pc:grpChg chg="add mod">
          <ac:chgData name="McCloskey, Ross" userId="b1990487-ee44-4922-b58f-5b2980a02730" providerId="ADAL" clId="{7D443C21-FD7D-4E65-8C72-B41829F67170}" dt="2026-10-15T20:09:08.237" v="76265"/>
          <ac:grpSpMkLst>
            <pc:docMk/>
            <pc:sldMk cId="1476084815" sldId="304"/>
            <ac:grpSpMk id="5" creationId="{43B3FA99-3ABA-9AE0-1354-42205CEB945E}"/>
          </ac:grpSpMkLst>
        </pc:grpChg>
        <pc:grpChg chg="add mod">
          <ac:chgData name="McCloskey, Ross" userId="b1990487-ee44-4922-b58f-5b2980a02730" providerId="ADAL" clId="{7D443C21-FD7D-4E65-8C72-B41829F67170}" dt="2026-10-15T20:09:51.454" v="76269" actId="164"/>
          <ac:grpSpMkLst>
            <pc:docMk/>
            <pc:sldMk cId="1476084815" sldId="304"/>
            <ac:grpSpMk id="10" creationId="{88A03E75-ECD5-2999-4A06-E964FFB26694}"/>
          </ac:grpSpMkLst>
        </pc:grpChg>
        <pc:grpChg chg="add mod">
          <ac:chgData name="McCloskey, Ross" userId="b1990487-ee44-4922-b58f-5b2980a02730" providerId="ADAL" clId="{7D443C21-FD7D-4E65-8C72-B41829F67170}" dt="2026-10-15T20:09:51.454" v="76269" actId="164"/>
          <ac:grpSpMkLst>
            <pc:docMk/>
            <pc:sldMk cId="1476084815" sldId="304"/>
            <ac:grpSpMk id="13" creationId="{B6498D9C-5495-56EB-B71A-09CE20748C36}"/>
          </ac:grpSpMkLst>
        </pc:grpChg>
        <pc:picChg chg="mod">
          <ac:chgData name="McCloskey, Ross" userId="b1990487-ee44-4922-b58f-5b2980a02730" providerId="ADAL" clId="{7D443C21-FD7D-4E65-8C72-B41829F67170}" dt="2026-10-15T20:09:08.237" v="76265"/>
          <ac:picMkLst>
            <pc:docMk/>
            <pc:sldMk cId="1476084815" sldId="304"/>
            <ac:picMk id="6" creationId="{9E69D9E0-332F-3C88-8DC0-FE580BC268A5}"/>
          </ac:picMkLst>
        </pc:picChg>
        <pc:picChg chg="mod">
          <ac:chgData name="McCloskey, Ross" userId="b1990487-ee44-4922-b58f-5b2980a02730" providerId="ADAL" clId="{7D443C21-FD7D-4E65-8C72-B41829F67170}" dt="2026-10-15T20:09:41.246" v="76268"/>
          <ac:picMkLst>
            <pc:docMk/>
            <pc:sldMk cId="1476084815" sldId="304"/>
            <ac:picMk id="11" creationId="{6A266915-F65B-15BE-2EDB-5A9113925349}"/>
          </ac:picMkLst>
        </pc:picChg>
      </pc:sldChg>
      <pc:sldChg chg="addSp delSp modSp add mod ord modNotesTx">
        <pc:chgData name="McCloskey, Ross" userId="b1990487-ee44-4922-b58f-5b2980a02730" providerId="ADAL" clId="{7D443C21-FD7D-4E65-8C72-B41829F67170}" dt="2026-10-15T20:16:08.951" v="76488" actId="20577"/>
        <pc:sldMkLst>
          <pc:docMk/>
          <pc:sldMk cId="2640630128" sldId="305"/>
        </pc:sldMkLst>
        <pc:spChg chg="mod">
          <ac:chgData name="McCloskey, Ross" userId="b1990487-ee44-4922-b58f-5b2980a02730" providerId="ADAL" clId="{7D443C21-FD7D-4E65-8C72-B41829F67170}" dt="2026-10-15T20:14:38.265" v="76331" actId="1076"/>
          <ac:spMkLst>
            <pc:docMk/>
            <pc:sldMk cId="2640630128" sldId="305"/>
            <ac:spMk id="2" creationId="{8142B19A-3F06-BE6B-AE8C-BAF50D91AFCC}"/>
          </ac:spMkLst>
        </pc:spChg>
        <pc:spChg chg="add mod">
          <ac:chgData name="McCloskey, Ross" userId="b1990487-ee44-4922-b58f-5b2980a02730" providerId="ADAL" clId="{7D443C21-FD7D-4E65-8C72-B41829F67170}" dt="2026-10-15T20:13:05.422" v="76311" actId="207"/>
          <ac:spMkLst>
            <pc:docMk/>
            <pc:sldMk cId="2640630128" sldId="305"/>
            <ac:spMk id="11" creationId="{228BF73C-5251-9642-6685-D4F22DDC2D5F}"/>
          </ac:spMkLst>
        </pc:spChg>
        <pc:spChg chg="add mod">
          <ac:chgData name="McCloskey, Ross" userId="b1990487-ee44-4922-b58f-5b2980a02730" providerId="ADAL" clId="{7D443C21-FD7D-4E65-8C72-B41829F67170}" dt="2026-10-15T20:14:33.730" v="76329" actId="1076"/>
          <ac:spMkLst>
            <pc:docMk/>
            <pc:sldMk cId="2640630128" sldId="305"/>
            <ac:spMk id="13" creationId="{C81EE3DF-E292-7F56-DC68-91FE08E583D1}"/>
          </ac:spMkLst>
        </pc:spChg>
        <pc:spChg chg="add mod">
          <ac:chgData name="McCloskey, Ross" userId="b1990487-ee44-4922-b58f-5b2980a02730" providerId="ADAL" clId="{7D443C21-FD7D-4E65-8C72-B41829F67170}" dt="2026-10-15T20:15:26.162" v="76342" actId="20577"/>
          <ac:spMkLst>
            <pc:docMk/>
            <pc:sldMk cId="2640630128" sldId="305"/>
            <ac:spMk id="14" creationId="{18FA19A2-3476-3124-1F82-C75F3444A651}"/>
          </ac:spMkLst>
        </pc:spChg>
        <pc:spChg chg="add mod">
          <ac:chgData name="McCloskey, Ross" userId="b1990487-ee44-4922-b58f-5b2980a02730" providerId="ADAL" clId="{7D443C21-FD7D-4E65-8C72-B41829F67170}" dt="2026-10-15T20:16:08.951" v="76488" actId="20577"/>
          <ac:spMkLst>
            <pc:docMk/>
            <pc:sldMk cId="2640630128" sldId="305"/>
            <ac:spMk id="16" creationId="{F49AA9A4-D77F-FFB2-E7D2-7303CEF4F72C}"/>
          </ac:spMkLst>
        </pc:spChg>
        <pc:spChg chg="add mod">
          <ac:chgData name="McCloskey, Ross" userId="b1990487-ee44-4922-b58f-5b2980a02730" providerId="ADAL" clId="{7D443C21-FD7D-4E65-8C72-B41829F67170}" dt="2026-10-15T20:15:22.466" v="76338" actId="20577"/>
          <ac:spMkLst>
            <pc:docMk/>
            <pc:sldMk cId="2640630128" sldId="305"/>
            <ac:spMk id="17" creationId="{0C5851A3-5C83-35E7-053B-D3DD07A25B5E}"/>
          </ac:spMkLst>
        </pc:spChg>
        <pc:spChg chg="add mod">
          <ac:chgData name="McCloskey, Ross" userId="b1990487-ee44-4922-b58f-5b2980a02730" providerId="ADAL" clId="{7D443C21-FD7D-4E65-8C72-B41829F67170}" dt="2026-10-15T20:15:48.492" v="76406" actId="20577"/>
          <ac:spMkLst>
            <pc:docMk/>
            <pc:sldMk cId="2640630128" sldId="305"/>
            <ac:spMk id="19" creationId="{988E3E0A-BA6E-9EC1-E5FB-BD3F6C0E740A}"/>
          </ac:spMkLst>
        </pc:spChg>
        <pc:cxnChg chg="add mod">
          <ac:chgData name="McCloskey, Ross" userId="b1990487-ee44-4922-b58f-5b2980a02730" providerId="ADAL" clId="{7D443C21-FD7D-4E65-8C72-B41829F67170}" dt="2026-10-15T20:13:23.966" v="76322" actId="1035"/>
          <ac:cxnSpMkLst>
            <pc:docMk/>
            <pc:sldMk cId="2640630128" sldId="305"/>
            <ac:cxnSpMk id="12" creationId="{5C1C920B-2A81-125B-7491-37870A804E93}"/>
          </ac:cxnSpMkLst>
        </pc:cxnChg>
        <pc:cxnChg chg="add mod">
          <ac:chgData name="McCloskey, Ross" userId="b1990487-ee44-4922-b58f-5b2980a02730" providerId="ADAL" clId="{7D443C21-FD7D-4E65-8C72-B41829F67170}" dt="2026-10-15T20:15:02.637" v="76334" actId="1076"/>
          <ac:cxnSpMkLst>
            <pc:docMk/>
            <pc:sldMk cId="2640630128" sldId="305"/>
            <ac:cxnSpMk id="15" creationId="{D5C2D273-E2A9-1DD0-83B3-51FE6900E275}"/>
          </ac:cxnSpMkLst>
        </pc:cxnChg>
        <pc:cxnChg chg="add mod">
          <ac:chgData name="McCloskey, Ross" userId="b1990487-ee44-4922-b58f-5b2980a02730" providerId="ADAL" clId="{7D443C21-FD7D-4E65-8C72-B41829F67170}" dt="2026-10-15T20:15:18.603" v="76336" actId="1076"/>
          <ac:cxnSpMkLst>
            <pc:docMk/>
            <pc:sldMk cId="2640630128" sldId="305"/>
            <ac:cxnSpMk id="18" creationId="{BD874962-D314-7E9A-3F8A-975026DDE346}"/>
          </ac:cxnSpMkLst>
        </pc:cxnChg>
      </pc:sldChg>
      <pc:sldChg chg="addSp delSp modSp add mod delAnim modNotesTx">
        <pc:chgData name="McCloskey, Ross" userId="b1990487-ee44-4922-b58f-5b2980a02730" providerId="ADAL" clId="{7D443C21-FD7D-4E65-8C72-B41829F67170}" dt="2026-10-24T22:24:24.449" v="82821" actId="20577"/>
        <pc:sldMkLst>
          <pc:docMk/>
          <pc:sldMk cId="2735810852" sldId="306"/>
        </pc:sldMkLst>
        <pc:spChg chg="mod">
          <ac:chgData name="McCloskey, Ross" userId="b1990487-ee44-4922-b58f-5b2980a02730" providerId="ADAL" clId="{7D443C21-FD7D-4E65-8C72-B41829F67170}" dt="2026-10-15T20:50:37.465" v="77109" actId="20577"/>
          <ac:spMkLst>
            <pc:docMk/>
            <pc:sldMk cId="2735810852" sldId="306"/>
            <ac:spMk id="2" creationId="{3EFEE55B-779A-9A0B-E86D-97DFA4ED3DEB}"/>
          </ac:spMkLst>
        </pc:spChg>
        <pc:spChg chg="mod">
          <ac:chgData name="McCloskey, Ross" userId="b1990487-ee44-4922-b58f-5b2980a02730" providerId="ADAL" clId="{7D443C21-FD7D-4E65-8C72-B41829F67170}" dt="2026-10-15T20:21:11.412" v="76582" actId="1037"/>
          <ac:spMkLst>
            <pc:docMk/>
            <pc:sldMk cId="2735810852" sldId="306"/>
            <ac:spMk id="7" creationId="{82BD438B-3D46-5D1D-CEF7-6777B1E2FCC2}"/>
          </ac:spMkLst>
        </pc:spChg>
        <pc:spChg chg="mod topLvl">
          <ac:chgData name="McCloskey, Ross" userId="b1990487-ee44-4922-b58f-5b2980a02730" providerId="ADAL" clId="{7D443C21-FD7D-4E65-8C72-B41829F67170}" dt="2026-10-21T16:33:02.505" v="82059" actId="164"/>
          <ac:spMkLst>
            <pc:docMk/>
            <pc:sldMk cId="2735810852" sldId="306"/>
            <ac:spMk id="15" creationId="{864566E4-040C-4E7F-771E-25B2D4FD8537}"/>
          </ac:spMkLst>
        </pc:spChg>
        <pc:spChg chg="mod topLvl">
          <ac:chgData name="McCloskey, Ross" userId="b1990487-ee44-4922-b58f-5b2980a02730" providerId="ADAL" clId="{7D443C21-FD7D-4E65-8C72-B41829F67170}" dt="2026-10-21T16:33:02.505" v="82059" actId="164"/>
          <ac:spMkLst>
            <pc:docMk/>
            <pc:sldMk cId="2735810852" sldId="306"/>
            <ac:spMk id="16" creationId="{41E6A46E-CFC7-3A69-99F2-2AB9AD95478A}"/>
          </ac:spMkLst>
        </pc:spChg>
        <pc:spChg chg="mod topLvl">
          <ac:chgData name="McCloskey, Ross" userId="b1990487-ee44-4922-b58f-5b2980a02730" providerId="ADAL" clId="{7D443C21-FD7D-4E65-8C72-B41829F67170}" dt="2026-10-21T16:33:02.505" v="82059" actId="164"/>
          <ac:spMkLst>
            <pc:docMk/>
            <pc:sldMk cId="2735810852" sldId="306"/>
            <ac:spMk id="17" creationId="{6B0ED717-E683-D13F-D91F-2F272040BBCD}"/>
          </ac:spMkLst>
        </pc:spChg>
        <pc:spChg chg="mod">
          <ac:chgData name="McCloskey, Ross" userId="b1990487-ee44-4922-b58f-5b2980a02730" providerId="ADAL" clId="{7D443C21-FD7D-4E65-8C72-B41829F67170}" dt="2026-10-16T22:00:47.069" v="80534" actId="2711"/>
          <ac:spMkLst>
            <pc:docMk/>
            <pc:sldMk cId="2735810852" sldId="306"/>
            <ac:spMk id="35" creationId="{3A827F75-FAFA-1D09-7D7F-CF3EC3F8AD1B}"/>
          </ac:spMkLst>
        </pc:spChg>
        <pc:spChg chg="add mod topLvl">
          <ac:chgData name="McCloskey, Ross" userId="b1990487-ee44-4922-b58f-5b2980a02730" providerId="ADAL" clId="{7D443C21-FD7D-4E65-8C72-B41829F67170}" dt="2026-10-17T22:36:32.684" v="81854" actId="164"/>
          <ac:spMkLst>
            <pc:docMk/>
            <pc:sldMk cId="2735810852" sldId="306"/>
            <ac:spMk id="39" creationId="{EFFC72B4-8E78-6F77-A8D2-D7E4B28A5AF9}"/>
          </ac:spMkLst>
        </pc:spChg>
        <pc:grpChg chg="add mod">
          <ac:chgData name="McCloskey, Ross" userId="b1990487-ee44-4922-b58f-5b2980a02730" providerId="ADAL" clId="{7D443C21-FD7D-4E65-8C72-B41829F67170}" dt="2026-10-15T20:21:14.398" v="76584"/>
          <ac:grpSpMkLst>
            <pc:docMk/>
            <pc:sldMk cId="2735810852" sldId="306"/>
            <ac:grpSpMk id="33" creationId="{9FD52AD9-8C5E-53B2-466A-303ABE309A23}"/>
          </ac:grpSpMkLst>
        </pc:grpChg>
        <pc:grpChg chg="add mod">
          <ac:chgData name="McCloskey, Ross" userId="b1990487-ee44-4922-b58f-5b2980a02730" providerId="ADAL" clId="{7D443C21-FD7D-4E65-8C72-B41829F67170}" dt="2026-10-17T22:36:39.138" v="81874" actId="1037"/>
          <ac:grpSpMkLst>
            <pc:docMk/>
            <pc:sldMk cId="2735810852" sldId="306"/>
            <ac:grpSpMk id="46" creationId="{0AC98C58-2F95-BECD-DEEB-656A6EB43181}"/>
          </ac:grpSpMkLst>
        </pc:grpChg>
        <pc:grpChg chg="add mod">
          <ac:chgData name="McCloskey, Ross" userId="b1990487-ee44-4922-b58f-5b2980a02730" providerId="ADAL" clId="{7D443C21-FD7D-4E65-8C72-B41829F67170}" dt="2026-10-21T16:33:02.505" v="82059" actId="164"/>
          <ac:grpSpMkLst>
            <pc:docMk/>
            <pc:sldMk cId="2735810852" sldId="306"/>
            <ac:grpSpMk id="68" creationId="{9085EAAC-CC05-CA75-1345-80B2941A1209}"/>
          </ac:grpSpMkLst>
        </pc:grpChg>
        <pc:picChg chg="mod topLvl modCrop">
          <ac:chgData name="McCloskey, Ross" userId="b1990487-ee44-4922-b58f-5b2980a02730" providerId="ADAL" clId="{7D443C21-FD7D-4E65-8C72-B41829F67170}" dt="2026-10-21T16:33:02.505" v="82059" actId="164"/>
          <ac:picMkLst>
            <pc:docMk/>
            <pc:sldMk cId="2735810852" sldId="306"/>
            <ac:picMk id="18" creationId="{83C93A76-82C3-A7E8-A278-DA9D4A1E9084}"/>
          </ac:picMkLst>
        </pc:picChg>
        <pc:picChg chg="mod topLvl">
          <ac:chgData name="McCloskey, Ross" userId="b1990487-ee44-4922-b58f-5b2980a02730" providerId="ADAL" clId="{7D443C21-FD7D-4E65-8C72-B41829F67170}" dt="2026-10-21T16:33:02.505" v="82059" actId="164"/>
          <ac:picMkLst>
            <pc:docMk/>
            <pc:sldMk cId="2735810852" sldId="306"/>
            <ac:picMk id="19" creationId="{6F4FC125-846F-6CBB-A604-46FBABAF1F3B}"/>
          </ac:picMkLst>
        </pc:picChg>
        <pc:picChg chg="mod topLvl">
          <ac:chgData name="McCloskey, Ross" userId="b1990487-ee44-4922-b58f-5b2980a02730" providerId="ADAL" clId="{7D443C21-FD7D-4E65-8C72-B41829F67170}" dt="2026-10-21T16:33:02.505" v="82059" actId="164"/>
          <ac:picMkLst>
            <pc:docMk/>
            <pc:sldMk cId="2735810852" sldId="306"/>
            <ac:picMk id="20" creationId="{877ACE3A-0071-9BB3-9EC0-96008C36088B}"/>
          </ac:picMkLst>
        </pc:picChg>
        <pc:picChg chg="mod">
          <ac:chgData name="McCloskey, Ross" userId="b1990487-ee44-4922-b58f-5b2980a02730" providerId="ADAL" clId="{7D443C21-FD7D-4E65-8C72-B41829F67170}" dt="2026-10-15T20:21:14.398" v="76584"/>
          <ac:picMkLst>
            <pc:docMk/>
            <pc:sldMk cId="2735810852" sldId="306"/>
            <ac:picMk id="34" creationId="{5FE4C915-D932-96A1-E2D7-AE3125D294F6}"/>
          </ac:picMkLst>
        </pc:picChg>
        <pc:picChg chg="add mod modCrop">
          <ac:chgData name="McCloskey, Ross" userId="b1990487-ee44-4922-b58f-5b2980a02730" providerId="ADAL" clId="{7D443C21-FD7D-4E65-8C72-B41829F67170}" dt="2026-10-17T22:36:32.684" v="81854" actId="164"/>
          <ac:picMkLst>
            <pc:docMk/>
            <pc:sldMk cId="2735810852" sldId="306"/>
            <ac:picMk id="45" creationId="{0D0ACA67-FA51-6F2B-1081-DBFF1F6E8F2F}"/>
          </ac:picMkLst>
        </pc:picChg>
        <pc:cxnChg chg="mod topLvl">
          <ac:chgData name="McCloskey, Ross" userId="b1990487-ee44-4922-b58f-5b2980a02730" providerId="ADAL" clId="{7D443C21-FD7D-4E65-8C72-B41829F67170}" dt="2026-10-21T16:32:27.397" v="82058" actId="208"/>
          <ac:cxnSpMkLst>
            <pc:docMk/>
            <pc:sldMk cId="2735810852" sldId="306"/>
            <ac:cxnSpMk id="21" creationId="{7807D1A3-D2E8-CED6-FDAC-A91762423685}"/>
          </ac:cxnSpMkLst>
        </pc:cxnChg>
        <pc:cxnChg chg="mod topLvl">
          <ac:chgData name="McCloskey, Ross" userId="b1990487-ee44-4922-b58f-5b2980a02730" providerId="ADAL" clId="{7D443C21-FD7D-4E65-8C72-B41829F67170}" dt="2026-10-21T16:33:02.505" v="82059" actId="164"/>
          <ac:cxnSpMkLst>
            <pc:docMk/>
            <pc:sldMk cId="2735810852" sldId="306"/>
            <ac:cxnSpMk id="22" creationId="{990BC5FF-9623-A062-681F-F0E134E1A59D}"/>
          </ac:cxnSpMkLst>
        </pc:cxnChg>
        <pc:cxnChg chg="mod topLvl">
          <ac:chgData name="McCloskey, Ross" userId="b1990487-ee44-4922-b58f-5b2980a02730" providerId="ADAL" clId="{7D443C21-FD7D-4E65-8C72-B41829F67170}" dt="2026-10-21T16:32:19.711" v="82056" actId="208"/>
          <ac:cxnSpMkLst>
            <pc:docMk/>
            <pc:sldMk cId="2735810852" sldId="306"/>
            <ac:cxnSpMk id="23" creationId="{3C9CAF91-10A8-5A81-5150-13C558954FCB}"/>
          </ac:cxnSpMkLst>
        </pc:cxnChg>
        <pc:cxnChg chg="mod topLvl">
          <ac:chgData name="McCloskey, Ross" userId="b1990487-ee44-4922-b58f-5b2980a02730" providerId="ADAL" clId="{7D443C21-FD7D-4E65-8C72-B41829F67170}" dt="2026-10-21T16:32:16.569" v="82055" actId="208"/>
          <ac:cxnSpMkLst>
            <pc:docMk/>
            <pc:sldMk cId="2735810852" sldId="306"/>
            <ac:cxnSpMk id="24" creationId="{FE575DC8-4385-2E14-59BC-C8327091CA13}"/>
          </ac:cxnSpMkLst>
        </pc:cxnChg>
        <pc:cxnChg chg="mod topLvl">
          <ac:chgData name="McCloskey, Ross" userId="b1990487-ee44-4922-b58f-5b2980a02730" providerId="ADAL" clId="{7D443C21-FD7D-4E65-8C72-B41829F67170}" dt="2026-10-21T16:33:02.505" v="82059" actId="164"/>
          <ac:cxnSpMkLst>
            <pc:docMk/>
            <pc:sldMk cId="2735810852" sldId="306"/>
            <ac:cxnSpMk id="25" creationId="{C129F789-6030-6AF0-0DC5-9C921940904C}"/>
          </ac:cxnSpMkLst>
        </pc:cxnChg>
        <pc:cxnChg chg="mod topLvl">
          <ac:chgData name="McCloskey, Ross" userId="b1990487-ee44-4922-b58f-5b2980a02730" providerId="ADAL" clId="{7D443C21-FD7D-4E65-8C72-B41829F67170}" dt="2026-10-21T16:33:02.505" v="82059" actId="164"/>
          <ac:cxnSpMkLst>
            <pc:docMk/>
            <pc:sldMk cId="2735810852" sldId="306"/>
            <ac:cxnSpMk id="26" creationId="{9268F1C6-50C0-96E7-CAD4-8822473BBA07}"/>
          </ac:cxnSpMkLst>
        </pc:cxnChg>
        <pc:cxnChg chg="mod">
          <ac:chgData name="McCloskey, Ross" userId="b1990487-ee44-4922-b58f-5b2980a02730" providerId="ADAL" clId="{7D443C21-FD7D-4E65-8C72-B41829F67170}" dt="2026-10-21T16:31:39.906" v="82052" actId="208"/>
          <ac:cxnSpMkLst>
            <pc:docMk/>
            <pc:sldMk cId="2735810852" sldId="306"/>
            <ac:cxnSpMk id="27" creationId="{1F908A84-7EBD-6F7D-9C99-99365D5095A0}"/>
          </ac:cxnSpMkLst>
        </pc:cxnChg>
      </pc:sldChg>
      <pc:sldChg chg="addSp delSp modSp add mod ord modNotesTx">
        <pc:chgData name="McCloskey, Ross" userId="b1990487-ee44-4922-b58f-5b2980a02730" providerId="ADAL" clId="{7D443C21-FD7D-4E65-8C72-B41829F67170}" dt="2026-10-24T22:23:29.318" v="82818" actId="20577"/>
        <pc:sldMkLst>
          <pc:docMk/>
          <pc:sldMk cId="507263328" sldId="307"/>
        </pc:sldMkLst>
        <pc:spChg chg="mod">
          <ac:chgData name="McCloskey, Ross" userId="b1990487-ee44-4922-b58f-5b2980a02730" providerId="ADAL" clId="{7D443C21-FD7D-4E65-8C72-B41829F67170}" dt="2026-10-15T20:50:10.491" v="77097" actId="20577"/>
          <ac:spMkLst>
            <pc:docMk/>
            <pc:sldMk cId="507263328" sldId="307"/>
            <ac:spMk id="2" creationId="{83F91043-56C1-E3B1-D909-95E58FC78229}"/>
          </ac:spMkLst>
        </pc:spChg>
        <pc:spChg chg="mod">
          <ac:chgData name="McCloskey, Ross" userId="b1990487-ee44-4922-b58f-5b2980a02730" providerId="ADAL" clId="{7D443C21-FD7D-4E65-8C72-B41829F67170}" dt="2026-10-15T20:50:26.685" v="77105" actId="1036"/>
          <ac:spMkLst>
            <pc:docMk/>
            <pc:sldMk cId="507263328" sldId="307"/>
            <ac:spMk id="11" creationId="{AF272D3C-E60A-27D6-2685-BF057E017B40}"/>
          </ac:spMkLst>
        </pc:spChg>
        <pc:spChg chg="mod">
          <ac:chgData name="McCloskey, Ross" userId="b1990487-ee44-4922-b58f-5b2980a02730" providerId="ADAL" clId="{7D443C21-FD7D-4E65-8C72-B41829F67170}" dt="2026-10-15T20:50:26.685" v="77105" actId="1036"/>
          <ac:spMkLst>
            <pc:docMk/>
            <pc:sldMk cId="507263328" sldId="307"/>
            <ac:spMk id="13" creationId="{55382DF2-28A7-0ECB-C05B-D0050F0ED6D7}"/>
          </ac:spMkLst>
        </pc:spChg>
        <pc:spChg chg="mod">
          <ac:chgData name="McCloskey, Ross" userId="b1990487-ee44-4922-b58f-5b2980a02730" providerId="ADAL" clId="{7D443C21-FD7D-4E65-8C72-B41829F67170}" dt="2026-10-15T20:50:26.685" v="77105" actId="1036"/>
          <ac:spMkLst>
            <pc:docMk/>
            <pc:sldMk cId="507263328" sldId="307"/>
            <ac:spMk id="14" creationId="{4AA614C3-41C8-51D6-25EF-A6073AC38C62}"/>
          </ac:spMkLst>
        </pc:spChg>
        <pc:spChg chg="mod">
          <ac:chgData name="McCloskey, Ross" userId="b1990487-ee44-4922-b58f-5b2980a02730" providerId="ADAL" clId="{7D443C21-FD7D-4E65-8C72-B41829F67170}" dt="2026-10-15T20:50:26.685" v="77105" actId="1036"/>
          <ac:spMkLst>
            <pc:docMk/>
            <pc:sldMk cId="507263328" sldId="307"/>
            <ac:spMk id="16" creationId="{620F8A09-91D7-8F37-6714-83F2CEE39E82}"/>
          </ac:spMkLst>
        </pc:spChg>
        <pc:spChg chg="mod">
          <ac:chgData name="McCloskey, Ross" userId="b1990487-ee44-4922-b58f-5b2980a02730" providerId="ADAL" clId="{7D443C21-FD7D-4E65-8C72-B41829F67170}" dt="2026-10-15T20:50:26.685" v="77105" actId="1036"/>
          <ac:spMkLst>
            <pc:docMk/>
            <pc:sldMk cId="507263328" sldId="307"/>
            <ac:spMk id="17" creationId="{EE880701-7AF8-86F5-9A84-BCB50553745F}"/>
          </ac:spMkLst>
        </pc:spChg>
        <pc:spChg chg="mod">
          <ac:chgData name="McCloskey, Ross" userId="b1990487-ee44-4922-b58f-5b2980a02730" providerId="ADAL" clId="{7D443C21-FD7D-4E65-8C72-B41829F67170}" dt="2026-10-15T20:50:26.685" v="77105" actId="1036"/>
          <ac:spMkLst>
            <pc:docMk/>
            <pc:sldMk cId="507263328" sldId="307"/>
            <ac:spMk id="19" creationId="{34E812C3-7EB5-B5C6-8D02-ACF3D6AD885D}"/>
          </ac:spMkLst>
        </pc:spChg>
        <pc:cxnChg chg="mod">
          <ac:chgData name="McCloskey, Ross" userId="b1990487-ee44-4922-b58f-5b2980a02730" providerId="ADAL" clId="{7D443C21-FD7D-4E65-8C72-B41829F67170}" dt="2026-10-15T20:50:26.685" v="77105" actId="1036"/>
          <ac:cxnSpMkLst>
            <pc:docMk/>
            <pc:sldMk cId="507263328" sldId="307"/>
            <ac:cxnSpMk id="12" creationId="{13443A10-E72E-74D9-DE08-DD136F8B04FE}"/>
          </ac:cxnSpMkLst>
        </pc:cxnChg>
        <pc:cxnChg chg="mod">
          <ac:chgData name="McCloskey, Ross" userId="b1990487-ee44-4922-b58f-5b2980a02730" providerId="ADAL" clId="{7D443C21-FD7D-4E65-8C72-B41829F67170}" dt="2026-10-15T20:50:26.685" v="77105" actId="1036"/>
          <ac:cxnSpMkLst>
            <pc:docMk/>
            <pc:sldMk cId="507263328" sldId="307"/>
            <ac:cxnSpMk id="15" creationId="{50AE8C01-740D-1378-9475-B66D518C3FDF}"/>
          </ac:cxnSpMkLst>
        </pc:cxnChg>
        <pc:cxnChg chg="mod">
          <ac:chgData name="McCloskey, Ross" userId="b1990487-ee44-4922-b58f-5b2980a02730" providerId="ADAL" clId="{7D443C21-FD7D-4E65-8C72-B41829F67170}" dt="2026-10-15T20:50:26.685" v="77105" actId="1036"/>
          <ac:cxnSpMkLst>
            <pc:docMk/>
            <pc:sldMk cId="507263328" sldId="307"/>
            <ac:cxnSpMk id="18" creationId="{652D2B77-75A6-44F5-895E-A88E875CEB47}"/>
          </ac:cxnSpMkLst>
        </pc:cxnChg>
      </pc:sldChg>
      <pc:sldChg chg="addSp delSp modSp add mod ord modNotesTx">
        <pc:chgData name="McCloskey, Ross" userId="b1990487-ee44-4922-b58f-5b2980a02730" providerId="ADAL" clId="{7D443C21-FD7D-4E65-8C72-B41829F67170}" dt="2026-10-25T15:03:35.550" v="82826" actId="20577"/>
        <pc:sldMkLst>
          <pc:docMk/>
          <pc:sldMk cId="2577278646" sldId="308"/>
        </pc:sldMkLst>
        <pc:spChg chg="mod">
          <ac:chgData name="McCloskey, Ross" userId="b1990487-ee44-4922-b58f-5b2980a02730" providerId="ADAL" clId="{7D443C21-FD7D-4E65-8C72-B41829F67170}" dt="2026-10-16T15:34:45.563" v="77947" actId="1038"/>
          <ac:spMkLst>
            <pc:docMk/>
            <pc:sldMk cId="2577278646" sldId="308"/>
            <ac:spMk id="2" creationId="{90184869-73CE-142E-89EB-86BFDE1437F1}"/>
          </ac:spMkLst>
        </pc:spChg>
        <pc:spChg chg="mod topLvl">
          <ac:chgData name="McCloskey, Ross" userId="b1990487-ee44-4922-b58f-5b2980a02730" providerId="ADAL" clId="{7D443C21-FD7D-4E65-8C72-B41829F67170}" dt="2026-10-16T15:25:12.197" v="77522" actId="1038"/>
          <ac:spMkLst>
            <pc:docMk/>
            <pc:sldMk cId="2577278646" sldId="308"/>
            <ac:spMk id="4" creationId="{7F62BA03-5B6D-877C-89AC-58B2C0230213}"/>
          </ac:spMkLst>
        </pc:spChg>
        <pc:spChg chg="mod topLvl">
          <ac:chgData name="McCloskey, Ross" userId="b1990487-ee44-4922-b58f-5b2980a02730" providerId="ADAL" clId="{7D443C21-FD7D-4E65-8C72-B41829F67170}" dt="2026-10-16T15:25:12.197" v="77522" actId="1038"/>
          <ac:spMkLst>
            <pc:docMk/>
            <pc:sldMk cId="2577278646" sldId="308"/>
            <ac:spMk id="5" creationId="{F5276C93-CDD4-489B-E520-342A00778C21}"/>
          </ac:spMkLst>
        </pc:spChg>
        <pc:spChg chg="mod topLvl">
          <ac:chgData name="McCloskey, Ross" userId="b1990487-ee44-4922-b58f-5b2980a02730" providerId="ADAL" clId="{7D443C21-FD7D-4E65-8C72-B41829F67170}" dt="2026-10-16T15:25:12.197" v="77522" actId="1038"/>
          <ac:spMkLst>
            <pc:docMk/>
            <pc:sldMk cId="2577278646" sldId="308"/>
            <ac:spMk id="6" creationId="{0E9ADFBE-1793-9522-8812-82A4AA9D62E3}"/>
          </ac:spMkLst>
        </pc:spChg>
        <pc:spChg chg="mod topLvl">
          <ac:chgData name="McCloskey, Ross" userId="b1990487-ee44-4922-b58f-5b2980a02730" providerId="ADAL" clId="{7D443C21-FD7D-4E65-8C72-B41829F67170}" dt="2026-10-16T15:25:12.197" v="77522" actId="1038"/>
          <ac:spMkLst>
            <pc:docMk/>
            <pc:sldMk cId="2577278646" sldId="308"/>
            <ac:spMk id="7" creationId="{61F1E884-E14B-6E25-E323-77DD1545C7D0}"/>
          </ac:spMkLst>
        </pc:spChg>
        <pc:spChg chg="mod topLvl">
          <ac:chgData name="McCloskey, Ross" userId="b1990487-ee44-4922-b58f-5b2980a02730" providerId="ADAL" clId="{7D443C21-FD7D-4E65-8C72-B41829F67170}" dt="2026-10-16T15:25:12.197" v="77522" actId="1038"/>
          <ac:spMkLst>
            <pc:docMk/>
            <pc:sldMk cId="2577278646" sldId="308"/>
            <ac:spMk id="8" creationId="{C539EA93-1632-EE42-403C-BA5D41FEE16F}"/>
          </ac:spMkLst>
        </pc:spChg>
        <pc:spChg chg="mod topLvl">
          <ac:chgData name="McCloskey, Ross" userId="b1990487-ee44-4922-b58f-5b2980a02730" providerId="ADAL" clId="{7D443C21-FD7D-4E65-8C72-B41829F67170}" dt="2026-10-16T15:24:56.211" v="77513" actId="165"/>
          <ac:spMkLst>
            <pc:docMk/>
            <pc:sldMk cId="2577278646" sldId="308"/>
            <ac:spMk id="10" creationId="{68D947C0-C679-C4C2-A281-8104AE57A98C}"/>
          </ac:spMkLst>
        </pc:spChg>
        <pc:spChg chg="add mod ord topLvl">
          <ac:chgData name="McCloskey, Ross" userId="b1990487-ee44-4922-b58f-5b2980a02730" providerId="ADAL" clId="{7D443C21-FD7D-4E65-8C72-B41829F67170}" dt="2026-10-16T15:24:17.666" v="77502" actId="179"/>
          <ac:spMkLst>
            <pc:docMk/>
            <pc:sldMk cId="2577278646" sldId="308"/>
            <ac:spMk id="13" creationId="{F398A38C-997D-E3B0-2767-750268432140}"/>
          </ac:spMkLst>
        </pc:spChg>
        <pc:spChg chg="mod">
          <ac:chgData name="McCloskey, Ross" userId="b1990487-ee44-4922-b58f-5b2980a02730" providerId="ADAL" clId="{7D443C21-FD7D-4E65-8C72-B41829F67170}" dt="2026-10-16T22:01:22.185" v="80540" actId="2711"/>
          <ac:spMkLst>
            <pc:docMk/>
            <pc:sldMk cId="2577278646" sldId="308"/>
            <ac:spMk id="21" creationId="{5A05EDF3-BC8C-A4BD-40DA-DAA57572E236}"/>
          </ac:spMkLst>
        </pc:spChg>
        <pc:spChg chg="mod">
          <ac:chgData name="McCloskey, Ross" userId="b1990487-ee44-4922-b58f-5b2980a02730" providerId="ADAL" clId="{7D443C21-FD7D-4E65-8C72-B41829F67170}" dt="2026-10-16T22:01:17.558" v="80539" actId="2711"/>
          <ac:spMkLst>
            <pc:docMk/>
            <pc:sldMk cId="2577278646" sldId="308"/>
            <ac:spMk id="23" creationId="{F6147E16-8F77-B59E-8C39-96B9E7CFA5C3}"/>
          </ac:spMkLst>
        </pc:spChg>
        <pc:spChg chg="mod">
          <ac:chgData name="McCloskey, Ross" userId="b1990487-ee44-4922-b58f-5b2980a02730" providerId="ADAL" clId="{7D443C21-FD7D-4E65-8C72-B41829F67170}" dt="2026-10-16T22:01:12.415" v="80538" actId="2711"/>
          <ac:spMkLst>
            <pc:docMk/>
            <pc:sldMk cId="2577278646" sldId="308"/>
            <ac:spMk id="25" creationId="{4D010413-FBA1-FF59-1705-13C09006BBE6}"/>
          </ac:spMkLst>
        </pc:spChg>
        <pc:spChg chg="mod">
          <ac:chgData name="McCloskey, Ross" userId="b1990487-ee44-4922-b58f-5b2980a02730" providerId="ADAL" clId="{7D443C21-FD7D-4E65-8C72-B41829F67170}" dt="2026-10-16T22:01:06.812" v="80537" actId="2711"/>
          <ac:spMkLst>
            <pc:docMk/>
            <pc:sldMk cId="2577278646" sldId="308"/>
            <ac:spMk id="27" creationId="{F7589716-FB14-5109-D584-F99E8D85C330}"/>
          </ac:spMkLst>
        </pc:spChg>
        <pc:spChg chg="mod">
          <ac:chgData name="McCloskey, Ross" userId="b1990487-ee44-4922-b58f-5b2980a02730" providerId="ADAL" clId="{7D443C21-FD7D-4E65-8C72-B41829F67170}" dt="2026-10-16T22:01:00.281" v="80536" actId="2711"/>
          <ac:spMkLst>
            <pc:docMk/>
            <pc:sldMk cId="2577278646" sldId="308"/>
            <ac:spMk id="29" creationId="{6EA0AA6C-0B0B-3875-2704-1D12C7EA5D56}"/>
          </ac:spMkLst>
        </pc:spChg>
        <pc:spChg chg="add mod">
          <ac:chgData name="McCloskey, Ross" userId="b1990487-ee44-4922-b58f-5b2980a02730" providerId="ADAL" clId="{7D443C21-FD7D-4E65-8C72-B41829F67170}" dt="2026-10-16T22:01:27.407" v="80541" actId="2711"/>
          <ac:spMkLst>
            <pc:docMk/>
            <pc:sldMk cId="2577278646" sldId="308"/>
            <ac:spMk id="34" creationId="{673D33B6-FC67-0D84-B300-DCAACFBAE190}"/>
          </ac:spMkLst>
        </pc:spChg>
        <pc:grpChg chg="mod">
          <ac:chgData name="McCloskey, Ross" userId="b1990487-ee44-4922-b58f-5b2980a02730" providerId="ADAL" clId="{7D443C21-FD7D-4E65-8C72-B41829F67170}" dt="2026-10-16T15:44:34.359" v="78895" actId="1038"/>
          <ac:grpSpMkLst>
            <pc:docMk/>
            <pc:sldMk cId="2577278646" sldId="308"/>
            <ac:grpSpMk id="15" creationId="{42CA75A5-8D70-B569-1D43-4FAA525537D5}"/>
          </ac:grpSpMkLst>
        </pc:grpChg>
        <pc:grpChg chg="mod">
          <ac:chgData name="McCloskey, Ross" userId="b1990487-ee44-4922-b58f-5b2980a02730" providerId="ADAL" clId="{7D443C21-FD7D-4E65-8C72-B41829F67170}" dt="2026-10-16T15:43:39.087" v="78847" actId="1076"/>
          <ac:grpSpMkLst>
            <pc:docMk/>
            <pc:sldMk cId="2577278646" sldId="308"/>
            <ac:grpSpMk id="16" creationId="{15789E86-7913-2B2F-BC0E-900F6840F70B}"/>
          </ac:grpSpMkLst>
        </pc:grpChg>
        <pc:grpChg chg="mod">
          <ac:chgData name="McCloskey, Ross" userId="b1990487-ee44-4922-b58f-5b2980a02730" providerId="ADAL" clId="{7D443C21-FD7D-4E65-8C72-B41829F67170}" dt="2026-10-16T15:45:01.661" v="78953" actId="1036"/>
          <ac:grpSpMkLst>
            <pc:docMk/>
            <pc:sldMk cId="2577278646" sldId="308"/>
            <ac:grpSpMk id="17" creationId="{8FDEB508-4520-0622-5AAD-4B0BF7E4123C}"/>
          </ac:grpSpMkLst>
        </pc:grpChg>
        <pc:grpChg chg="mod">
          <ac:chgData name="McCloskey, Ross" userId="b1990487-ee44-4922-b58f-5b2980a02730" providerId="ADAL" clId="{7D443C21-FD7D-4E65-8C72-B41829F67170}" dt="2026-10-16T15:44:58.958" v="78950" actId="1036"/>
          <ac:grpSpMkLst>
            <pc:docMk/>
            <pc:sldMk cId="2577278646" sldId="308"/>
            <ac:grpSpMk id="18" creationId="{96F61FE4-9693-9041-2E16-0D6D09024B4D}"/>
          </ac:grpSpMkLst>
        </pc:grpChg>
        <pc:grpChg chg="mod">
          <ac:chgData name="McCloskey, Ross" userId="b1990487-ee44-4922-b58f-5b2980a02730" providerId="ADAL" clId="{7D443C21-FD7D-4E65-8C72-B41829F67170}" dt="2026-10-16T15:44:47.147" v="78942" actId="1038"/>
          <ac:grpSpMkLst>
            <pc:docMk/>
            <pc:sldMk cId="2577278646" sldId="308"/>
            <ac:grpSpMk id="19" creationId="{2860F25A-44D0-FCAF-FDC7-BA9FC50FC9D1}"/>
          </ac:grpSpMkLst>
        </pc:grpChg>
        <pc:picChg chg="mod">
          <ac:chgData name="McCloskey, Ross" userId="b1990487-ee44-4922-b58f-5b2980a02730" providerId="ADAL" clId="{7D443C21-FD7D-4E65-8C72-B41829F67170}" dt="2026-10-16T15:42:47.221" v="78834" actId="165"/>
          <ac:picMkLst>
            <pc:docMk/>
            <pc:sldMk cId="2577278646" sldId="308"/>
            <ac:picMk id="20" creationId="{97CF3848-DD93-3340-4E96-F51DB4AF1663}"/>
          </ac:picMkLst>
        </pc:picChg>
        <pc:picChg chg="mod">
          <ac:chgData name="McCloskey, Ross" userId="b1990487-ee44-4922-b58f-5b2980a02730" providerId="ADAL" clId="{7D443C21-FD7D-4E65-8C72-B41829F67170}" dt="2026-10-16T15:42:47.221" v="78834" actId="165"/>
          <ac:picMkLst>
            <pc:docMk/>
            <pc:sldMk cId="2577278646" sldId="308"/>
            <ac:picMk id="22" creationId="{B6212853-A0A3-2F9E-AAA7-D4FAE93BDDD0}"/>
          </ac:picMkLst>
        </pc:picChg>
        <pc:picChg chg="mod">
          <ac:chgData name="McCloskey, Ross" userId="b1990487-ee44-4922-b58f-5b2980a02730" providerId="ADAL" clId="{7D443C21-FD7D-4E65-8C72-B41829F67170}" dt="2026-10-16T15:42:47.221" v="78834" actId="165"/>
          <ac:picMkLst>
            <pc:docMk/>
            <pc:sldMk cId="2577278646" sldId="308"/>
            <ac:picMk id="24" creationId="{5A44FE78-81CE-16CF-2313-1709BD694370}"/>
          </ac:picMkLst>
        </pc:picChg>
        <pc:picChg chg="mod">
          <ac:chgData name="McCloskey, Ross" userId="b1990487-ee44-4922-b58f-5b2980a02730" providerId="ADAL" clId="{7D443C21-FD7D-4E65-8C72-B41829F67170}" dt="2026-10-16T15:42:47.221" v="78834" actId="165"/>
          <ac:picMkLst>
            <pc:docMk/>
            <pc:sldMk cId="2577278646" sldId="308"/>
            <ac:picMk id="26" creationId="{E85CB6F2-AFAF-548B-D71D-DC03DBFADAD8}"/>
          </ac:picMkLst>
        </pc:picChg>
        <pc:picChg chg="mod">
          <ac:chgData name="McCloskey, Ross" userId="b1990487-ee44-4922-b58f-5b2980a02730" providerId="ADAL" clId="{7D443C21-FD7D-4E65-8C72-B41829F67170}" dt="2026-10-16T15:42:47.221" v="78834" actId="165"/>
          <ac:picMkLst>
            <pc:docMk/>
            <pc:sldMk cId="2577278646" sldId="308"/>
            <ac:picMk id="28" creationId="{2CE7FA00-CBBE-0562-C402-0E36D3B76308}"/>
          </ac:picMkLst>
        </pc:picChg>
      </pc:sldChg>
      <pc:sldChg chg="addSp delSp modSp add mod ord modNotesTx">
        <pc:chgData name="McCloskey, Ross" userId="b1990487-ee44-4922-b58f-5b2980a02730" providerId="ADAL" clId="{7D443C21-FD7D-4E65-8C72-B41829F67170}" dt="2026-10-16T16:20:07.019" v="79759" actId="1076"/>
        <pc:sldMkLst>
          <pc:docMk/>
          <pc:sldMk cId="43425933" sldId="309"/>
        </pc:sldMkLst>
        <pc:spChg chg="mod">
          <ac:chgData name="McCloskey, Ross" userId="b1990487-ee44-4922-b58f-5b2980a02730" providerId="ADAL" clId="{7D443C21-FD7D-4E65-8C72-B41829F67170}" dt="2026-10-16T16:20:07.019" v="79759" actId="1076"/>
          <ac:spMkLst>
            <pc:docMk/>
            <pc:sldMk cId="43425933" sldId="309"/>
            <ac:spMk id="2" creationId="{59017D65-5CD9-1BD6-A1DC-B3C2442B06C3}"/>
          </ac:spMkLst>
        </pc:spChg>
        <pc:picChg chg="add mod ord">
          <ac:chgData name="McCloskey, Ross" userId="b1990487-ee44-4922-b58f-5b2980a02730" providerId="ADAL" clId="{7D443C21-FD7D-4E65-8C72-B41829F67170}" dt="2026-10-16T15:36:19.240" v="78054" actId="167"/>
          <ac:picMkLst>
            <pc:docMk/>
            <pc:sldMk cId="43425933" sldId="309"/>
            <ac:picMk id="3" creationId="{C552C039-FD4D-AC36-2DEE-F5940ED2954A}"/>
          </ac:picMkLst>
        </pc:picChg>
      </pc:sldChg>
      <pc:sldChg chg="addSp delSp modSp add mod ord modNotesTx">
        <pc:chgData name="McCloskey, Ross" userId="b1990487-ee44-4922-b58f-5b2980a02730" providerId="ADAL" clId="{7D443C21-FD7D-4E65-8C72-B41829F67170}" dt="2026-10-16T16:10:51.513" v="79512" actId="2711"/>
        <pc:sldMkLst>
          <pc:docMk/>
          <pc:sldMk cId="2616953573" sldId="310"/>
        </pc:sldMkLst>
        <pc:spChg chg="mod">
          <ac:chgData name="McCloskey, Ross" userId="b1990487-ee44-4922-b58f-5b2980a02730" providerId="ADAL" clId="{7D443C21-FD7D-4E65-8C72-B41829F67170}" dt="2026-10-16T15:47:35.443" v="78970"/>
          <ac:spMkLst>
            <pc:docMk/>
            <pc:sldMk cId="2616953573" sldId="310"/>
            <ac:spMk id="2" creationId="{90B7ED6B-36B2-D87D-51E4-920722E86653}"/>
          </ac:spMkLst>
        </pc:spChg>
        <pc:spChg chg="mod">
          <ac:chgData name="McCloskey, Ross" userId="b1990487-ee44-4922-b58f-5b2980a02730" providerId="ADAL" clId="{7D443C21-FD7D-4E65-8C72-B41829F67170}" dt="2026-10-16T15:58:14.629" v="79307" actId="115"/>
          <ac:spMkLst>
            <pc:docMk/>
            <pc:sldMk cId="2616953573" sldId="310"/>
            <ac:spMk id="7" creationId="{9AECE45C-2566-1D5F-CB2D-8C302FC7FC62}"/>
          </ac:spMkLst>
        </pc:spChg>
        <pc:graphicFrameChg chg="add mod modGraphic">
          <ac:chgData name="McCloskey, Ross" userId="b1990487-ee44-4922-b58f-5b2980a02730" providerId="ADAL" clId="{7D443C21-FD7D-4E65-8C72-B41829F67170}" dt="2026-10-16T16:10:51.513" v="79512" actId="2711"/>
          <ac:graphicFrameMkLst>
            <pc:docMk/>
            <pc:sldMk cId="2616953573" sldId="310"/>
            <ac:graphicFrameMk id="4" creationId="{7DE7DE8B-1350-D4AB-9E83-B8902534E043}"/>
          </ac:graphicFrameMkLst>
        </pc:graphicFrameChg>
      </pc:sldChg>
      <pc:sldChg chg="addSp delSp modSp add mod ord modNotesTx">
        <pc:chgData name="McCloskey, Ross" userId="b1990487-ee44-4922-b58f-5b2980a02730" providerId="ADAL" clId="{7D443C21-FD7D-4E65-8C72-B41829F67170}" dt="2026-10-18T17:29:00.307" v="82010" actId="20577"/>
        <pc:sldMkLst>
          <pc:docMk/>
          <pc:sldMk cId="3103653499" sldId="311"/>
        </pc:sldMkLst>
        <pc:spChg chg="add mod">
          <ac:chgData name="McCloskey, Ross" userId="b1990487-ee44-4922-b58f-5b2980a02730" providerId="ADAL" clId="{7D443C21-FD7D-4E65-8C72-B41829F67170}" dt="2026-10-16T16:03:21.437" v="79409" actId="20577"/>
          <ac:spMkLst>
            <pc:docMk/>
            <pc:sldMk cId="3103653499" sldId="311"/>
            <ac:spMk id="35" creationId="{A44F44BC-CF75-4BA2-1AA5-A43D059A1BDE}"/>
          </ac:spMkLst>
        </pc:spChg>
        <pc:picChg chg="add mod">
          <ac:chgData name="McCloskey, Ross" userId="b1990487-ee44-4922-b58f-5b2980a02730" providerId="ADAL" clId="{7D443C21-FD7D-4E65-8C72-B41829F67170}" dt="2026-10-16T16:02:19.240" v="79335"/>
          <ac:picMkLst>
            <pc:docMk/>
            <pc:sldMk cId="3103653499" sldId="311"/>
            <ac:picMk id="3" creationId="{B000F144-87B4-E4B0-A162-0EE0628A4467}"/>
          </ac:picMkLst>
        </pc:picChg>
        <pc:picChg chg="add">
          <ac:chgData name="McCloskey, Ross" userId="b1990487-ee44-4922-b58f-5b2980a02730" providerId="ADAL" clId="{7D443C21-FD7D-4E65-8C72-B41829F67170}" dt="2026-10-16T16:02:26.795" v="79336" actId="22"/>
          <ac:picMkLst>
            <pc:docMk/>
            <pc:sldMk cId="3103653499" sldId="311"/>
            <ac:picMk id="11" creationId="{1A840F2B-55DC-630A-69FE-6AE12B0CE62E}"/>
          </ac:picMkLst>
        </pc:picChg>
        <pc:picChg chg="add">
          <ac:chgData name="McCloskey, Ross" userId="b1990487-ee44-4922-b58f-5b2980a02730" providerId="ADAL" clId="{7D443C21-FD7D-4E65-8C72-B41829F67170}" dt="2026-10-16T16:02:38.995" v="79337" actId="22"/>
          <ac:picMkLst>
            <pc:docMk/>
            <pc:sldMk cId="3103653499" sldId="311"/>
            <ac:picMk id="14" creationId="{E093DC8A-2CE8-F861-A701-444940854732}"/>
          </ac:picMkLst>
        </pc:picChg>
        <pc:picChg chg="add">
          <ac:chgData name="McCloskey, Ross" userId="b1990487-ee44-4922-b58f-5b2980a02730" providerId="ADAL" clId="{7D443C21-FD7D-4E65-8C72-B41829F67170}" dt="2026-10-16T16:02:46.518" v="79338" actId="22"/>
          <ac:picMkLst>
            <pc:docMk/>
            <pc:sldMk cId="3103653499" sldId="311"/>
            <ac:picMk id="31" creationId="{D1C6ECCA-BD18-7FAA-C057-E69EDD2B6CE5}"/>
          </ac:picMkLst>
        </pc:picChg>
      </pc:sldChg>
      <pc:sldChg chg="addSp delSp modSp add mod ord modNotesTx">
        <pc:chgData name="McCloskey, Ross" userId="b1990487-ee44-4922-b58f-5b2980a02730" providerId="ADAL" clId="{7D443C21-FD7D-4E65-8C72-B41829F67170}" dt="2026-10-24T22:31:19.156" v="82824" actId="20577"/>
        <pc:sldMkLst>
          <pc:docMk/>
          <pc:sldMk cId="3503408705" sldId="312"/>
        </pc:sldMkLst>
        <pc:spChg chg="mod">
          <ac:chgData name="McCloskey, Ross" userId="b1990487-ee44-4922-b58f-5b2980a02730" providerId="ADAL" clId="{7D443C21-FD7D-4E65-8C72-B41829F67170}" dt="2026-10-16T16:04:36.221" v="79415"/>
          <ac:spMkLst>
            <pc:docMk/>
            <pc:sldMk cId="3503408705" sldId="312"/>
            <ac:spMk id="2" creationId="{DBFA2197-5D42-746E-7A9B-8CD1350F358E}"/>
          </ac:spMkLst>
        </pc:spChg>
        <pc:spChg chg="mod">
          <ac:chgData name="McCloskey, Ross" userId="b1990487-ee44-4922-b58f-5b2980a02730" providerId="ADAL" clId="{7D443C21-FD7D-4E65-8C72-B41829F67170}" dt="2026-10-16T16:13:58.083" v="79670" actId="14100"/>
          <ac:spMkLst>
            <pc:docMk/>
            <pc:sldMk cId="3503408705" sldId="312"/>
            <ac:spMk id="7" creationId="{276B70B1-4A91-1973-9080-FF83C216F15D}"/>
          </ac:spMkLst>
        </pc:spChg>
        <pc:spChg chg="mod">
          <ac:chgData name="McCloskey, Ross" userId="b1990487-ee44-4922-b58f-5b2980a02730" providerId="ADAL" clId="{7D443C21-FD7D-4E65-8C72-B41829F67170}" dt="2026-10-16T21:59:52.146" v="80528" actId="2711"/>
          <ac:spMkLst>
            <pc:docMk/>
            <pc:sldMk cId="3503408705" sldId="312"/>
            <ac:spMk id="8" creationId="{875237A7-6858-71F7-FD09-3DB17E2D87AB}"/>
          </ac:spMkLst>
        </pc:spChg>
        <pc:grpChg chg="add mod">
          <ac:chgData name="McCloskey, Ross" userId="b1990487-ee44-4922-b58f-5b2980a02730" providerId="ADAL" clId="{7D443C21-FD7D-4E65-8C72-B41829F67170}" dt="2026-10-16T16:17:35.835" v="79720" actId="1076"/>
          <ac:grpSpMkLst>
            <pc:docMk/>
            <pc:sldMk cId="3503408705" sldId="312"/>
            <ac:grpSpMk id="5" creationId="{FAF617A2-47EB-F16C-896F-1043C83BD915}"/>
          </ac:grpSpMkLst>
        </pc:grpChg>
        <pc:picChg chg="mod">
          <ac:chgData name="McCloskey, Ross" userId="b1990487-ee44-4922-b58f-5b2980a02730" providerId="ADAL" clId="{7D443C21-FD7D-4E65-8C72-B41829F67170}" dt="2026-10-16T16:13:00.013" v="79665"/>
          <ac:picMkLst>
            <pc:docMk/>
            <pc:sldMk cId="3503408705" sldId="312"/>
            <ac:picMk id="6" creationId="{1551000F-F41B-5685-56EA-22577F2846CC}"/>
          </ac:picMkLst>
        </pc:picChg>
      </pc:sldChg>
      <pc:sldChg chg="addSp delSp modSp new mod modAnim modNotesTx">
        <pc:chgData name="McCloskey, Ross" userId="b1990487-ee44-4922-b58f-5b2980a02730" providerId="ADAL" clId="{7D443C21-FD7D-4E65-8C72-B41829F67170}" dt="2026-10-21T16:35:53.366" v="82469" actId="20577"/>
        <pc:sldMkLst>
          <pc:docMk/>
          <pc:sldMk cId="2917823558" sldId="313"/>
        </pc:sldMkLst>
        <pc:spChg chg="add mod">
          <ac:chgData name="McCloskey, Ross" userId="b1990487-ee44-4922-b58f-5b2980a02730" providerId="ADAL" clId="{7D443C21-FD7D-4E65-8C72-B41829F67170}" dt="2026-10-16T16:29:40.593" v="79963" actId="1036"/>
          <ac:spMkLst>
            <pc:docMk/>
            <pc:sldMk cId="2917823558" sldId="313"/>
            <ac:spMk id="2" creationId="{5D717BA6-CBBA-5ECC-07D5-B5C1EAA8917F}"/>
          </ac:spMkLst>
        </pc:spChg>
        <pc:spChg chg="add mod">
          <ac:chgData name="McCloskey, Ross" userId="b1990487-ee44-4922-b58f-5b2980a02730" providerId="ADAL" clId="{7D443C21-FD7D-4E65-8C72-B41829F67170}" dt="2026-10-16T16:18:30.846" v="79750" actId="20577"/>
          <ac:spMkLst>
            <pc:docMk/>
            <pc:sldMk cId="2917823558" sldId="313"/>
            <ac:spMk id="8" creationId="{410E170A-D496-9920-14DC-03DAA2023087}"/>
          </ac:spMkLst>
        </pc:spChg>
        <pc:spChg chg="add mod">
          <ac:chgData name="McCloskey, Ross" userId="b1990487-ee44-4922-b58f-5b2980a02730" providerId="ADAL" clId="{7D443C21-FD7D-4E65-8C72-B41829F67170}" dt="2026-10-16T16:29:44.646" v="79968" actId="1036"/>
          <ac:spMkLst>
            <pc:docMk/>
            <pc:sldMk cId="2917823558" sldId="313"/>
            <ac:spMk id="20" creationId="{0D6485C5-D0A2-F44E-AE83-3B0565880DE6}"/>
          </ac:spMkLst>
        </pc:spChg>
        <pc:spChg chg="add mod">
          <ac:chgData name="McCloskey, Ross" userId="b1990487-ee44-4922-b58f-5b2980a02730" providerId="ADAL" clId="{7D443C21-FD7D-4E65-8C72-B41829F67170}" dt="2026-10-16T16:30:18.324" v="80008" actId="20577"/>
          <ac:spMkLst>
            <pc:docMk/>
            <pc:sldMk cId="2917823558" sldId="313"/>
            <ac:spMk id="22" creationId="{9D2DD7C1-104E-4199-7896-D3AE5B827B36}"/>
          </ac:spMkLst>
        </pc:spChg>
        <pc:spChg chg="add mod">
          <ac:chgData name="McCloskey, Ross" userId="b1990487-ee44-4922-b58f-5b2980a02730" providerId="ADAL" clId="{7D443C21-FD7D-4E65-8C72-B41829F67170}" dt="2026-10-16T16:31:36.615" v="80015" actId="14100"/>
          <ac:spMkLst>
            <pc:docMk/>
            <pc:sldMk cId="2917823558" sldId="313"/>
            <ac:spMk id="25" creationId="{9229A04A-D26B-E496-78BC-8DE7F3356ABA}"/>
          </ac:spMkLst>
        </pc:spChg>
        <pc:spChg chg="add mod">
          <ac:chgData name="McCloskey, Ross" userId="b1990487-ee44-4922-b58f-5b2980a02730" providerId="ADAL" clId="{7D443C21-FD7D-4E65-8C72-B41829F67170}" dt="2026-10-16T16:32:07.667" v="80018" actId="1076"/>
          <ac:spMkLst>
            <pc:docMk/>
            <pc:sldMk cId="2917823558" sldId="313"/>
            <ac:spMk id="26" creationId="{45C3FE6B-43DF-B52B-A80A-CF18E1610979}"/>
          </ac:spMkLst>
        </pc:spChg>
        <pc:grpChg chg="add mod">
          <ac:chgData name="McCloskey, Ross" userId="b1990487-ee44-4922-b58f-5b2980a02730" providerId="ADAL" clId="{7D443C21-FD7D-4E65-8C72-B41829F67170}" dt="2026-10-16T16:30:38.637" v="80009" actId="164"/>
          <ac:grpSpMkLst>
            <pc:docMk/>
            <pc:sldMk cId="2917823558" sldId="313"/>
            <ac:grpSpMk id="24" creationId="{558667EF-951C-26AE-3ED2-E1083AF4BD17}"/>
          </ac:grpSpMkLst>
        </pc:grpChg>
        <pc:graphicFrameChg chg="mod ord topLvl">
          <ac:chgData name="McCloskey, Ross" userId="b1990487-ee44-4922-b58f-5b2980a02730" providerId="ADAL" clId="{7D443C21-FD7D-4E65-8C72-B41829F67170}" dt="2026-10-16T16:30:38.637" v="80009" actId="164"/>
          <ac:graphicFrameMkLst>
            <pc:docMk/>
            <pc:sldMk cId="2917823558" sldId="313"/>
            <ac:graphicFrameMk id="10" creationId="{B0B39EBE-540E-374A-914D-25A9D1B0D558}"/>
          </ac:graphicFrameMkLst>
        </pc:graphicFrameChg>
        <pc:picChg chg="add mod ord topLvl">
          <ac:chgData name="McCloskey, Ross" userId="b1990487-ee44-4922-b58f-5b2980a02730" providerId="ADAL" clId="{7D443C21-FD7D-4E65-8C72-B41829F67170}" dt="2026-10-16T16:28:17.167" v="79888" actId="34135"/>
          <ac:picMkLst>
            <pc:docMk/>
            <pc:sldMk cId="2917823558" sldId="313"/>
            <ac:picMk id="5" creationId="{7C688F97-574C-4242-DD08-29C58A911A8E}"/>
          </ac:picMkLst>
        </pc:picChg>
        <pc:picChg chg="mod ord topLvl">
          <ac:chgData name="McCloskey, Ross" userId="b1990487-ee44-4922-b58f-5b2980a02730" providerId="ADAL" clId="{7D443C21-FD7D-4E65-8C72-B41829F67170}" dt="2026-10-16T16:30:38.637" v="80009" actId="164"/>
          <ac:picMkLst>
            <pc:docMk/>
            <pc:sldMk cId="2917823558" sldId="313"/>
            <ac:picMk id="11" creationId="{FF233D08-24F8-012D-A2EA-8B5E57D94916}"/>
          </ac:picMkLst>
        </pc:picChg>
        <pc:picChg chg="add mod">
          <ac:chgData name="McCloskey, Ross" userId="b1990487-ee44-4922-b58f-5b2980a02730" providerId="ADAL" clId="{7D443C21-FD7D-4E65-8C72-B41829F67170}" dt="2026-10-16T16:26:55.892" v="79826" actId="1076"/>
          <ac:picMkLst>
            <pc:docMk/>
            <pc:sldMk cId="2917823558" sldId="313"/>
            <ac:picMk id="14" creationId="{E8D691A2-7A36-3838-5A9C-5CC599566722}"/>
          </ac:picMkLst>
        </pc:picChg>
        <pc:picChg chg="add mod">
          <ac:chgData name="McCloskey, Ross" userId="b1990487-ee44-4922-b58f-5b2980a02730" providerId="ADAL" clId="{7D443C21-FD7D-4E65-8C72-B41829F67170}" dt="2026-10-16T16:26:45.573" v="79825" actId="1076"/>
          <ac:picMkLst>
            <pc:docMk/>
            <pc:sldMk cId="2917823558" sldId="313"/>
            <ac:picMk id="16" creationId="{69ED431B-ABA9-541E-50BB-9CC89804DC5B}"/>
          </ac:picMkLst>
        </pc:picChg>
        <pc:cxnChg chg="add mod">
          <ac:chgData name="McCloskey, Ross" userId="b1990487-ee44-4922-b58f-5b2980a02730" providerId="ADAL" clId="{7D443C21-FD7D-4E65-8C72-B41829F67170}" dt="2026-10-16T16:28:38.370" v="79919" actId="1035"/>
          <ac:cxnSpMkLst>
            <pc:docMk/>
            <pc:sldMk cId="2917823558" sldId="313"/>
            <ac:cxnSpMk id="3" creationId="{4AA7A90F-9092-E1AE-076E-0C2C649999E6}"/>
          </ac:cxnSpMkLst>
        </pc:cxnChg>
        <pc:cxnChg chg="add mod">
          <ac:chgData name="McCloskey, Ross" userId="b1990487-ee44-4922-b58f-5b2980a02730" providerId="ADAL" clId="{7D443C21-FD7D-4E65-8C72-B41829F67170}" dt="2026-10-16T16:29:16.729" v="79925" actId="1076"/>
          <ac:cxnSpMkLst>
            <pc:docMk/>
            <pc:sldMk cId="2917823558" sldId="313"/>
            <ac:cxnSpMk id="21" creationId="{F24F8E2E-94BC-DF72-A751-FADE6E6816AA}"/>
          </ac:cxnSpMkLst>
        </pc:cxnChg>
        <pc:cxnChg chg="add mod">
          <ac:chgData name="McCloskey, Ross" userId="b1990487-ee44-4922-b58f-5b2980a02730" providerId="ADAL" clId="{7D443C21-FD7D-4E65-8C72-B41829F67170}" dt="2026-10-16T16:30:01.592" v="79970" actId="1076"/>
          <ac:cxnSpMkLst>
            <pc:docMk/>
            <pc:sldMk cId="2917823558" sldId="313"/>
            <ac:cxnSpMk id="23" creationId="{C698892F-C9A2-DB34-1A53-083ED63D51AB}"/>
          </ac:cxnSpMkLst>
        </pc:cxnChg>
      </pc:sldChg>
      <pc:sldChg chg="addSp delSp modSp add mod">
        <pc:chgData name="McCloskey, Ross" userId="b1990487-ee44-4922-b58f-5b2980a02730" providerId="ADAL" clId="{7D443C21-FD7D-4E65-8C72-B41829F67170}" dt="2026-10-16T22:00:12.614" v="80530" actId="2711"/>
        <pc:sldMkLst>
          <pc:docMk/>
          <pc:sldMk cId="842900961" sldId="315"/>
        </pc:sldMkLst>
        <pc:spChg chg="mod">
          <ac:chgData name="McCloskey, Ross" userId="b1990487-ee44-4922-b58f-5b2980a02730" providerId="ADAL" clId="{7D443C21-FD7D-4E65-8C72-B41829F67170}" dt="2026-10-16T21:51:36.727" v="80132" actId="1035"/>
          <ac:spMkLst>
            <pc:docMk/>
            <pc:sldMk cId="842900961" sldId="315"/>
            <ac:spMk id="2" creationId="{2CFED064-30AD-90E5-DBE2-E673FF2E64A9}"/>
          </ac:spMkLst>
        </pc:spChg>
        <pc:spChg chg="mod">
          <ac:chgData name="McCloskey, Ross" userId="b1990487-ee44-4922-b58f-5b2980a02730" providerId="ADAL" clId="{7D443C21-FD7D-4E65-8C72-B41829F67170}" dt="2026-10-16T22:00:12.614" v="80530" actId="2711"/>
          <ac:spMkLst>
            <pc:docMk/>
            <pc:sldMk cId="842900961" sldId="315"/>
            <ac:spMk id="5" creationId="{BB7DB2D1-F4BD-B8DB-0735-86D84226664D}"/>
          </ac:spMkLst>
        </pc:spChg>
        <pc:picChg chg="mod">
          <ac:chgData name="McCloskey, Ross" userId="b1990487-ee44-4922-b58f-5b2980a02730" providerId="ADAL" clId="{7D443C21-FD7D-4E65-8C72-B41829F67170}" dt="2026-10-16T21:52:22.398" v="80140"/>
          <ac:picMkLst>
            <pc:docMk/>
            <pc:sldMk cId="842900961" sldId="315"/>
            <ac:picMk id="8" creationId="{AD015442-460A-C140-FDDA-B3DF453D04CA}"/>
          </ac:picMkLst>
        </pc:picChg>
        <pc:picChg chg="mod">
          <ac:chgData name="McCloskey, Ross" userId="b1990487-ee44-4922-b58f-5b2980a02730" providerId="ADAL" clId="{7D443C21-FD7D-4E65-8C72-B41829F67170}" dt="2026-10-16T21:52:22.398" v="80140"/>
          <ac:picMkLst>
            <pc:docMk/>
            <pc:sldMk cId="842900961" sldId="315"/>
            <ac:picMk id="11" creationId="{C8A0CB0E-7DAA-C7BF-D7A0-FB4F52972220}"/>
          </ac:picMkLst>
        </pc:picChg>
        <pc:picChg chg="mod">
          <ac:chgData name="McCloskey, Ross" userId="b1990487-ee44-4922-b58f-5b2980a02730" providerId="ADAL" clId="{7D443C21-FD7D-4E65-8C72-B41829F67170}" dt="2026-10-16T21:52:22.398" v="80140"/>
          <ac:picMkLst>
            <pc:docMk/>
            <pc:sldMk cId="842900961" sldId="315"/>
            <ac:picMk id="12" creationId="{1B063E98-7C5E-28ED-1421-93C679ED7BD8}"/>
          </ac:picMkLst>
        </pc:picChg>
        <pc:picChg chg="mod">
          <ac:chgData name="McCloskey, Ross" userId="b1990487-ee44-4922-b58f-5b2980a02730" providerId="ADAL" clId="{7D443C21-FD7D-4E65-8C72-B41829F67170}" dt="2026-10-16T21:52:22.398" v="80140"/>
          <ac:picMkLst>
            <pc:docMk/>
            <pc:sldMk cId="842900961" sldId="315"/>
            <ac:picMk id="15" creationId="{A58DF5F1-31D0-0DB3-945C-04EC068BF872}"/>
          </ac:picMkLst>
        </pc:picChg>
        <pc:picChg chg="mod">
          <ac:chgData name="McCloskey, Ross" userId="b1990487-ee44-4922-b58f-5b2980a02730" providerId="ADAL" clId="{7D443C21-FD7D-4E65-8C72-B41829F67170}" dt="2026-10-16T21:52:22.398" v="80140"/>
          <ac:picMkLst>
            <pc:docMk/>
            <pc:sldMk cId="842900961" sldId="315"/>
            <ac:picMk id="16" creationId="{BD565184-2697-7E98-E442-8A99A42F7C9D}"/>
          </ac:picMkLst>
        </pc:picChg>
        <pc:picChg chg="add mod">
          <ac:chgData name="McCloskey, Ross" userId="b1990487-ee44-4922-b58f-5b2980a02730" providerId="ADAL" clId="{7D443C21-FD7D-4E65-8C72-B41829F67170}" dt="2026-10-16T21:52:22.398" v="80140"/>
          <ac:picMkLst>
            <pc:docMk/>
            <pc:sldMk cId="842900961" sldId="315"/>
            <ac:picMk id="18" creationId="{1692423C-BA79-0A83-DA87-68FF54E152A7}"/>
          </ac:picMkLst>
        </pc:picChg>
        <pc:picChg chg="add mod">
          <ac:chgData name="McCloskey, Ross" userId="b1990487-ee44-4922-b58f-5b2980a02730" providerId="ADAL" clId="{7D443C21-FD7D-4E65-8C72-B41829F67170}" dt="2026-10-16T21:52:22.398" v="80140"/>
          <ac:picMkLst>
            <pc:docMk/>
            <pc:sldMk cId="842900961" sldId="315"/>
            <ac:picMk id="19" creationId="{5DD408C7-8A4F-D075-03F9-C3952C10EB37}"/>
          </ac:picMkLst>
        </pc:picChg>
        <pc:picChg chg="add mod">
          <ac:chgData name="McCloskey, Ross" userId="b1990487-ee44-4922-b58f-5b2980a02730" providerId="ADAL" clId="{7D443C21-FD7D-4E65-8C72-B41829F67170}" dt="2026-10-16T21:52:22.398" v="80140"/>
          <ac:picMkLst>
            <pc:docMk/>
            <pc:sldMk cId="842900961" sldId="315"/>
            <ac:picMk id="21" creationId="{E448252F-456E-3D44-6A74-A2964D0BA854}"/>
          </ac:picMkLst>
        </pc:picChg>
        <pc:picChg chg="add mod">
          <ac:chgData name="McCloskey, Ross" userId="b1990487-ee44-4922-b58f-5b2980a02730" providerId="ADAL" clId="{7D443C21-FD7D-4E65-8C72-B41829F67170}" dt="2026-10-16T21:52:22.398" v="80140"/>
          <ac:picMkLst>
            <pc:docMk/>
            <pc:sldMk cId="842900961" sldId="315"/>
            <ac:picMk id="22" creationId="{71E01A91-6FB9-150C-DA72-D5CA9ACADD77}"/>
          </ac:picMkLst>
        </pc:picChg>
      </pc:sldChg>
      <pc:sldChg chg="addSp delSp modSp add mod ord modNotesTx">
        <pc:chgData name="McCloskey, Ross" userId="b1990487-ee44-4922-b58f-5b2980a02730" providerId="ADAL" clId="{7D443C21-FD7D-4E65-8C72-B41829F67170}" dt="2026-10-25T15:04:43.651" v="82865" actId="20577"/>
        <pc:sldMkLst>
          <pc:docMk/>
          <pc:sldMk cId="2693902776" sldId="316"/>
        </pc:sldMkLst>
        <pc:spChg chg="mod">
          <ac:chgData name="McCloskey, Ross" userId="b1990487-ee44-4922-b58f-5b2980a02730" providerId="ADAL" clId="{7D443C21-FD7D-4E65-8C72-B41829F67170}" dt="2026-10-16T22:04:03.308" v="80553" actId="20577"/>
          <ac:spMkLst>
            <pc:docMk/>
            <pc:sldMk cId="2693902776" sldId="316"/>
            <ac:spMk id="2" creationId="{3D43F0CE-1AA3-0BE1-A81C-93E5F393C510}"/>
          </ac:spMkLst>
        </pc:spChg>
        <pc:spChg chg="mod">
          <ac:chgData name="McCloskey, Ross" userId="b1990487-ee44-4922-b58f-5b2980a02730" providerId="ADAL" clId="{7D443C21-FD7D-4E65-8C72-B41829F67170}" dt="2026-10-21T17:03:22.057" v="82815" actId="20577"/>
          <ac:spMkLst>
            <pc:docMk/>
            <pc:sldMk cId="2693902776" sldId="316"/>
            <ac:spMk id="7" creationId="{F5422D6D-E803-C29D-69AA-22B262FBC465}"/>
          </ac:spMkLst>
        </pc:spChg>
        <pc:spChg chg="mod">
          <ac:chgData name="McCloskey, Ross" userId="b1990487-ee44-4922-b58f-5b2980a02730" providerId="ADAL" clId="{7D443C21-FD7D-4E65-8C72-B41829F67170}" dt="2026-10-16T22:01:50.011" v="80542" actId="255"/>
          <ac:spMkLst>
            <pc:docMk/>
            <pc:sldMk cId="2693902776" sldId="316"/>
            <ac:spMk id="9" creationId="{4BBA23A4-D238-C898-0DF3-82E15CB6EE89}"/>
          </ac:spMkLst>
        </pc:spChg>
      </pc:sldChg>
      <pc:sldChg chg="modSp add mod ord modNotesTx">
        <pc:chgData name="McCloskey, Ross" userId="b1990487-ee44-4922-b58f-5b2980a02730" providerId="ADAL" clId="{7D443C21-FD7D-4E65-8C72-B41829F67170}" dt="2026-10-18T17:21:33.619" v="81912" actId="20577"/>
        <pc:sldMkLst>
          <pc:docMk/>
          <pc:sldMk cId="3017362053" sldId="317"/>
        </pc:sldMkLst>
        <pc:spChg chg="mod">
          <ac:chgData name="McCloskey, Ross" userId="b1990487-ee44-4922-b58f-5b2980a02730" providerId="ADAL" clId="{7D443C21-FD7D-4E65-8C72-B41829F67170}" dt="2026-10-18T17:09:52.639" v="81909" actId="20577"/>
          <ac:spMkLst>
            <pc:docMk/>
            <pc:sldMk cId="3017362053" sldId="317"/>
            <ac:spMk id="7" creationId="{562E6FE1-E79E-2C23-4858-69D2CF9FABEF}"/>
          </ac:spMkLst>
        </pc:spChg>
        <pc:spChg chg="mod">
          <ac:chgData name="McCloskey, Ross" userId="b1990487-ee44-4922-b58f-5b2980a02730" providerId="ADAL" clId="{7D443C21-FD7D-4E65-8C72-B41829F67170}" dt="2026-10-16T22:02:30.732" v="80547" actId="2711"/>
          <ac:spMkLst>
            <pc:docMk/>
            <pc:sldMk cId="3017362053" sldId="317"/>
            <ac:spMk id="9" creationId="{CAC24A07-D36C-A0F6-B7DE-03BC0EB8F1FB}"/>
          </ac:spMkLst>
        </pc:spChg>
      </pc:sldChg>
      <pc:sldChg chg="new del">
        <pc:chgData name="McCloskey, Ross" userId="b1990487-ee44-4922-b58f-5b2980a02730" providerId="ADAL" clId="{7D443C21-FD7D-4E65-8C72-B41829F67170}" dt="2026-10-24T22:26:19.468" v="82823" actId="680"/>
        <pc:sldMkLst>
          <pc:docMk/>
          <pc:sldMk cId="3860646460" sldId="318"/>
        </pc:sldMkLst>
      </pc:sldChg>
      <pc:sldMasterChg chg="addSldLayout delSldLayout">
        <pc:chgData name="McCloskey, Ross" userId="b1990487-ee44-4922-b58f-5b2980a02730" providerId="ADAL" clId="{7D443C21-FD7D-4E65-8C72-B41829F67170}" dt="2026-10-16T22:51:40.513" v="81291" actId="47"/>
        <pc:sldMasterMkLst>
          <pc:docMk/>
          <pc:sldMasterMk cId="1583749883" sldId="2147483672"/>
        </pc:sldMasterMkLst>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spPr>
            <a:solidFill>
              <a:schemeClr val="tx2"/>
            </a:solidFill>
            <a:ln>
              <a:noFill/>
            </a:ln>
            <a:effectLst/>
          </c:spPr>
          <c:invertIfNegative val="0"/>
          <c:cat>
            <c:strRef>
              <c:f>Sheet1!$A$2:$A$7</c:f>
              <c:strCache>
                <c:ptCount val="6"/>
                <c:pt idx="0">
                  <c:v>deep, daytime</c:v>
                </c:pt>
                <c:pt idx="1">
                  <c:v>deep, nighttime</c:v>
                </c:pt>
                <c:pt idx="2">
                  <c:v>surface, daytime</c:v>
                </c:pt>
                <c:pt idx="3">
                  <c:v>surface, nighttime</c:v>
                </c:pt>
                <c:pt idx="4">
                  <c:v>surface, all times</c:v>
                </c:pt>
                <c:pt idx="5">
                  <c:v>deep, night &amp; surface, day</c:v>
                </c:pt>
              </c:strCache>
            </c:strRef>
          </c:cat>
          <c:val>
            <c:numRef>
              <c:f>Sheet1!$B$2:$B$7</c:f>
              <c:numCache>
                <c:formatCode>General</c:formatCode>
                <c:ptCount val="6"/>
                <c:pt idx="0">
                  <c:v>1</c:v>
                </c:pt>
                <c:pt idx="1">
                  <c:v>3</c:v>
                </c:pt>
                <c:pt idx="2">
                  <c:v>5</c:v>
                </c:pt>
                <c:pt idx="3">
                  <c:v>7</c:v>
                </c:pt>
                <c:pt idx="4">
                  <c:v>4</c:v>
                </c:pt>
                <c:pt idx="5">
                  <c:v>2</c:v>
                </c:pt>
              </c:numCache>
            </c:numRef>
          </c:val>
          <c:extLst>
            <c:ext xmlns:c16="http://schemas.microsoft.com/office/drawing/2014/chart" uri="{C3380CC4-5D6E-409C-BE32-E72D297353CC}">
              <c16:uniqueId val="{00000000-C582-4469-88A8-5A9570015B45}"/>
            </c:ext>
          </c:extLst>
        </c:ser>
        <c:dLbls>
          <c:showLegendKey val="0"/>
          <c:showVal val="0"/>
          <c:showCatName val="0"/>
          <c:showSerName val="0"/>
          <c:showPercent val="0"/>
          <c:showBubbleSize val="0"/>
        </c:dLbls>
        <c:gapWidth val="219"/>
        <c:overlap val="-27"/>
        <c:axId val="994017071"/>
        <c:axId val="766898319"/>
      </c:barChart>
      <c:catAx>
        <c:axId val="994017071"/>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300" baseline="0" dirty="0">
                    <a:solidFill>
                      <a:srgbClr val="1B1B1B"/>
                    </a:solidFill>
                    <a:latin typeface="Calibri" panose="020F0502020204030204" pitchFamily="34" charset="0"/>
                    <a:ea typeface="Calibri" panose="020F0502020204030204" pitchFamily="34" charset="0"/>
                    <a:cs typeface="Calibri" panose="020F0502020204030204" pitchFamily="34" charset="0"/>
                  </a:rPr>
                  <a:t>Position and time of greatest abundance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cross"/>
        <c:tickLblPos val="nextTo"/>
        <c:spPr>
          <a:noFill/>
          <a:ln w="12700" cap="flat" cmpd="sng" algn="ctr">
            <a:solidFill>
              <a:schemeClr val="tx1"/>
            </a:solidFill>
            <a:round/>
          </a:ln>
          <a:effectLst/>
        </c:spPr>
        <c:txPr>
          <a:bodyPr rot="1200000" spcFirstLastPara="1" vertOverflow="ellipsis" wrap="square" anchor="ctr" anchorCtr="1"/>
          <a:lstStyle/>
          <a:p>
            <a:pPr>
              <a:defRPr sz="1000" b="1" i="0" u="none" strike="noStrike" kern="1200" baseline="0">
                <a:solidFill>
                  <a:srgbClr val="1B1B1B"/>
                </a:solidFill>
                <a:latin typeface="Calibri" panose="020F0502020204030204" pitchFamily="34" charset="0"/>
                <a:ea typeface="+mn-ea"/>
                <a:cs typeface="+mn-cs"/>
              </a:defRPr>
            </a:pPr>
            <a:endParaRPr lang="en-US"/>
          </a:p>
        </c:txPr>
        <c:crossAx val="766898319"/>
        <c:crosses val="autoZero"/>
        <c:auto val="1"/>
        <c:lblAlgn val="ctr"/>
        <c:lblOffset val="100"/>
        <c:noMultiLvlLbl val="0"/>
      </c:catAx>
      <c:valAx>
        <c:axId val="76689831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300" dirty="0">
                    <a:solidFill>
                      <a:srgbClr val="1B1B1B"/>
                    </a:solidFill>
                    <a:latin typeface="Calibri" panose="020F0502020204030204" pitchFamily="34" charset="0"/>
                    <a:ea typeface="Calibri" panose="020F0502020204030204" pitchFamily="34" charset="0"/>
                    <a:cs typeface="Calibri" panose="020F0502020204030204" pitchFamily="34" charset="0"/>
                  </a:rPr>
                  <a:t>Count</a:t>
                </a:r>
                <a:r>
                  <a:rPr lang="en-US" sz="1300" baseline="0" dirty="0">
                    <a:solidFill>
                      <a:srgbClr val="1B1B1B"/>
                    </a:solidFill>
                    <a:latin typeface="Calibri" panose="020F0502020204030204" pitchFamily="34" charset="0"/>
                    <a:ea typeface="Calibri" panose="020F0502020204030204" pitchFamily="34" charset="0"/>
                    <a:cs typeface="Calibri" panose="020F0502020204030204" pitchFamily="34" charset="0"/>
                  </a:rPr>
                  <a:t> of taxa</a:t>
                </a:r>
                <a:endParaRPr lang="en-US" sz="1300" dirty="0">
                  <a:solidFill>
                    <a:srgbClr val="1B1B1B"/>
                  </a:solidFill>
                  <a:latin typeface="Calibri" panose="020F0502020204030204" pitchFamily="34" charset="0"/>
                  <a:ea typeface="Calibri" panose="020F0502020204030204" pitchFamily="34" charset="0"/>
                  <a:cs typeface="Calibri" panose="020F0502020204030204" pitchFamily="34" charset="0"/>
                </a:endParaRP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out"/>
        <c:minorTickMark val="none"/>
        <c:tickLblPos val="nextTo"/>
        <c:spPr>
          <a:noFill/>
          <a:ln w="12700">
            <a:solidFill>
              <a:schemeClr val="tx1"/>
            </a:solid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1707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2F02B8-4FA1-4FC2-9CCB-CC07671CD3EF}"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C1AA38-86D1-4674-9C68-DF52A9C1CC65}" type="slidenum">
              <a:rPr lang="en-US" smtClean="0"/>
              <a:t>‹#›</a:t>
            </a:fld>
            <a:endParaRPr lang="en-US"/>
          </a:p>
        </p:txBody>
      </p:sp>
    </p:spTree>
    <p:extLst>
      <p:ext uri="{BB962C8B-B14F-4D97-AF65-F5344CB8AC3E}">
        <p14:creationId xmlns:p14="http://schemas.microsoft.com/office/powerpoint/2010/main" val="680762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Hello! My name is William McCloskey and today I’ll be presenting this research I worked on as an undergrad looking at larval fish assemblages in the northern California Current ecosystem</a:t>
            </a:r>
          </a:p>
        </p:txBody>
      </p:sp>
      <p:sp>
        <p:nvSpPr>
          <p:cNvPr id="4" name="Slide Number Placeholder 3"/>
          <p:cNvSpPr>
            <a:spLocks noGrp="1"/>
          </p:cNvSpPr>
          <p:nvPr>
            <p:ph type="sldNum" sz="quarter" idx="5"/>
          </p:nvPr>
        </p:nvSpPr>
        <p:spPr/>
        <p:txBody>
          <a:bodyPr/>
          <a:lstStyle/>
          <a:p>
            <a:fld id="{3AC1AA38-86D1-4674-9C68-DF52A9C1CC65}" type="slidenum">
              <a:rPr lang="en-US" smtClean="0"/>
              <a:t>1</a:t>
            </a:fld>
            <a:endParaRPr lang="en-US"/>
          </a:p>
        </p:txBody>
      </p:sp>
    </p:spTree>
    <p:extLst>
      <p:ext uri="{BB962C8B-B14F-4D97-AF65-F5344CB8AC3E}">
        <p14:creationId xmlns:p14="http://schemas.microsoft.com/office/powerpoint/2010/main" val="1108794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Larval fish assemblages (LFAs) are temporary components of the zooplankton community consisting of larval-stage ichthyoplankton</a:t>
            </a:r>
          </a:p>
          <a:p>
            <a:pPr marL="171450" lvl="0" indent="-171450">
              <a:buFont typeface="Arial" panose="020B0604020202020204" pitchFamily="34" charset="0"/>
              <a:buChar char="•"/>
            </a:pPr>
            <a:r>
              <a:rPr lang="en-US" dirty="0"/>
              <a:t>Many previous studies have established that LFAs are found almost entirely in the upper portion of the water column</a:t>
            </a:r>
          </a:p>
          <a:p>
            <a:pPr marL="628650" lvl="1" indent="-171450">
              <a:buFont typeface="Arial" panose="020B0604020202020204" pitchFamily="34" charset="0"/>
              <a:buChar char="•"/>
            </a:pPr>
            <a:r>
              <a:rPr lang="en-US" dirty="0"/>
              <a:t>Including one by Auth which found 96% of fish larvae in the upper 100 meters across day and night</a:t>
            </a:r>
          </a:p>
          <a:p>
            <a:pPr marL="171450" lvl="0" indent="-171450">
              <a:buFont typeface="Arial" panose="020B0604020202020204" pitchFamily="34" charset="0"/>
              <a:buChar char="•"/>
            </a:pPr>
            <a:r>
              <a:rPr lang="en-US" dirty="0"/>
              <a:t>Larvae aggregate both horizontally and vertically with vertical distributions influenced by migration in some cases</a:t>
            </a:r>
          </a:p>
          <a:p>
            <a:pPr marL="171450" lvl="0" indent="-171450">
              <a:buClrTx/>
              <a:buSzTx/>
              <a:buFont typeface="Arial" panose="020B0604020202020204" pitchFamily="34" charset="0"/>
              <a:buChar char="•"/>
            </a:pPr>
            <a:r>
              <a:rPr lang="en-US" dirty="0"/>
              <a:t>LFAs are known to be influenced by broad oceanographic conditions and finer-scale environmental factors</a:t>
            </a:r>
          </a:p>
          <a:p>
            <a:pPr marL="628650" lvl="1" indent="-171450">
              <a:buFont typeface="Arial" panose="020B0604020202020204" pitchFamily="34" charset="0"/>
              <a:buChar char="•"/>
            </a:pPr>
            <a:r>
              <a:rPr lang="en-US" dirty="0"/>
              <a:t>Finer-scale environmental factors include…</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kern="1200" dirty="0">
                <a:solidFill>
                  <a:schemeClr val="tx1"/>
                </a:solidFill>
                <a:effectLst/>
                <a:latin typeface="+mn-lt"/>
                <a:ea typeface="+mn-ea"/>
                <a:cs typeface="+mn-cs"/>
              </a:rPr>
              <a:t>Temperature, salinity, and DO</a:t>
            </a:r>
            <a:endParaRPr lang="en-US" sz="1200" kern="1200" dirty="0">
              <a:solidFill>
                <a:schemeClr val="tx1"/>
              </a:solidFill>
              <a:effectLst/>
              <a:latin typeface="+mn-lt"/>
              <a:ea typeface="+mn-ea"/>
              <a:cs typeface="+mn-cs"/>
            </a:endParaRP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Primary productivity which </a:t>
            </a:r>
            <a:r>
              <a:rPr lang="en-US" sz="1200" i="0" kern="1200" dirty="0">
                <a:solidFill>
                  <a:schemeClr val="tx1"/>
                </a:solidFill>
                <a:effectLst/>
                <a:latin typeface="+mn-lt"/>
                <a:ea typeface="+mn-ea"/>
                <a:cs typeface="+mn-cs"/>
              </a:rPr>
              <a:t>may indirectly indicate prey availability</a:t>
            </a:r>
            <a:endParaRPr lang="en-US" dirty="0"/>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2</a:t>
            </a:fld>
            <a:endParaRPr lang="en-US"/>
          </a:p>
        </p:txBody>
      </p:sp>
    </p:spTree>
    <p:extLst>
      <p:ext uri="{BB962C8B-B14F-4D97-AF65-F5344CB8AC3E}">
        <p14:creationId xmlns:p14="http://schemas.microsoft.com/office/powerpoint/2010/main" val="261782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41A86-8CE8-1559-078D-6C03201A5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6C3A7-7520-363F-0A8F-BF9894EE94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1AF7D13-DC2C-00FE-5AEB-407E8194D13D}"/>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northern California Current ecosystem (NCC) is a dynamic eastern boundary current system</a:t>
            </a:r>
          </a:p>
          <a:p>
            <a:pPr marL="628650" lvl="1" indent="-171450">
              <a:buFont typeface="Arial" panose="020B0604020202020204" pitchFamily="34" charset="0"/>
              <a:buChar char="•"/>
            </a:pPr>
            <a:r>
              <a:rPr lang="en-US" dirty="0"/>
              <a:t>With upwelling regimes that vary latitudinally and seasonally</a:t>
            </a:r>
          </a:p>
          <a:p>
            <a:pPr marL="171450" lvl="0" indent="-171450">
              <a:buFont typeface="Arial" panose="020B0604020202020204" pitchFamily="34" charset="0"/>
              <a:buChar char="•"/>
            </a:pPr>
            <a:r>
              <a:rPr lang="en-US" dirty="0"/>
              <a:t>Supports several economically and culturally important fish populations</a:t>
            </a:r>
          </a:p>
          <a:p>
            <a:pPr marL="628650" lvl="1" indent="-171450">
              <a:buFont typeface="Arial" panose="020B0604020202020204" pitchFamily="34" charset="0"/>
              <a:buChar char="•"/>
            </a:pPr>
            <a:r>
              <a:rPr lang="en-US" dirty="0"/>
              <a:t>Many of which are tightly coupled to seasonal oceanographic processes during early life stages</a:t>
            </a:r>
          </a:p>
          <a:p>
            <a:pPr marL="171450" lvl="0" indent="-171450">
              <a:buFont typeface="Arial" panose="020B0604020202020204" pitchFamily="34" charset="0"/>
              <a:buChar char="•"/>
            </a:pPr>
            <a:r>
              <a:rPr lang="en-US" dirty="0"/>
              <a:t>Peak spawning occurs in winter for many fish species</a:t>
            </a:r>
          </a:p>
          <a:p>
            <a:pPr marL="628650" lvl="1" indent="-171450">
              <a:buFont typeface="Arial" panose="020B0604020202020204" pitchFamily="34" charset="0"/>
              <a:buChar char="•"/>
            </a:pPr>
            <a:r>
              <a:rPr lang="en-US" dirty="0"/>
              <a:t>Time of greatest larval fish abundance and diversity in the NCC ecosystem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Offshore transport is minimal due to the relaxation of coastal upwelling</a:t>
            </a:r>
          </a:p>
          <a:p>
            <a:pPr marL="171450" lvl="0" indent="-171450">
              <a:buFont typeface="Arial" panose="020B0604020202020204" pitchFamily="34" charset="0"/>
              <a:buChar char="•"/>
            </a:pPr>
            <a:r>
              <a:rPr lang="en-US" dirty="0"/>
              <a:t>Larval dynamics can be useful indicators</a:t>
            </a:r>
          </a:p>
          <a:p>
            <a:pPr marL="628650" lvl="1" indent="-171450">
              <a:buClrTx/>
              <a:buSzTx/>
              <a:buFont typeface="Arial" panose="020B0604020202020204" pitchFamily="34" charset="0"/>
              <a:buChar char="•"/>
            </a:pPr>
            <a:r>
              <a:rPr lang="en-US" dirty="0"/>
              <a:t>Can serve as an early estimate of recruitment potential and spawning success </a:t>
            </a:r>
          </a:p>
          <a:p>
            <a:pPr marL="628650" lvl="1" indent="-171450">
              <a:buClrTx/>
              <a:buSzTx/>
              <a:buFont typeface="Arial" panose="020B0604020202020204" pitchFamily="34" charset="0"/>
              <a:buChar char="•"/>
            </a:pPr>
            <a:r>
              <a:rPr lang="en-US" dirty="0"/>
              <a:t>In management of other species for which larvae are important prey </a:t>
            </a:r>
          </a:p>
          <a:p>
            <a:pPr marL="171450" lvl="0" indent="-171450">
              <a:buClrTx/>
              <a:buSzTx/>
              <a:buFont typeface="Arial" panose="020B0604020202020204" pitchFamily="34" charset="0"/>
              <a:buChar char="•"/>
            </a:pPr>
            <a:endParaRPr lang="en-US" dirty="0"/>
          </a:p>
          <a:p>
            <a:pPr marL="171450" lvl="0" indent="-171450">
              <a:buClrTx/>
              <a:buSzTx/>
              <a:buFont typeface="Arial" panose="020B0604020202020204" pitchFamily="34" charset="0"/>
              <a:buChar char="•"/>
            </a:pPr>
            <a:r>
              <a:rPr lang="en-US" dirty="0"/>
              <a:t>Despite all of this, winter ichthyoplankton research is relatively scarce, compared to spring and summer, due partly to rough winter sea conditions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We are not aware of any previous depth-stratified studies of ichthyoplankton abundance or assemblage composition during winter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 degree to which existing winter ichthyoplankton research is biased by vertical distributions and migration remains unknown. </a:t>
            </a:r>
            <a:endParaRPr lang="en-US" dirty="0"/>
          </a:p>
        </p:txBody>
      </p:sp>
      <p:sp>
        <p:nvSpPr>
          <p:cNvPr id="4" name="Slide Number Placeholder 3">
            <a:extLst>
              <a:ext uri="{FF2B5EF4-FFF2-40B4-BE49-F238E27FC236}">
                <a16:creationId xmlns:a16="http://schemas.microsoft.com/office/drawing/2014/main" id="{4BE1C540-B7AA-34E1-C1F3-F814433E0636}"/>
              </a:ext>
            </a:extLst>
          </p:cNvPr>
          <p:cNvSpPr>
            <a:spLocks noGrp="1"/>
          </p:cNvSpPr>
          <p:nvPr>
            <p:ph type="sldNum" sz="quarter" idx="5"/>
          </p:nvPr>
        </p:nvSpPr>
        <p:spPr/>
        <p:txBody>
          <a:bodyPr/>
          <a:lstStyle/>
          <a:p>
            <a:fld id="{3AC1AA38-86D1-4674-9C68-DF52A9C1CC65}" type="slidenum">
              <a:rPr lang="en-US" smtClean="0"/>
              <a:t>3</a:t>
            </a:fld>
            <a:endParaRPr lang="en-US"/>
          </a:p>
        </p:txBody>
      </p:sp>
    </p:spTree>
    <p:extLst>
      <p:ext uri="{BB962C8B-B14F-4D97-AF65-F5344CB8AC3E}">
        <p14:creationId xmlns:p14="http://schemas.microsoft.com/office/powerpoint/2010/main" val="2044125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0" dirty="0"/>
              <a:t>Essentially read off slide. If not able to see…</a:t>
            </a:r>
          </a:p>
          <a:p>
            <a:pPr marL="228600" lvl="0" indent="-228600">
              <a:buAutoNum type="arabicParenBoth"/>
            </a:pPr>
            <a:r>
              <a:rPr lang="en-US" i="0" dirty="0"/>
              <a:t>Characterize winter ichthyoplankton assemblages in the NCC;</a:t>
            </a:r>
          </a:p>
          <a:p>
            <a:pPr marL="228600" lvl="0" indent="-228600">
              <a:buAutoNum type="arabicParenBoth"/>
            </a:pPr>
            <a:r>
              <a:rPr lang="en-US" i="0" dirty="0"/>
              <a:t>Explain variation in winter ichthyoplankton assemblage composition using fine-scale spatiotemporal and environmental factors; and</a:t>
            </a:r>
          </a:p>
          <a:p>
            <a:pPr marL="228600" lvl="0" indent="-228600">
              <a:buAutoNum type="arabicParenBoth"/>
            </a:pPr>
            <a:r>
              <a:rPr lang="en-US" i="0" dirty="0"/>
              <a:t>Examine taxon-specific diel variation in vertical abundance distribution</a:t>
            </a:r>
          </a:p>
        </p:txBody>
      </p:sp>
      <p:sp>
        <p:nvSpPr>
          <p:cNvPr id="4" name="Slide Number Placeholder 3"/>
          <p:cNvSpPr>
            <a:spLocks noGrp="1"/>
          </p:cNvSpPr>
          <p:nvPr>
            <p:ph type="sldNum" sz="quarter" idx="5"/>
          </p:nvPr>
        </p:nvSpPr>
        <p:spPr/>
        <p:txBody>
          <a:bodyPr/>
          <a:lstStyle/>
          <a:p>
            <a:fld id="{3AC1AA38-86D1-4674-9C68-DF52A9C1CC65}" type="slidenum">
              <a:rPr lang="en-US" smtClean="0"/>
              <a:t>4</a:t>
            </a:fld>
            <a:endParaRPr lang="en-US"/>
          </a:p>
        </p:txBody>
      </p:sp>
    </p:spTree>
    <p:extLst>
      <p:ext uri="{BB962C8B-B14F-4D97-AF65-F5344CB8AC3E}">
        <p14:creationId xmlns:p14="http://schemas.microsoft.com/office/powerpoint/2010/main" val="736442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41A0-F25F-3678-37EF-4DF37C11D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3B681-6644-803E-2988-99E565BE48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5E3D9D6-6095-153C-B1D8-2589161795ED}"/>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Sampling occurred in the NCC on research cruises during the winters of 2018, 2019, 2022, and 2023</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Plankton were collected using a coupled Multiple Opening/Closing Net and Environmental Sensing System (MOCNESS) </a:t>
            </a:r>
          </a:p>
          <a:p>
            <a:pPr marL="628650" lvl="1" indent="-171450">
              <a:buFont typeface="Arial" panose="020B0604020202020204" pitchFamily="34" charset="0"/>
              <a:buChar char="•"/>
            </a:pPr>
            <a:r>
              <a:rPr lang="en-US" dirty="0"/>
              <a:t>It was equipped with a flowmeter, a depth sensor, and temperature and conductivity sensors</a:t>
            </a:r>
          </a:p>
          <a:p>
            <a:pPr marL="171450" lvl="0" indent="-171450">
              <a:buFont typeface="Arial" panose="020B0604020202020204" pitchFamily="34" charset="0"/>
              <a:buChar char="•"/>
            </a:pPr>
            <a:r>
              <a:rPr lang="en-US" dirty="0"/>
              <a:t>Within 3 hours of MOCNESS sampling, a sensor package containing a DO sensor and a fluorescence probe was towed vertically through the top 100 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After collection and preservation, ichthyoplankton were visually identified to the lowest possible taxonomic resolution and counted</a:t>
            </a:r>
          </a:p>
        </p:txBody>
      </p:sp>
      <p:sp>
        <p:nvSpPr>
          <p:cNvPr id="4" name="Slide Number Placeholder 3">
            <a:extLst>
              <a:ext uri="{FF2B5EF4-FFF2-40B4-BE49-F238E27FC236}">
                <a16:creationId xmlns:a16="http://schemas.microsoft.com/office/drawing/2014/main" id="{00C5409E-F6A9-97F0-D16C-821F04398CC9}"/>
              </a:ext>
            </a:extLst>
          </p:cNvPr>
          <p:cNvSpPr>
            <a:spLocks noGrp="1"/>
          </p:cNvSpPr>
          <p:nvPr>
            <p:ph type="sldNum" sz="quarter" idx="5"/>
          </p:nvPr>
        </p:nvSpPr>
        <p:spPr/>
        <p:txBody>
          <a:bodyPr/>
          <a:lstStyle/>
          <a:p>
            <a:fld id="{3AC1AA38-86D1-4674-9C68-DF52A9C1CC65}" type="slidenum">
              <a:rPr lang="en-US" smtClean="0"/>
              <a:t>5</a:t>
            </a:fld>
            <a:endParaRPr lang="en-US"/>
          </a:p>
        </p:txBody>
      </p:sp>
    </p:spTree>
    <p:extLst>
      <p:ext uri="{BB962C8B-B14F-4D97-AF65-F5344CB8AC3E}">
        <p14:creationId xmlns:p14="http://schemas.microsoft.com/office/powerpoint/2010/main" val="3425647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ED2A6-97D3-C760-0154-7F709DE6D9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6F687-9BEA-C2FF-E030-02B1ACEEF3F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30BA0E4-0CB7-EB25-F8F5-AFF75E43B3C8}"/>
              </a:ext>
            </a:extLst>
          </p:cNvPr>
          <p:cNvSpPr>
            <a:spLocks noGrp="1"/>
          </p:cNvSpPr>
          <p:nvPr>
            <p:ph type="body" idx="1"/>
          </p:nvPr>
        </p:nvSpPr>
        <p:spPr/>
        <p:txBody>
          <a:bodyPr/>
          <a:lstStyle/>
          <a:p>
            <a:r>
              <a:rPr lang="en-US" dirty="0"/>
              <a:t>(1) Characterizing assemblages</a:t>
            </a:r>
          </a:p>
          <a:p>
            <a:pPr marL="171450" lvl="0" indent="-171450">
              <a:buFont typeface="Arial" panose="020B0604020202020204" pitchFamily="34" charset="0"/>
              <a:buChar char="•"/>
            </a:pPr>
            <a:r>
              <a:rPr lang="en-US" dirty="0"/>
              <a:t>Hierarchical cluster analysis was performed on the ichthyoplankton community data to define ecologically distinct assemblages</a:t>
            </a:r>
          </a:p>
          <a:p>
            <a:pPr marL="171450" lvl="0" indent="-171450">
              <a:buFont typeface="Arial" panose="020B0604020202020204" pitchFamily="34" charset="0"/>
              <a:buChar char="•"/>
            </a:pPr>
            <a:r>
              <a:rPr lang="en-US" dirty="0"/>
              <a:t>An indicator species analysis was used to identify characteristic taxa for each cluster</a:t>
            </a:r>
            <a:endParaRPr lang="en-US" i="1" dirty="0"/>
          </a:p>
          <a:p>
            <a:pPr marL="0" lvl="0" indent="0">
              <a:buFont typeface="Arial" panose="020B0604020202020204" pitchFamily="34" charset="0"/>
              <a:buNone/>
            </a:pPr>
            <a:r>
              <a:rPr lang="en-US" dirty="0"/>
              <a:t>(2) Influences on assemblages</a:t>
            </a:r>
          </a:p>
          <a:p>
            <a:pPr marL="171450" lvl="0" indent="-171450">
              <a:buFont typeface="Arial" panose="020B0604020202020204" pitchFamily="34" charset="0"/>
              <a:buChar char="•"/>
            </a:pPr>
            <a:r>
              <a:rPr lang="en-US" dirty="0"/>
              <a:t>Distance-based redundancy analysis (</a:t>
            </a:r>
            <a:r>
              <a:rPr lang="en-US" dirty="0" err="1"/>
              <a:t>dbRDA</a:t>
            </a:r>
            <a:r>
              <a:rPr lang="en-US" dirty="0"/>
              <a:t>) was used to assess the effects of spatiotemporal and environmental factors on assemblage composition.</a:t>
            </a:r>
          </a:p>
          <a:p>
            <a:pPr marL="628650" lvl="1" indent="-171450">
              <a:buFont typeface="Arial" panose="020B0604020202020204" pitchFamily="34" charset="0"/>
              <a:buChar char="•"/>
            </a:pPr>
            <a:r>
              <a:rPr lang="en-US" i="0" dirty="0"/>
              <a:t>Permutation-based ANOVA</a:t>
            </a:r>
            <a:endParaRPr lang="en-US" i="1" dirty="0"/>
          </a:p>
          <a:p>
            <a:pPr marL="628650" lvl="1" indent="-171450">
              <a:buFont typeface="Arial" panose="020B0604020202020204" pitchFamily="34" charset="0"/>
              <a:buChar char="•"/>
            </a:pPr>
            <a:r>
              <a:rPr lang="en-US" i="0" dirty="0"/>
              <a:t>Variance partitioning analysis</a:t>
            </a:r>
          </a:p>
          <a:p>
            <a:pPr marL="0" lvl="0" indent="0">
              <a:buFont typeface="Arial" panose="020B0604020202020204" pitchFamily="34" charset="0"/>
              <a:buNone/>
            </a:pPr>
            <a:r>
              <a:rPr lang="en-US" i="0" dirty="0"/>
              <a:t>(3) Taxon-specific diel variation in vertical distribution</a:t>
            </a:r>
          </a:p>
          <a:p>
            <a:pPr marL="171450" lvl="0" indent="-171450">
              <a:buFont typeface="Arial" panose="020B0604020202020204" pitchFamily="34" charset="0"/>
              <a:buChar char="•"/>
            </a:pPr>
            <a:r>
              <a:rPr lang="en-US" i="0" dirty="0"/>
              <a:t>A negative binomial general linear mixed effects model (GLMM) was fit to counts of ichthyoplankton belonging to each taxon in each sample</a:t>
            </a:r>
          </a:p>
        </p:txBody>
      </p:sp>
      <p:sp>
        <p:nvSpPr>
          <p:cNvPr id="4" name="Slide Number Placeholder 3">
            <a:extLst>
              <a:ext uri="{FF2B5EF4-FFF2-40B4-BE49-F238E27FC236}">
                <a16:creationId xmlns:a16="http://schemas.microsoft.com/office/drawing/2014/main" id="{DE434F03-0B75-4B6F-AB46-BE938D681D4B}"/>
              </a:ext>
            </a:extLst>
          </p:cNvPr>
          <p:cNvSpPr>
            <a:spLocks noGrp="1"/>
          </p:cNvSpPr>
          <p:nvPr>
            <p:ph type="sldNum" sz="quarter" idx="5"/>
          </p:nvPr>
        </p:nvSpPr>
        <p:spPr/>
        <p:txBody>
          <a:bodyPr/>
          <a:lstStyle/>
          <a:p>
            <a:fld id="{3AC1AA38-86D1-4674-9C68-DF52A9C1CC65}" type="slidenum">
              <a:rPr lang="en-US" smtClean="0"/>
              <a:t>6</a:t>
            </a:fld>
            <a:endParaRPr lang="en-US"/>
          </a:p>
        </p:txBody>
      </p:sp>
    </p:spTree>
    <p:extLst>
      <p:ext uri="{BB962C8B-B14F-4D97-AF65-F5344CB8AC3E}">
        <p14:creationId xmlns:p14="http://schemas.microsoft.com/office/powerpoint/2010/main" val="1783922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Cluster analysis yielded 7 total clusters:</a:t>
            </a:r>
          </a:p>
          <a:p>
            <a:pPr marL="628650" lvl="1" indent="-171450">
              <a:buFont typeface="Arial" panose="020B0604020202020204" pitchFamily="34" charset="0"/>
              <a:buChar char="•"/>
            </a:pPr>
            <a:r>
              <a:rPr lang="en-US" dirty="0"/>
              <a:t>Cluster 1 is heavily dominated by its indicator taxon, </a:t>
            </a:r>
            <a:r>
              <a:rPr lang="en-US" i="1" dirty="0"/>
              <a:t>Sebastes</a:t>
            </a:r>
            <a:r>
              <a:rPr lang="en-US" i="0" dirty="0"/>
              <a:t> spp.</a:t>
            </a:r>
          </a:p>
          <a:p>
            <a:pPr marL="628650" lvl="1" indent="-171450">
              <a:buFont typeface="Arial" panose="020B0604020202020204" pitchFamily="34" charset="0"/>
              <a:buChar char="•"/>
            </a:pPr>
            <a:r>
              <a:rPr lang="en-US" i="0" dirty="0"/>
              <a:t>Cluster 2 was dominated by Pleuronectiformes, especially the indicator taxon </a:t>
            </a:r>
            <a:r>
              <a:rPr lang="en-US" i="1" dirty="0"/>
              <a:t>Parophrys vetulus</a:t>
            </a:r>
            <a:endParaRPr lang="en-US" i="0" dirty="0"/>
          </a:p>
          <a:p>
            <a:pPr marL="628650" lvl="1" indent="-171450">
              <a:buFont typeface="Arial" panose="020B0604020202020204" pitchFamily="34" charset="0"/>
              <a:buChar char="•"/>
            </a:pPr>
            <a:r>
              <a:rPr lang="en-US" i="0" dirty="0"/>
              <a:t>Cluster 3 was significantly associated with </a:t>
            </a:r>
            <a:r>
              <a:rPr lang="en-US" i="1" dirty="0"/>
              <a:t>Stenobrachius leucopsarus</a:t>
            </a:r>
            <a:r>
              <a:rPr lang="en-US" i="0" dirty="0"/>
              <a:t> and is composed largely of mesopelagic taxa</a:t>
            </a:r>
          </a:p>
          <a:p>
            <a:pPr marL="628650" lvl="1" indent="-171450">
              <a:buFont typeface="Arial" panose="020B0604020202020204" pitchFamily="34" charset="0"/>
              <a:buChar char="•"/>
            </a:pPr>
            <a:r>
              <a:rPr lang="en-US" i="0" dirty="0"/>
              <a:t>Cluster 5 was dominated by general coastal taxa such as </a:t>
            </a:r>
            <a:r>
              <a:rPr lang="en-US" i="1" dirty="0"/>
              <a:t>P. vetulus</a:t>
            </a:r>
            <a:r>
              <a:rPr lang="en-US" i="0" dirty="0"/>
              <a:t> and </a:t>
            </a:r>
            <a:r>
              <a:rPr lang="en-US" i="1" dirty="0"/>
              <a:t>Liparis</a:t>
            </a:r>
            <a:r>
              <a:rPr lang="en-US" i="0" dirty="0"/>
              <a:t> spp.</a:t>
            </a:r>
          </a:p>
          <a:p>
            <a:pPr marL="628650" lvl="1" indent="-171450">
              <a:buFont typeface="Arial" panose="020B0604020202020204" pitchFamily="34" charset="0"/>
              <a:buChar char="•"/>
            </a:pPr>
            <a:r>
              <a:rPr lang="en-US" i="0" dirty="0"/>
              <a:t>Cluster 6 was also composed mostly of costal taxa, but especially Osmerids</a:t>
            </a:r>
          </a:p>
          <a:p>
            <a:pPr marL="628650" lvl="1" indent="-171450">
              <a:buFont typeface="Arial" panose="020B0604020202020204" pitchFamily="34" charset="0"/>
              <a:buChar char="•"/>
            </a:pPr>
            <a:r>
              <a:rPr lang="en-US" i="0" dirty="0"/>
              <a:t>Clusters 4 and 7 each contained only a single sample and were ignored </a:t>
            </a:r>
            <a:r>
              <a:rPr lang="en-US" b="0" i="0" dirty="0"/>
              <a:t>in subsequent analyses</a:t>
            </a:r>
          </a:p>
        </p:txBody>
      </p:sp>
      <p:sp>
        <p:nvSpPr>
          <p:cNvPr id="4" name="Slide Number Placeholder 3"/>
          <p:cNvSpPr>
            <a:spLocks noGrp="1"/>
          </p:cNvSpPr>
          <p:nvPr>
            <p:ph type="sldNum" sz="quarter" idx="5"/>
          </p:nvPr>
        </p:nvSpPr>
        <p:spPr/>
        <p:txBody>
          <a:bodyPr/>
          <a:lstStyle/>
          <a:p>
            <a:fld id="{3AC1AA38-86D1-4674-9C68-DF52A9C1CC65}" type="slidenum">
              <a:rPr lang="en-US" smtClean="0"/>
              <a:t>7</a:t>
            </a:fld>
            <a:endParaRPr lang="en-US"/>
          </a:p>
        </p:txBody>
      </p:sp>
    </p:spTree>
    <p:extLst>
      <p:ext uri="{BB962C8B-B14F-4D97-AF65-F5344CB8AC3E}">
        <p14:creationId xmlns:p14="http://schemas.microsoft.com/office/powerpoint/2010/main" val="4069869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Map of vertical and horizontal distributions of clustered samples. </a:t>
            </a:r>
          </a:p>
          <a:p>
            <a:pPr marL="171450" lvl="0" indent="-171450">
              <a:buFont typeface="Arial" panose="020B0604020202020204" pitchFamily="34" charset="0"/>
              <a:buChar char="•"/>
            </a:pPr>
            <a:r>
              <a:rPr lang="en-US" dirty="0"/>
              <a:t>Includes all sampling replicates across years.</a:t>
            </a:r>
          </a:p>
          <a:p>
            <a:pPr marL="171450" lvl="0" indent="-171450">
              <a:buFont typeface="Arial" panose="020B0604020202020204" pitchFamily="34" charset="0"/>
              <a:buChar char="•"/>
            </a:pPr>
            <a:r>
              <a:rPr lang="en-US" dirty="0"/>
              <a:t>Unwieldy to look at in this format so… zoom into 2022…</a:t>
            </a:r>
          </a:p>
        </p:txBody>
      </p:sp>
      <p:sp>
        <p:nvSpPr>
          <p:cNvPr id="4" name="Slide Number Placeholder 3"/>
          <p:cNvSpPr>
            <a:spLocks noGrp="1"/>
          </p:cNvSpPr>
          <p:nvPr>
            <p:ph type="sldNum" sz="quarter" idx="5"/>
          </p:nvPr>
        </p:nvSpPr>
        <p:spPr/>
        <p:txBody>
          <a:bodyPr/>
          <a:lstStyle/>
          <a:p>
            <a:fld id="{3AC1AA38-86D1-4674-9C68-DF52A9C1CC65}" type="slidenum">
              <a:rPr lang="en-US" smtClean="0"/>
              <a:t>8</a:t>
            </a:fld>
            <a:endParaRPr lang="en-US"/>
          </a:p>
        </p:txBody>
      </p:sp>
    </p:spTree>
    <p:extLst>
      <p:ext uri="{BB962C8B-B14F-4D97-AF65-F5344CB8AC3E}">
        <p14:creationId xmlns:p14="http://schemas.microsoft.com/office/powerpoint/2010/main" val="936656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1DA6-95F1-0B76-70AF-E27A3AB14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9078-EAE0-478F-6FD5-0F7A15B1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78711E-6AD9-A081-A8A2-E2A5375EEC7D}"/>
              </a:ext>
            </a:extLst>
          </p:cNvPr>
          <p:cNvSpPr>
            <a:spLocks noGrp="1"/>
          </p:cNvSpPr>
          <p:nvPr>
            <p:ph type="body" idx="1"/>
          </p:nvPr>
        </p:nvSpPr>
        <p:spPr/>
        <p:txBody>
          <a:bodyPr/>
          <a:lstStyle/>
          <a:p>
            <a:pPr marL="171450" indent="-171450">
              <a:buFont typeface="Arial" panose="020B0604020202020204" pitchFamily="34" charset="0"/>
              <a:buChar char="•"/>
            </a:pPr>
            <a:r>
              <a:rPr lang="en-US" dirty="0"/>
              <a:t>… where we can see almost all of the major spatial trends</a:t>
            </a:r>
          </a:p>
          <a:p>
            <a:pPr marL="171450" indent="-171450">
              <a:buFont typeface="Arial" panose="020B0604020202020204" pitchFamily="34" charset="0"/>
              <a:buChar char="•"/>
            </a:pPr>
            <a:r>
              <a:rPr lang="en-US" dirty="0"/>
              <a:t>Longitude on the x-axis and latitude on the y-axis. Each point is an individual net tow colored by its cluster assignment and with mean sampling depth indicated by its opacity</a:t>
            </a:r>
          </a:p>
          <a:p>
            <a:pPr marL="171450" indent="-171450">
              <a:buFont typeface="Arial" panose="020B0604020202020204" pitchFamily="34" charset="0"/>
              <a:buChar char="•"/>
            </a:pPr>
            <a:r>
              <a:rPr lang="en-US" dirty="0"/>
              <a:t>[</a:t>
            </a:r>
            <a:r>
              <a:rPr lang="en-US" u="sng" dirty="0"/>
              <a:t>Point to what you’re speaking about</a:t>
            </a:r>
            <a:r>
              <a:rPr lang="en-US" u="none" dirty="0"/>
              <a:t>]</a:t>
            </a:r>
            <a:endParaRPr lang="en-US" dirty="0"/>
          </a:p>
          <a:p>
            <a:pPr marL="171450" indent="-171450">
              <a:buFont typeface="Arial" panose="020B0604020202020204" pitchFamily="34" charset="0"/>
              <a:buChar char="•"/>
            </a:pPr>
            <a:r>
              <a:rPr lang="en-US" dirty="0"/>
              <a:t>Cluster 1 (</a:t>
            </a:r>
            <a:r>
              <a:rPr lang="en-US" i="1" dirty="0"/>
              <a:t>Sebastes</a:t>
            </a:r>
            <a:r>
              <a:rPr lang="en-US" i="0" dirty="0"/>
              <a:t> spp., yellow) occurred along the shelf slope break</a:t>
            </a:r>
          </a:p>
          <a:p>
            <a:pPr marL="171450" indent="-171450">
              <a:buFont typeface="Arial" panose="020B0604020202020204" pitchFamily="34" charset="0"/>
              <a:buChar char="•"/>
            </a:pPr>
            <a:r>
              <a:rPr lang="en-US" i="0" dirty="0"/>
              <a:t>Cluster 2 (</a:t>
            </a:r>
            <a:r>
              <a:rPr lang="en-US" i="1" dirty="0"/>
              <a:t>P. vetulus</a:t>
            </a:r>
            <a:r>
              <a:rPr lang="en-US" i="0" dirty="0"/>
              <a:t>, teal) was present exclusively over the shelf</a:t>
            </a:r>
          </a:p>
          <a:p>
            <a:pPr marL="171450" indent="-171450">
              <a:buFont typeface="Arial" panose="020B0604020202020204" pitchFamily="34" charset="0"/>
              <a:buChar char="•"/>
            </a:pPr>
            <a:r>
              <a:rPr lang="en-US" i="0" dirty="0"/>
              <a:t>Cluster 3 (</a:t>
            </a:r>
            <a:r>
              <a:rPr lang="en-US" i="0" dirty="0" err="1"/>
              <a:t>mesopelagics</a:t>
            </a:r>
            <a:r>
              <a:rPr lang="en-US" i="0" dirty="0"/>
              <a:t>, pink) occurred offshore, over the shelf break, and in deep net tows</a:t>
            </a:r>
          </a:p>
          <a:p>
            <a:pPr marL="171450" lvl="0" indent="-171450">
              <a:buFont typeface="Arial" panose="020B0604020202020204" pitchFamily="34" charset="0"/>
              <a:buChar char="•"/>
            </a:pPr>
            <a:r>
              <a:rPr lang="en-US" dirty="0"/>
              <a:t>Cluster 5 (general coastal, green) was most prevalent in 2022 and mostly occurred close to shore</a:t>
            </a:r>
          </a:p>
          <a:p>
            <a:pPr marL="171450" lvl="0" indent="-171450">
              <a:buFont typeface="Arial" panose="020B0604020202020204" pitchFamily="34" charset="0"/>
              <a:buChar char="•"/>
            </a:pPr>
            <a:r>
              <a:rPr lang="en-US" dirty="0"/>
              <a:t>Cluster 6 (Osmeridae coastal, brown) was present only in 2022 and 2023 and occurred at shallow depths and nearshore stations north of Newport, OR (near </a:t>
            </a:r>
            <a:r>
              <a:rPr lang="en-US" sz="1200" dirty="0"/>
              <a:t>45°N)</a:t>
            </a:r>
            <a:endParaRPr lang="en-US" dirty="0"/>
          </a:p>
        </p:txBody>
      </p:sp>
      <p:sp>
        <p:nvSpPr>
          <p:cNvPr id="4" name="Slide Number Placeholder 3">
            <a:extLst>
              <a:ext uri="{FF2B5EF4-FFF2-40B4-BE49-F238E27FC236}">
                <a16:creationId xmlns:a16="http://schemas.microsoft.com/office/drawing/2014/main" id="{95A28668-A9AD-9387-384D-B48EAFB8E6B1}"/>
              </a:ext>
            </a:extLst>
          </p:cNvPr>
          <p:cNvSpPr>
            <a:spLocks noGrp="1"/>
          </p:cNvSpPr>
          <p:nvPr>
            <p:ph type="sldNum" sz="quarter" idx="5"/>
          </p:nvPr>
        </p:nvSpPr>
        <p:spPr/>
        <p:txBody>
          <a:bodyPr/>
          <a:lstStyle/>
          <a:p>
            <a:fld id="{3AC1AA38-86D1-4674-9C68-DF52A9C1CC65}" type="slidenum">
              <a:rPr lang="en-US" smtClean="0"/>
              <a:t>9</a:t>
            </a:fld>
            <a:endParaRPr lang="en-US"/>
          </a:p>
        </p:txBody>
      </p:sp>
    </p:spTree>
    <p:extLst>
      <p:ext uri="{BB962C8B-B14F-4D97-AF65-F5344CB8AC3E}">
        <p14:creationId xmlns:p14="http://schemas.microsoft.com/office/powerpoint/2010/main" val="645342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For the </a:t>
            </a:r>
            <a:r>
              <a:rPr lang="en-US" dirty="0" err="1"/>
              <a:t>db</a:t>
            </a:r>
            <a:r>
              <a:rPr lang="en-US" dirty="0"/>
              <a:t>-RDA we fit a base model including effects of year, time of day, latitude, net tow depth, and seafloor depth as well as a full model including those previously stated in addition to temperature, salinity, DO, and chlorophyll-</a:t>
            </a:r>
            <a:r>
              <a:rPr lang="en-US" i="1" dirty="0"/>
              <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Both models explained a significant amount of variation in the composition of the ichthyoplankton assemblages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The full model explained a significant amount of ADDITIONAL variation, over the base model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Variance Partitioning found that spatiotemporal factors explained a significant amount of variance as did environmental factors and significant shared variance was explained by spatiotemporal and environmental factors together</a:t>
            </a:r>
          </a:p>
        </p:txBody>
      </p:sp>
      <p:sp>
        <p:nvSpPr>
          <p:cNvPr id="4" name="Slide Number Placeholder 3"/>
          <p:cNvSpPr>
            <a:spLocks noGrp="1"/>
          </p:cNvSpPr>
          <p:nvPr>
            <p:ph type="sldNum" sz="quarter" idx="5"/>
          </p:nvPr>
        </p:nvSpPr>
        <p:spPr/>
        <p:txBody>
          <a:bodyPr/>
          <a:lstStyle/>
          <a:p>
            <a:fld id="{3AC1AA38-86D1-4674-9C68-DF52A9C1CC65}" type="slidenum">
              <a:rPr lang="en-US" smtClean="0"/>
              <a:t>10</a:t>
            </a:fld>
            <a:endParaRPr lang="en-US"/>
          </a:p>
        </p:txBody>
      </p:sp>
    </p:spTree>
    <p:extLst>
      <p:ext uri="{BB962C8B-B14F-4D97-AF65-F5344CB8AC3E}">
        <p14:creationId xmlns:p14="http://schemas.microsoft.com/office/powerpoint/2010/main" val="20839732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D1559-F19E-90BE-8815-C341D3027F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E0BDE-D55A-ECDA-5D5B-33DD0236CE9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7EA501-7591-C7E6-A0CA-A9796D7A4262}"/>
              </a:ext>
            </a:extLst>
          </p:cNvPr>
          <p:cNvSpPr>
            <a:spLocks noGrp="1"/>
          </p:cNvSpPr>
          <p:nvPr>
            <p:ph type="body" idx="1"/>
          </p:nvPr>
        </p:nvSpPr>
        <p:spPr/>
        <p:txBody>
          <a:bodyPr/>
          <a:lstStyle/>
          <a:p>
            <a:pPr marL="171450" lvl="0" indent="-171450">
              <a:buFont typeface="Arial" panose="020B0604020202020204" pitchFamily="34" charset="0"/>
              <a:buChar char="•"/>
            </a:pPr>
            <a:r>
              <a:rPr lang="en-US" i="0" dirty="0"/>
              <a:t>All covariates in the full model were determined to have significant effects on the occurrence of assemblages</a:t>
            </a:r>
          </a:p>
          <a:p>
            <a:pPr marL="171450" lvl="0" indent="-171450">
              <a:buFont typeface="Arial" panose="020B0604020202020204" pitchFamily="34" charset="0"/>
              <a:buChar char="•"/>
            </a:pPr>
            <a:r>
              <a:rPr lang="en-US" i="0" dirty="0"/>
              <a:t>From this ordination plot, we can identify several effects of covariates on the assemblages assigned to each cluster. A few to highlight are…</a:t>
            </a:r>
          </a:p>
          <a:p>
            <a:pPr marL="628650" lvl="1" indent="-171450">
              <a:buFont typeface="Arial" panose="020B0604020202020204" pitchFamily="34" charset="0"/>
              <a:buChar char="•"/>
            </a:pPr>
            <a:r>
              <a:rPr lang="en-US" i="0" dirty="0"/>
              <a:t>The effect of seafloor depth on the occurrence of the Rockfish and mesopelagic assemblages (clusters 1 and 3) was positive but had a negative effect on the occurrence of the English sole, general coastal, and Osmerid assemblages</a:t>
            </a:r>
          </a:p>
          <a:p>
            <a:pPr marL="1085850" lvl="2" indent="-171450">
              <a:buFont typeface="Arial" panose="020B0604020202020204" pitchFamily="34" charset="0"/>
              <a:buChar char="•"/>
            </a:pPr>
            <a:r>
              <a:rPr lang="en-US" i="0" dirty="0"/>
              <a:t>If we recall back to the cluster distributions map shown for objective 1, these relationships were reflected in the map wherein clusters 1 and 3 occurred along the shelf-slope break and offshore while clusters 2, 5, and 6 were all seen predominantly nearshore, where seafloor depth tends to be shallower</a:t>
            </a:r>
          </a:p>
          <a:p>
            <a:pPr marL="628650" lvl="1" indent="-171450">
              <a:buFont typeface="Arial" panose="020B0604020202020204" pitchFamily="34" charset="0"/>
              <a:buChar char="•"/>
            </a:pPr>
            <a:r>
              <a:rPr lang="en-US" i="0" dirty="0"/>
              <a:t>The effects of DO and temperature on the occurrence of the mesopelagic assemblage were positive, though the magnitude of the effect of DO was relatively small</a:t>
            </a:r>
          </a:p>
          <a:p>
            <a:pPr marL="628650" lvl="1" indent="-171450">
              <a:buFont typeface="Arial" panose="020B0604020202020204" pitchFamily="34" charset="0"/>
              <a:buChar char="•"/>
            </a:pPr>
            <a:r>
              <a:rPr lang="en-US" i="0" dirty="0"/>
              <a:t>Time of day, for which values near 1 represented midday and values around -1 represented the middle of the night, had a positive effect on the coastal and Rockfish assemblages but a negative effect on the occurrence of the mesopelagic assemblage.</a:t>
            </a:r>
          </a:p>
          <a:p>
            <a:pPr marL="1085850" lvl="2" indent="-171450">
              <a:buFont typeface="Arial" panose="020B0604020202020204" pitchFamily="34" charset="0"/>
              <a:buChar char="•"/>
            </a:pPr>
            <a:r>
              <a:rPr lang="en-US" i="0" dirty="0"/>
              <a:t>It was the significance and variance in the effects of time of day that justified our investigation of objective 3</a:t>
            </a:r>
            <a:endParaRPr lang="en-US" dirty="0"/>
          </a:p>
        </p:txBody>
      </p:sp>
      <p:sp>
        <p:nvSpPr>
          <p:cNvPr id="4" name="Slide Number Placeholder 3">
            <a:extLst>
              <a:ext uri="{FF2B5EF4-FFF2-40B4-BE49-F238E27FC236}">
                <a16:creationId xmlns:a16="http://schemas.microsoft.com/office/drawing/2014/main" id="{F3DAB42B-0513-D73F-4F17-759458355722}"/>
              </a:ext>
            </a:extLst>
          </p:cNvPr>
          <p:cNvSpPr>
            <a:spLocks noGrp="1"/>
          </p:cNvSpPr>
          <p:nvPr>
            <p:ph type="sldNum" sz="quarter" idx="5"/>
          </p:nvPr>
        </p:nvSpPr>
        <p:spPr/>
        <p:txBody>
          <a:bodyPr/>
          <a:lstStyle/>
          <a:p>
            <a:fld id="{3AC1AA38-86D1-4674-9C68-DF52A9C1CC65}" type="slidenum">
              <a:rPr lang="en-US" smtClean="0"/>
              <a:t>11</a:t>
            </a:fld>
            <a:endParaRPr lang="en-US"/>
          </a:p>
        </p:txBody>
      </p:sp>
    </p:spTree>
    <p:extLst>
      <p:ext uri="{BB962C8B-B14F-4D97-AF65-F5344CB8AC3E}">
        <p14:creationId xmlns:p14="http://schemas.microsoft.com/office/powerpoint/2010/main" val="3487922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As mentioned in the methods, we began approaching this objective by fitting a negative binomial GLMM to the counts of ichthyoplankton belonging to each taxon in each sample</a:t>
            </a:r>
          </a:p>
          <a:p>
            <a:pPr marL="628650" lvl="1" indent="-171450">
              <a:buFont typeface="Arial" panose="020B0604020202020204" pitchFamily="34" charset="0"/>
              <a:buChar char="•"/>
            </a:pPr>
            <a:r>
              <a:rPr lang="en-US" dirty="0"/>
              <a:t>Fixed effects included all of the same covariates used in the full </a:t>
            </a:r>
            <a:r>
              <a:rPr lang="en-US" dirty="0" err="1"/>
              <a:t>db</a:t>
            </a:r>
            <a:r>
              <a:rPr lang="en-US" dirty="0"/>
              <a:t>-RDA model as well </a:t>
            </a:r>
            <a:r>
              <a:rPr lang="en-US" i="0" dirty="0"/>
              <a:t>the full interaction among taxon, time of day, and depth</a:t>
            </a:r>
          </a:p>
          <a:p>
            <a:pPr marL="171450" lvl="0" indent="-171450">
              <a:buFont typeface="Arial" panose="020B0604020202020204" pitchFamily="34" charset="0"/>
              <a:buChar char="•"/>
            </a:pPr>
            <a:r>
              <a:rPr lang="en-US" i="0" dirty="0"/>
              <a:t>The interaction between taxon, time of day, and depth was significant for many taxa</a:t>
            </a:r>
          </a:p>
          <a:p>
            <a:pPr marL="171450" lvl="0" indent="-171450">
              <a:buFont typeface="Arial" panose="020B0604020202020204" pitchFamily="34" charset="0"/>
              <a:buChar char="•"/>
            </a:pPr>
            <a:r>
              <a:rPr lang="en-US" i="0" dirty="0"/>
              <a:t>The model alone does not directly address whether each taxon is exhibiting DVM, so plots were made to visualize the interaction between time of day and depth on predicted abundance for each taxon</a:t>
            </a:r>
          </a:p>
        </p:txBody>
      </p:sp>
      <p:sp>
        <p:nvSpPr>
          <p:cNvPr id="4" name="Slide Number Placeholder 3"/>
          <p:cNvSpPr>
            <a:spLocks noGrp="1"/>
          </p:cNvSpPr>
          <p:nvPr>
            <p:ph type="sldNum" sz="quarter" idx="5"/>
          </p:nvPr>
        </p:nvSpPr>
        <p:spPr/>
        <p:txBody>
          <a:bodyPr/>
          <a:lstStyle/>
          <a:p>
            <a:fld id="{3AC1AA38-86D1-4674-9C68-DF52A9C1CC65}" type="slidenum">
              <a:rPr lang="en-US" smtClean="0"/>
              <a:t>12</a:t>
            </a:fld>
            <a:endParaRPr lang="en-US"/>
          </a:p>
        </p:txBody>
      </p:sp>
    </p:spTree>
    <p:extLst>
      <p:ext uri="{BB962C8B-B14F-4D97-AF65-F5344CB8AC3E}">
        <p14:creationId xmlns:p14="http://schemas.microsoft.com/office/powerpoint/2010/main" val="42081208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i="0" dirty="0"/>
              <a:t>First, are surface plots of relative predicted abundance for each taxon at each combination of depth and time of day</a:t>
            </a:r>
          </a:p>
          <a:p>
            <a:pPr marL="628650" lvl="1" indent="-171450">
              <a:buFont typeface="Arial" panose="020B0604020202020204" pitchFamily="34" charset="0"/>
              <a:buChar char="•"/>
            </a:pPr>
            <a:r>
              <a:rPr lang="en-US" i="0" dirty="0"/>
              <a:t>From this, we can see there is substantial variation in the vertical position and timing of greatest predicted abundance among taxa, summarized in this </a:t>
            </a:r>
            <a:r>
              <a:rPr lang="en-US" i="0" dirty="0" err="1"/>
              <a:t>barplot</a:t>
            </a:r>
            <a:endParaRPr lang="en-US" i="0" dirty="0"/>
          </a:p>
          <a:p>
            <a:pPr marL="628650" lvl="1" indent="-171450">
              <a:buFont typeface="Arial" panose="020B0604020202020204" pitchFamily="34" charset="0"/>
              <a:buChar char="•"/>
            </a:pPr>
            <a:r>
              <a:rPr lang="en-US" i="0" dirty="0"/>
              <a:t>Most taxa were most abundant at the surface during the night, though there were also several that were most abundant at the surface during the day.</a:t>
            </a:r>
          </a:p>
          <a:p>
            <a:pPr marL="628650" lvl="1" indent="-171450">
              <a:buFont typeface="Arial" panose="020B0604020202020204" pitchFamily="34" charset="0"/>
              <a:buChar char="•"/>
            </a:pPr>
            <a:r>
              <a:rPr lang="en-US" i="0" dirty="0"/>
              <a:t>A few taxa were abundant at the surface across times of day, not appearing to migrate at all</a:t>
            </a:r>
          </a:p>
          <a:p>
            <a:pPr marL="171450" lvl="0" indent="-171450">
              <a:buFont typeface="Arial" panose="020B0604020202020204" pitchFamily="34" charset="0"/>
              <a:buChar char="•"/>
            </a:pPr>
            <a:r>
              <a:rPr lang="en-US" i="0" dirty="0"/>
              <a:t>Next, are plots of total predicted abundance in the sampled depth strata against time of day </a:t>
            </a:r>
          </a:p>
          <a:p>
            <a:pPr marL="171450" lvl="0" indent="-171450">
              <a:buFont typeface="Arial" panose="020B0604020202020204" pitchFamily="34" charset="0"/>
              <a:buChar char="•"/>
            </a:pPr>
            <a:r>
              <a:rPr lang="en-US" i="0" dirty="0"/>
              <a:t>And finally, are these plots of the slope of the effect of depth on abundance against time of day to show when during the day total predicted abundance of a taxon increased or decreased with depth</a:t>
            </a:r>
          </a:p>
          <a:p>
            <a:pPr marL="171450" lvl="0" indent="-171450">
              <a:buFont typeface="Arial" panose="020B0604020202020204" pitchFamily="34" charset="0"/>
              <a:buChar char="•"/>
            </a:pPr>
            <a:r>
              <a:rPr lang="en-US" i="0" dirty="0"/>
              <a:t>Like the cluster distribution map, these are difficult to look at in this format so we’re going to zoom in on a couple specific taxa of interest</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13</a:t>
            </a:fld>
            <a:endParaRPr lang="en-US"/>
          </a:p>
        </p:txBody>
      </p:sp>
    </p:spTree>
    <p:extLst>
      <p:ext uri="{BB962C8B-B14F-4D97-AF65-F5344CB8AC3E}">
        <p14:creationId xmlns:p14="http://schemas.microsoft.com/office/powerpoint/2010/main" val="5336180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i="0" dirty="0"/>
              <a:t>The first we’d like to highlight is a mesopelagic species </a:t>
            </a:r>
            <a:r>
              <a:rPr lang="en-US" i="1" dirty="0"/>
              <a:t>Lestidiops ringens</a:t>
            </a:r>
            <a:r>
              <a:rPr lang="en-US" i="0" dirty="0"/>
              <a:t>, the slender barracudina, which exhibited part of the classic DVM distribution</a:t>
            </a:r>
          </a:p>
          <a:p>
            <a:pPr marL="628650" lvl="1" indent="-171450">
              <a:buFont typeface="Arial" panose="020B0604020202020204" pitchFamily="34" charset="0"/>
              <a:buChar char="•"/>
            </a:pPr>
            <a:r>
              <a:rPr lang="en-US" i="0" dirty="0"/>
              <a:t>That is, its greatest predicted abundance was at shallow depths during the night, aligning with nighttime migration toward the surface</a:t>
            </a:r>
          </a:p>
          <a:p>
            <a:pPr marL="628650" lvl="1" indent="-171450">
              <a:buFont typeface="Arial" panose="020B0604020202020204" pitchFamily="34" charset="0"/>
              <a:buChar char="•"/>
            </a:pPr>
            <a:r>
              <a:rPr lang="en-US" i="0" dirty="0"/>
              <a:t>However, </a:t>
            </a:r>
            <a:r>
              <a:rPr lang="en-US" i="1" dirty="0"/>
              <a:t>L. ringens</a:t>
            </a:r>
            <a:r>
              <a:rPr lang="en-US" i="0" dirty="0"/>
              <a:t> did not exhibit great predicted abundance at deep depths during the day, as would also be expected in DVM</a:t>
            </a:r>
          </a:p>
          <a:p>
            <a:pPr marL="171450" lvl="0" indent="-171450">
              <a:buFont typeface="Arial" panose="020B0604020202020204" pitchFamily="34" charset="0"/>
              <a:buChar char="•"/>
            </a:pPr>
            <a:r>
              <a:rPr lang="en-US" i="0" dirty="0"/>
              <a:t>Overall, the total predicted abundance of Slender barracudina in the top 100 m decreased over the course of the day</a:t>
            </a:r>
          </a:p>
          <a:p>
            <a:pPr marL="171450" lvl="0" indent="-171450">
              <a:buFont typeface="Arial" panose="020B0604020202020204" pitchFamily="34" charset="0"/>
              <a:buChar char="•"/>
            </a:pPr>
            <a:r>
              <a:rPr lang="en-US" i="0" dirty="0"/>
              <a:t>We can also see that over the course of a day the effect of depth on predicted abundance of Slender barracudina was negative, a relationship that became less apparent in the daytime and may not be statistically significant given the error shading includes 0 across the entire day</a:t>
            </a:r>
          </a:p>
        </p:txBody>
      </p:sp>
      <p:sp>
        <p:nvSpPr>
          <p:cNvPr id="4" name="Slide Number Placeholder 3"/>
          <p:cNvSpPr>
            <a:spLocks noGrp="1"/>
          </p:cNvSpPr>
          <p:nvPr>
            <p:ph type="sldNum" sz="quarter" idx="5"/>
          </p:nvPr>
        </p:nvSpPr>
        <p:spPr/>
        <p:txBody>
          <a:bodyPr/>
          <a:lstStyle/>
          <a:p>
            <a:fld id="{3AC1AA38-86D1-4674-9C68-DF52A9C1CC65}" type="slidenum">
              <a:rPr lang="en-US" smtClean="0"/>
              <a:t>14</a:t>
            </a:fld>
            <a:endParaRPr lang="en-US"/>
          </a:p>
        </p:txBody>
      </p:sp>
    </p:spTree>
    <p:extLst>
      <p:ext uri="{BB962C8B-B14F-4D97-AF65-F5344CB8AC3E}">
        <p14:creationId xmlns:p14="http://schemas.microsoft.com/office/powerpoint/2010/main" val="2328979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43338-787B-64B2-E4CF-18C21B547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218DA6-713F-1205-AC51-21BF9C42C2D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C389CD0-C9B9-B8D1-7FC3-C04766C94624}"/>
              </a:ext>
            </a:extLst>
          </p:cNvPr>
          <p:cNvSpPr>
            <a:spLocks noGrp="1"/>
          </p:cNvSpPr>
          <p:nvPr>
            <p:ph type="body" idx="1"/>
          </p:nvPr>
        </p:nvSpPr>
        <p:spPr/>
        <p:txBody>
          <a:bodyPr/>
          <a:lstStyle/>
          <a:p>
            <a:pPr marL="171450" lvl="0" indent="-171450">
              <a:buFont typeface="Arial" panose="020B0604020202020204" pitchFamily="34" charset="0"/>
              <a:buChar char="•"/>
            </a:pPr>
            <a:r>
              <a:rPr lang="en-US" i="0" dirty="0"/>
              <a:t>We also want to focus in on another mesopelagic species </a:t>
            </a:r>
            <a:r>
              <a:rPr lang="en-US" i="1" dirty="0"/>
              <a:t>Stenobrachius leucopsarus</a:t>
            </a:r>
            <a:r>
              <a:rPr lang="en-US" i="0" dirty="0"/>
              <a:t>, the Northern lampfish</a:t>
            </a:r>
          </a:p>
          <a:p>
            <a:pPr marL="171450" lvl="0" indent="-171450">
              <a:buFont typeface="Arial" panose="020B0604020202020204" pitchFamily="34" charset="0"/>
              <a:buChar char="•"/>
            </a:pPr>
            <a:r>
              <a:rPr lang="en-US" i="0" dirty="0"/>
              <a:t>The greatest predicted abundance for this taxon is at deep depths during the night AND at the surface during the day</a:t>
            </a:r>
          </a:p>
          <a:p>
            <a:pPr marL="628650" lvl="1" indent="-171450">
              <a:buFont typeface="Arial" panose="020B0604020202020204" pitchFamily="34" charset="0"/>
              <a:buChar char="•"/>
            </a:pPr>
            <a:r>
              <a:rPr lang="en-US" i="0" dirty="0"/>
              <a:t>This is reverse of what is typically expected in DVM</a:t>
            </a:r>
          </a:p>
          <a:p>
            <a:pPr marL="171450" lvl="0" indent="-171450">
              <a:buFont typeface="Arial" panose="020B0604020202020204" pitchFamily="34" charset="0"/>
              <a:buChar char="•"/>
            </a:pPr>
            <a:r>
              <a:rPr lang="en-US" i="0" dirty="0"/>
              <a:t>Overall, the total predicted abundance of Northern lampfish across the top 100 m decreased over the course of the day</a:t>
            </a:r>
          </a:p>
          <a:p>
            <a:pPr marL="171450" lvl="0" indent="-171450">
              <a:buFont typeface="Arial" panose="020B0604020202020204" pitchFamily="34" charset="0"/>
              <a:buChar char="•"/>
            </a:pPr>
            <a:r>
              <a:rPr lang="en-US" i="0" dirty="0"/>
              <a:t>We can also see that during the night, total predicted abundance increased slightly with increasing depth</a:t>
            </a:r>
          </a:p>
          <a:p>
            <a:pPr marL="628650" lvl="1" indent="-171450">
              <a:buFont typeface="Arial" panose="020B0604020202020204" pitchFamily="34" charset="0"/>
              <a:buChar char="•"/>
            </a:pPr>
            <a:r>
              <a:rPr lang="en-US" i="0" dirty="0"/>
              <a:t>This reversed, however, over the day when total predicted abundance was seen decreasing with depth</a:t>
            </a:r>
          </a:p>
        </p:txBody>
      </p:sp>
      <p:sp>
        <p:nvSpPr>
          <p:cNvPr id="4" name="Slide Number Placeholder 3">
            <a:extLst>
              <a:ext uri="{FF2B5EF4-FFF2-40B4-BE49-F238E27FC236}">
                <a16:creationId xmlns:a16="http://schemas.microsoft.com/office/drawing/2014/main" id="{DEB52EA4-F1DF-4B6C-AB27-107211FA1B7A}"/>
              </a:ext>
            </a:extLst>
          </p:cNvPr>
          <p:cNvSpPr>
            <a:spLocks noGrp="1"/>
          </p:cNvSpPr>
          <p:nvPr>
            <p:ph type="sldNum" sz="quarter" idx="5"/>
          </p:nvPr>
        </p:nvSpPr>
        <p:spPr/>
        <p:txBody>
          <a:bodyPr/>
          <a:lstStyle/>
          <a:p>
            <a:fld id="{3AC1AA38-86D1-4674-9C68-DF52A9C1CC65}" type="slidenum">
              <a:rPr lang="en-US" smtClean="0"/>
              <a:t>15</a:t>
            </a:fld>
            <a:endParaRPr lang="en-US"/>
          </a:p>
        </p:txBody>
      </p:sp>
    </p:spTree>
    <p:extLst>
      <p:ext uri="{BB962C8B-B14F-4D97-AF65-F5344CB8AC3E}">
        <p14:creationId xmlns:p14="http://schemas.microsoft.com/office/powerpoint/2010/main" val="4049115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7E7DF-361B-922D-42E5-0F491A49E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D5A19-A764-FC52-E391-1E890F5A50D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41F6891-CFBA-4791-8C26-D0ED9F4B60DC}"/>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NCC LFA clusters into ecologically distinct assemblages during the winter</a:t>
            </a:r>
          </a:p>
          <a:p>
            <a:pPr marL="628650" lvl="1" indent="-171450">
              <a:buFont typeface="Arial" panose="020B0604020202020204" pitchFamily="34" charset="0"/>
              <a:buChar char="•"/>
            </a:pPr>
            <a:r>
              <a:rPr lang="en-US" dirty="0"/>
              <a:t>Horizontal and vertical distributions of assemblages align with the adult habitat affinities of the taxa therein</a:t>
            </a:r>
          </a:p>
          <a:p>
            <a:pPr marL="1085850" lvl="2" indent="-171450">
              <a:buFont typeface="Arial" panose="020B0604020202020204" pitchFamily="34" charset="0"/>
              <a:buChar char="•"/>
            </a:pPr>
            <a:r>
              <a:rPr lang="en-US" dirty="0"/>
              <a:t>Such a relationship has been previously seen in the spring by Doyle et al. (2002)</a:t>
            </a:r>
          </a:p>
          <a:p>
            <a:pPr marL="1085850" lvl="2" indent="-171450">
              <a:buFont typeface="Arial" panose="020B0604020202020204" pitchFamily="34" charset="0"/>
              <a:buChar char="•"/>
            </a:pPr>
            <a:r>
              <a:rPr lang="en-US" dirty="0"/>
              <a:t>With a proposed explanation that this favors retention of larvae to support recruitment</a:t>
            </a:r>
          </a:p>
          <a:p>
            <a:pPr marL="171450" lvl="0" indent="-171450">
              <a:buFont typeface="Arial" panose="020B0604020202020204" pitchFamily="34" charset="0"/>
              <a:buChar char="•"/>
            </a:pPr>
            <a:r>
              <a:rPr lang="en-US" dirty="0"/>
              <a:t>Winter ichthyoplankton assemblages are significantly influenced by spatiotemporal and environmental factors with</a:t>
            </a:r>
          </a:p>
          <a:p>
            <a:pPr marL="628650" lvl="1" indent="-171450">
              <a:buFont typeface="Arial" panose="020B0604020202020204" pitchFamily="34" charset="0"/>
              <a:buChar char="•"/>
            </a:pPr>
            <a:r>
              <a:rPr lang="en-US" dirty="0"/>
              <a:t>One spatiotemporal covariate was depth which had a positive effect on our more offshore assemblages and a negative effect on the </a:t>
            </a:r>
            <a:r>
              <a:rPr lang="en-US" i="1" dirty="0"/>
              <a:t>P. vetulus</a:t>
            </a:r>
            <a:r>
              <a:rPr lang="en-US" i="0" dirty="0"/>
              <a:t>, coastal, and Osmerid assemblages</a:t>
            </a:r>
          </a:p>
          <a:p>
            <a:pPr marL="1143000" lvl="2" indent="-228600">
              <a:buFont typeface="Arial" panose="020B0604020202020204" pitchFamily="34" charset="0"/>
              <a:buChar char="•"/>
            </a:pPr>
            <a:r>
              <a:rPr lang="en-US" i="0" dirty="0"/>
              <a:t>It is well established that seafloor depth impacts larval fish assemblages in boundary currents and is significant in shaping horizontal structure (Thompson et al., 2014; </a:t>
            </a:r>
            <a:r>
              <a:rPr lang="en-US" sz="2000" dirty="0"/>
              <a:t>Rodriguez et al., 2015</a:t>
            </a:r>
            <a:r>
              <a:rPr lang="en-US" i="0" dirty="0"/>
              <a:t>)</a:t>
            </a:r>
          </a:p>
          <a:p>
            <a:pPr marL="685800" lvl="1" indent="-228600">
              <a:buFont typeface="Arial" panose="020B0604020202020204" pitchFamily="34" charset="0"/>
              <a:buChar char="•"/>
            </a:pPr>
            <a:r>
              <a:rPr lang="en-US" i="0" dirty="0"/>
              <a:t>We observed positive effects of DO and temperature on the mesopelagic assemblage</a:t>
            </a:r>
          </a:p>
          <a:p>
            <a:pPr marL="1143000" lvl="2" indent="-228600">
              <a:buFont typeface="Arial" panose="020B0604020202020204" pitchFamily="34" charset="0"/>
              <a:buChar char="•"/>
            </a:pPr>
            <a:r>
              <a:rPr lang="en-US" i="0" dirty="0"/>
              <a:t>Both of these factors have well documented effects on overall LFC composition and abundance with some proposing that the temperature effect is due, in part, to the control temperature can exert on egg maturation (Thompson et al., 2014; Auth, 2011, Chen et al., 2025)</a:t>
            </a:r>
          </a:p>
          <a:p>
            <a:pPr marL="685800" lvl="1" indent="-228600">
              <a:buFont typeface="Arial" panose="020B0604020202020204" pitchFamily="34" charset="0"/>
              <a:buChar char="•"/>
            </a:pPr>
            <a:r>
              <a:rPr lang="en-US" i="0" dirty="0"/>
              <a:t>Time of day</a:t>
            </a:r>
          </a:p>
          <a:p>
            <a:endParaRPr lang="en-US" dirty="0"/>
          </a:p>
        </p:txBody>
      </p:sp>
      <p:sp>
        <p:nvSpPr>
          <p:cNvPr id="4" name="Slide Number Placeholder 3">
            <a:extLst>
              <a:ext uri="{FF2B5EF4-FFF2-40B4-BE49-F238E27FC236}">
                <a16:creationId xmlns:a16="http://schemas.microsoft.com/office/drawing/2014/main" id="{EAB0D627-C7CB-6AE3-576E-25CBAF49CF7A}"/>
              </a:ext>
            </a:extLst>
          </p:cNvPr>
          <p:cNvSpPr>
            <a:spLocks noGrp="1"/>
          </p:cNvSpPr>
          <p:nvPr>
            <p:ph type="sldNum" sz="quarter" idx="5"/>
          </p:nvPr>
        </p:nvSpPr>
        <p:spPr/>
        <p:txBody>
          <a:bodyPr/>
          <a:lstStyle/>
          <a:p>
            <a:fld id="{3AC1AA38-86D1-4674-9C68-DF52A9C1CC65}" type="slidenum">
              <a:rPr lang="en-US" smtClean="0"/>
              <a:t>16</a:t>
            </a:fld>
            <a:endParaRPr lang="en-US"/>
          </a:p>
        </p:txBody>
      </p:sp>
    </p:spTree>
    <p:extLst>
      <p:ext uri="{BB962C8B-B14F-4D97-AF65-F5344CB8AC3E}">
        <p14:creationId xmlns:p14="http://schemas.microsoft.com/office/powerpoint/2010/main" val="409512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None of the taxa in this study exhibit the full </a:t>
            </a:r>
            <a:r>
              <a:rPr lang="en-US"/>
              <a:t>distribution expected from DVM</a:t>
            </a:r>
            <a:endParaRPr lang="en-US" dirty="0"/>
          </a:p>
          <a:p>
            <a:pPr marL="171450" lvl="0" indent="-171450">
              <a:buFont typeface="Arial" panose="020B0604020202020204" pitchFamily="34" charset="0"/>
              <a:buChar char="•"/>
            </a:pPr>
            <a:r>
              <a:rPr lang="en-US" i="0" dirty="0"/>
              <a:t>In fact, some taxa such as </a:t>
            </a:r>
            <a:r>
              <a:rPr lang="en-US" i="1" dirty="0"/>
              <a:t>S. leucopsarus </a:t>
            </a:r>
            <a:r>
              <a:rPr lang="en-US" i="0" dirty="0"/>
              <a:t>exhibited the opposite of normal DVM</a:t>
            </a:r>
          </a:p>
          <a:p>
            <a:pPr marL="628650" lvl="1" indent="-171450">
              <a:buClrTx/>
              <a:buSzTx/>
              <a:buFont typeface="Arial" panose="020B0604020202020204" pitchFamily="34" charset="0"/>
              <a:buChar char="•"/>
            </a:pPr>
            <a:r>
              <a:rPr lang="en-US" i="0" dirty="0"/>
              <a:t>Such distributions were also documented by Auth et al. in 2007 and coined as type-II DVM</a:t>
            </a:r>
            <a:endParaRPr lang="en-US" dirty="0"/>
          </a:p>
          <a:p>
            <a:pPr marL="171450" lvl="0" indent="-171450">
              <a:buFont typeface="Arial" panose="020B0604020202020204" pitchFamily="34" charset="0"/>
              <a:buChar char="•"/>
            </a:pPr>
            <a:r>
              <a:rPr lang="en-US" dirty="0"/>
              <a:t>Several taxa including </a:t>
            </a:r>
            <a:r>
              <a:rPr lang="en-US" i="1" dirty="0"/>
              <a:t>L. ringens</a:t>
            </a:r>
            <a:r>
              <a:rPr lang="en-US" dirty="0"/>
              <a:t> exhibited part of the typical DVM cycle where they were abundant near the surface at night but absent from the sampled depth strata during the day</a:t>
            </a:r>
          </a:p>
          <a:p>
            <a:pPr marL="628650" lvl="1" indent="-171450">
              <a:buFont typeface="Arial" panose="020B0604020202020204" pitchFamily="34" charset="0"/>
              <a:buChar char="•"/>
            </a:pPr>
            <a:r>
              <a:rPr lang="en-US" dirty="0"/>
              <a:t>Migration below 100 m, out of the sampled strata, is one proposed explanation for this finding.</a:t>
            </a:r>
          </a:p>
          <a:p>
            <a:pPr marL="628650" lvl="1" indent="-171450">
              <a:buFont typeface="Arial" panose="020B0604020202020204" pitchFamily="34" charset="0"/>
              <a:buChar char="•"/>
            </a:pPr>
            <a:r>
              <a:rPr lang="en-US" dirty="0"/>
              <a:t>This is unlikely, however, as numerous studies have found the vast majority of the LFA to inhabit the upper 100 m (Auth et al., 2007; Auth and Brodeur, 2006; Thompson et al., 2014)</a:t>
            </a:r>
          </a:p>
          <a:p>
            <a:pPr marL="628650" lvl="1" indent="-171450">
              <a:buFont typeface="Arial" panose="020B0604020202020204" pitchFamily="34" charset="0"/>
              <a:buChar char="•"/>
            </a:pPr>
            <a:r>
              <a:rPr lang="en-US" dirty="0"/>
              <a:t>Similar lower abundances of certain ichthyoplankton taxa during the day have been attributed to visual net avoidance </a:t>
            </a:r>
          </a:p>
          <a:p>
            <a:pPr marL="171450" lvl="0" indent="-171450">
              <a:buFont typeface="Arial" panose="020B0604020202020204" pitchFamily="34" charset="0"/>
              <a:buChar char="•"/>
            </a:pPr>
            <a:r>
              <a:rPr lang="en-US" dirty="0"/>
              <a:t>Many ichthyoplankton, including several taxa in our study, have been documented engaging in DVM</a:t>
            </a:r>
          </a:p>
          <a:p>
            <a:pPr marL="628650" lvl="1" indent="-171450">
              <a:buFont typeface="Arial" panose="020B0604020202020204" pitchFamily="34" charset="0"/>
              <a:buChar char="•"/>
            </a:pPr>
            <a:r>
              <a:rPr lang="en-US" dirty="0"/>
              <a:t>Adaptive advantages including ideal light conditions, predator avoidance, and optimized prey availability have been proposed as explanations (Haldorson et al., 1993; Primo et al., 2012)</a:t>
            </a:r>
          </a:p>
          <a:p>
            <a:pPr marL="628650" lvl="1" indent="-171450">
              <a:buFont typeface="Arial" panose="020B0604020202020204" pitchFamily="34" charset="0"/>
              <a:buChar char="•"/>
            </a:pPr>
            <a:r>
              <a:rPr lang="en-US" dirty="0"/>
              <a:t>Seasonal differences in such factors and other ecological interactions may explain the absence of this behavior in our winter study.</a:t>
            </a:r>
          </a:p>
        </p:txBody>
      </p:sp>
      <p:sp>
        <p:nvSpPr>
          <p:cNvPr id="4" name="Slide Number Placeholder 3"/>
          <p:cNvSpPr>
            <a:spLocks noGrp="1"/>
          </p:cNvSpPr>
          <p:nvPr>
            <p:ph type="sldNum" sz="quarter" idx="5"/>
          </p:nvPr>
        </p:nvSpPr>
        <p:spPr/>
        <p:txBody>
          <a:bodyPr/>
          <a:lstStyle/>
          <a:p>
            <a:fld id="{3AC1AA38-86D1-4674-9C68-DF52A9C1CC65}" type="slidenum">
              <a:rPr lang="en-US" smtClean="0"/>
              <a:t>17</a:t>
            </a:fld>
            <a:endParaRPr lang="en-US"/>
          </a:p>
        </p:txBody>
      </p:sp>
    </p:spTree>
    <p:extLst>
      <p:ext uri="{BB962C8B-B14F-4D97-AF65-F5344CB8AC3E}">
        <p14:creationId xmlns:p14="http://schemas.microsoft.com/office/powerpoint/2010/main" val="4000158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Before I conclude here, Id like to thank everyone that made this project possible, both funding sources and personnel.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And thank you to PICES for supporting my attendance of this meeting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And thank YOU for your attention. I’d be happy to take a couple questions.</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18</a:t>
            </a:fld>
            <a:endParaRPr lang="en-US"/>
          </a:p>
        </p:txBody>
      </p:sp>
    </p:spTree>
    <p:extLst>
      <p:ext uri="{BB962C8B-B14F-4D97-AF65-F5344CB8AC3E}">
        <p14:creationId xmlns:p14="http://schemas.microsoft.com/office/powerpoint/2010/main" val="6722659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806833" y="1086033"/>
            <a:ext cx="8466800" cy="34772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6933">
                <a:solidFill>
                  <a:srgbClr val="191919"/>
                </a:solidFill>
              </a:defRPr>
            </a:lvl2pPr>
            <a:lvl3pPr lvl="2" algn="ctr">
              <a:spcBef>
                <a:spcPts val="0"/>
              </a:spcBef>
              <a:spcAft>
                <a:spcPts val="0"/>
              </a:spcAft>
              <a:buClr>
                <a:srgbClr val="191919"/>
              </a:buClr>
              <a:buSzPts val="5200"/>
              <a:buNone/>
              <a:defRPr sz="6933">
                <a:solidFill>
                  <a:srgbClr val="191919"/>
                </a:solidFill>
              </a:defRPr>
            </a:lvl3pPr>
            <a:lvl4pPr lvl="3" algn="ctr">
              <a:spcBef>
                <a:spcPts val="0"/>
              </a:spcBef>
              <a:spcAft>
                <a:spcPts val="0"/>
              </a:spcAft>
              <a:buClr>
                <a:srgbClr val="191919"/>
              </a:buClr>
              <a:buSzPts val="5200"/>
              <a:buNone/>
              <a:defRPr sz="6933">
                <a:solidFill>
                  <a:srgbClr val="191919"/>
                </a:solidFill>
              </a:defRPr>
            </a:lvl4pPr>
            <a:lvl5pPr lvl="4" algn="ctr">
              <a:spcBef>
                <a:spcPts val="0"/>
              </a:spcBef>
              <a:spcAft>
                <a:spcPts val="0"/>
              </a:spcAft>
              <a:buClr>
                <a:srgbClr val="191919"/>
              </a:buClr>
              <a:buSzPts val="5200"/>
              <a:buNone/>
              <a:defRPr sz="6933">
                <a:solidFill>
                  <a:srgbClr val="191919"/>
                </a:solidFill>
              </a:defRPr>
            </a:lvl5pPr>
            <a:lvl6pPr lvl="5" algn="ctr">
              <a:spcBef>
                <a:spcPts val="0"/>
              </a:spcBef>
              <a:spcAft>
                <a:spcPts val="0"/>
              </a:spcAft>
              <a:buClr>
                <a:srgbClr val="191919"/>
              </a:buClr>
              <a:buSzPts val="5200"/>
              <a:buNone/>
              <a:defRPr sz="6933">
                <a:solidFill>
                  <a:srgbClr val="191919"/>
                </a:solidFill>
              </a:defRPr>
            </a:lvl6pPr>
            <a:lvl7pPr lvl="6" algn="ctr">
              <a:spcBef>
                <a:spcPts val="0"/>
              </a:spcBef>
              <a:spcAft>
                <a:spcPts val="0"/>
              </a:spcAft>
              <a:buClr>
                <a:srgbClr val="191919"/>
              </a:buClr>
              <a:buSzPts val="5200"/>
              <a:buNone/>
              <a:defRPr sz="6933">
                <a:solidFill>
                  <a:srgbClr val="191919"/>
                </a:solidFill>
              </a:defRPr>
            </a:lvl7pPr>
            <a:lvl8pPr lvl="7" algn="ctr">
              <a:spcBef>
                <a:spcPts val="0"/>
              </a:spcBef>
              <a:spcAft>
                <a:spcPts val="0"/>
              </a:spcAft>
              <a:buClr>
                <a:srgbClr val="191919"/>
              </a:buClr>
              <a:buSzPts val="5200"/>
              <a:buNone/>
              <a:defRPr sz="6933">
                <a:solidFill>
                  <a:srgbClr val="191919"/>
                </a:solidFill>
              </a:defRPr>
            </a:lvl8pPr>
            <a:lvl9pPr lvl="8" algn="ctr">
              <a:spcBef>
                <a:spcPts val="0"/>
              </a:spcBef>
              <a:spcAft>
                <a:spcPts val="0"/>
              </a:spcAft>
              <a:buClr>
                <a:srgbClr val="191919"/>
              </a:buClr>
              <a:buSzPts val="5200"/>
              <a:buNone/>
              <a:defRPr sz="6933">
                <a:solidFill>
                  <a:srgbClr val="191919"/>
                </a:solidFill>
              </a:defRPr>
            </a:lvl9pPr>
          </a:lstStyle>
          <a:p>
            <a:endParaRPr/>
          </a:p>
        </p:txBody>
      </p:sp>
      <p:sp>
        <p:nvSpPr>
          <p:cNvPr id="10" name="Google Shape;10;p2"/>
          <p:cNvSpPr txBox="1">
            <a:spLocks noGrp="1"/>
          </p:cNvSpPr>
          <p:nvPr>
            <p:ph type="subTitle" idx="1"/>
          </p:nvPr>
        </p:nvSpPr>
        <p:spPr>
          <a:xfrm>
            <a:off x="1806833" y="4994467"/>
            <a:ext cx="6038400" cy="634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2133">
                <a:solidFill>
                  <a:schemeClr val="dk1"/>
                </a:solidFill>
              </a:defRPr>
            </a:lvl1pPr>
            <a:lvl2pPr lvl="1" algn="ctr">
              <a:lnSpc>
                <a:spcPct val="100000"/>
              </a:lnSpc>
              <a:spcBef>
                <a:spcPts val="0"/>
              </a:spcBef>
              <a:spcAft>
                <a:spcPts val="0"/>
              </a:spcAft>
              <a:buSzPts val="1800"/>
              <a:buNone/>
              <a:defRPr sz="2400"/>
            </a:lvl2pPr>
            <a:lvl3pPr lvl="2" algn="ctr">
              <a:lnSpc>
                <a:spcPct val="100000"/>
              </a:lnSpc>
              <a:spcBef>
                <a:spcPts val="0"/>
              </a:spcBef>
              <a:spcAft>
                <a:spcPts val="0"/>
              </a:spcAft>
              <a:buSzPts val="1800"/>
              <a:buNone/>
              <a:defRPr sz="2400"/>
            </a:lvl3pPr>
            <a:lvl4pPr lvl="3" algn="ctr">
              <a:lnSpc>
                <a:spcPct val="100000"/>
              </a:lnSpc>
              <a:spcBef>
                <a:spcPts val="0"/>
              </a:spcBef>
              <a:spcAft>
                <a:spcPts val="0"/>
              </a:spcAft>
              <a:buSzPts val="1800"/>
              <a:buNone/>
              <a:defRPr sz="2400"/>
            </a:lvl4pPr>
            <a:lvl5pPr lvl="4" algn="ctr">
              <a:lnSpc>
                <a:spcPct val="100000"/>
              </a:lnSpc>
              <a:spcBef>
                <a:spcPts val="0"/>
              </a:spcBef>
              <a:spcAft>
                <a:spcPts val="0"/>
              </a:spcAft>
              <a:buSzPts val="1800"/>
              <a:buNone/>
              <a:defRPr sz="2400"/>
            </a:lvl5pPr>
            <a:lvl6pPr lvl="5" algn="ctr">
              <a:lnSpc>
                <a:spcPct val="100000"/>
              </a:lnSpc>
              <a:spcBef>
                <a:spcPts val="0"/>
              </a:spcBef>
              <a:spcAft>
                <a:spcPts val="0"/>
              </a:spcAft>
              <a:buSzPts val="1800"/>
              <a:buNone/>
              <a:defRPr sz="2400"/>
            </a:lvl6pPr>
            <a:lvl7pPr lvl="6" algn="ctr">
              <a:lnSpc>
                <a:spcPct val="100000"/>
              </a:lnSpc>
              <a:spcBef>
                <a:spcPts val="0"/>
              </a:spcBef>
              <a:spcAft>
                <a:spcPts val="0"/>
              </a:spcAft>
              <a:buSzPts val="1800"/>
              <a:buNone/>
              <a:defRPr sz="2400"/>
            </a:lvl7pPr>
            <a:lvl8pPr lvl="7" algn="ctr">
              <a:lnSpc>
                <a:spcPct val="100000"/>
              </a:lnSpc>
              <a:spcBef>
                <a:spcPts val="0"/>
              </a:spcBef>
              <a:spcAft>
                <a:spcPts val="0"/>
              </a:spcAft>
              <a:buSzPts val="1800"/>
              <a:buNone/>
              <a:defRPr sz="2400"/>
            </a:lvl8pPr>
            <a:lvl9pPr lvl="8" algn="ctr">
              <a:lnSpc>
                <a:spcPct val="100000"/>
              </a:lnSpc>
              <a:spcBef>
                <a:spcPts val="0"/>
              </a:spcBef>
              <a:spcAft>
                <a:spcPts val="0"/>
              </a:spcAft>
              <a:buSzPts val="1800"/>
              <a:buNone/>
              <a:defRPr sz="2400"/>
            </a:lvl9pPr>
          </a:lstStyle>
          <a:p>
            <a:endParaRPr/>
          </a:p>
        </p:txBody>
      </p:sp>
      <p:grpSp>
        <p:nvGrpSpPr>
          <p:cNvPr id="11" name="Google Shape;11;p2"/>
          <p:cNvGrpSpPr/>
          <p:nvPr/>
        </p:nvGrpSpPr>
        <p:grpSpPr>
          <a:xfrm>
            <a:off x="-11199" y="0"/>
            <a:ext cx="971300" cy="6884333"/>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63689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5396233" y="3429300"/>
            <a:ext cx="5844800" cy="16140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60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6" name="Google Shape;16;p3"/>
          <p:cNvSpPr txBox="1">
            <a:spLocks noGrp="1"/>
          </p:cNvSpPr>
          <p:nvPr>
            <p:ph type="title" idx="2" hasCustomPrompt="1"/>
          </p:nvPr>
        </p:nvSpPr>
        <p:spPr>
          <a:xfrm>
            <a:off x="5396233" y="1762633"/>
            <a:ext cx="1776800" cy="1122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8000">
                <a:solidFill>
                  <a:schemeClr val="accent1"/>
                </a:solidFill>
              </a:defRPr>
            </a:lvl1pPr>
            <a:lvl2pPr lvl="1" algn="ctr" rtl="0">
              <a:spcBef>
                <a:spcPts val="0"/>
              </a:spcBef>
              <a:spcAft>
                <a:spcPts val="0"/>
              </a:spcAft>
              <a:buClr>
                <a:schemeClr val="lt1"/>
              </a:buClr>
              <a:buSzPts val="6000"/>
              <a:buNone/>
              <a:defRPr sz="8000">
                <a:solidFill>
                  <a:schemeClr val="lt1"/>
                </a:solidFill>
              </a:defRPr>
            </a:lvl2pPr>
            <a:lvl3pPr lvl="2" algn="ctr" rtl="0">
              <a:spcBef>
                <a:spcPts val="0"/>
              </a:spcBef>
              <a:spcAft>
                <a:spcPts val="0"/>
              </a:spcAft>
              <a:buClr>
                <a:schemeClr val="lt1"/>
              </a:buClr>
              <a:buSzPts val="6000"/>
              <a:buNone/>
              <a:defRPr sz="8000">
                <a:solidFill>
                  <a:schemeClr val="lt1"/>
                </a:solidFill>
              </a:defRPr>
            </a:lvl3pPr>
            <a:lvl4pPr lvl="3" algn="ctr" rtl="0">
              <a:spcBef>
                <a:spcPts val="0"/>
              </a:spcBef>
              <a:spcAft>
                <a:spcPts val="0"/>
              </a:spcAft>
              <a:buClr>
                <a:schemeClr val="lt1"/>
              </a:buClr>
              <a:buSzPts val="6000"/>
              <a:buNone/>
              <a:defRPr sz="8000">
                <a:solidFill>
                  <a:schemeClr val="lt1"/>
                </a:solidFill>
              </a:defRPr>
            </a:lvl4pPr>
            <a:lvl5pPr lvl="4" algn="ctr" rtl="0">
              <a:spcBef>
                <a:spcPts val="0"/>
              </a:spcBef>
              <a:spcAft>
                <a:spcPts val="0"/>
              </a:spcAft>
              <a:buClr>
                <a:schemeClr val="lt1"/>
              </a:buClr>
              <a:buSzPts val="6000"/>
              <a:buNone/>
              <a:defRPr sz="8000">
                <a:solidFill>
                  <a:schemeClr val="lt1"/>
                </a:solidFill>
              </a:defRPr>
            </a:lvl5pPr>
            <a:lvl6pPr lvl="5" algn="ctr" rtl="0">
              <a:spcBef>
                <a:spcPts val="0"/>
              </a:spcBef>
              <a:spcAft>
                <a:spcPts val="0"/>
              </a:spcAft>
              <a:buClr>
                <a:schemeClr val="lt1"/>
              </a:buClr>
              <a:buSzPts val="6000"/>
              <a:buNone/>
              <a:defRPr sz="8000">
                <a:solidFill>
                  <a:schemeClr val="lt1"/>
                </a:solidFill>
              </a:defRPr>
            </a:lvl6pPr>
            <a:lvl7pPr lvl="6" algn="ctr" rtl="0">
              <a:spcBef>
                <a:spcPts val="0"/>
              </a:spcBef>
              <a:spcAft>
                <a:spcPts val="0"/>
              </a:spcAft>
              <a:buClr>
                <a:schemeClr val="lt1"/>
              </a:buClr>
              <a:buSzPts val="6000"/>
              <a:buNone/>
              <a:defRPr sz="8000">
                <a:solidFill>
                  <a:schemeClr val="lt1"/>
                </a:solidFill>
              </a:defRPr>
            </a:lvl7pPr>
            <a:lvl8pPr lvl="7" algn="ctr" rtl="0">
              <a:spcBef>
                <a:spcPts val="0"/>
              </a:spcBef>
              <a:spcAft>
                <a:spcPts val="0"/>
              </a:spcAft>
              <a:buClr>
                <a:schemeClr val="lt1"/>
              </a:buClr>
              <a:buSzPts val="6000"/>
              <a:buNone/>
              <a:defRPr sz="8000">
                <a:solidFill>
                  <a:schemeClr val="lt1"/>
                </a:solidFill>
              </a:defRPr>
            </a:lvl8pPr>
            <a:lvl9pPr lvl="8" algn="ctr" rtl="0">
              <a:spcBef>
                <a:spcPts val="0"/>
              </a:spcBef>
              <a:spcAft>
                <a:spcPts val="0"/>
              </a:spcAft>
              <a:buClr>
                <a:schemeClr val="lt1"/>
              </a:buClr>
              <a:buSzPts val="6000"/>
              <a:buNone/>
              <a:defRPr sz="8000">
                <a:solidFill>
                  <a:schemeClr val="lt1"/>
                </a:solidFill>
              </a:defRPr>
            </a:lvl9pPr>
          </a:lstStyle>
          <a:p>
            <a:r>
              <a:t>xx%</a:t>
            </a:r>
          </a:p>
        </p:txBody>
      </p:sp>
      <p:sp>
        <p:nvSpPr>
          <p:cNvPr id="17" name="Google Shape;17;p3"/>
          <p:cNvSpPr>
            <a:spLocks noGrp="1"/>
          </p:cNvSpPr>
          <p:nvPr>
            <p:ph type="pic" idx="3"/>
          </p:nvPr>
        </p:nvSpPr>
        <p:spPr>
          <a:xfrm>
            <a:off x="950967" y="719333"/>
            <a:ext cx="3680800" cy="5419200"/>
          </a:xfrm>
          <a:prstGeom prst="rect">
            <a:avLst/>
          </a:prstGeom>
          <a:noFill/>
          <a:ln>
            <a:noFill/>
          </a:ln>
        </p:spPr>
        <p:txBody>
          <a:bodyPr/>
          <a:lstStyle/>
          <a:p>
            <a:endParaRPr lang="en-US"/>
          </a:p>
        </p:txBody>
      </p:sp>
    </p:spTree>
    <p:extLst>
      <p:ext uri="{BB962C8B-B14F-4D97-AF65-F5344CB8AC3E}">
        <p14:creationId xmlns:p14="http://schemas.microsoft.com/office/powerpoint/2010/main" val="3433928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6741535" y="3432205"/>
            <a:ext cx="3692000" cy="234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758467" y="3432205"/>
            <a:ext cx="3692000" cy="234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758467" y="2362533"/>
            <a:ext cx="3692000" cy="745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32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32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32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32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32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32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32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6741537" y="2362533"/>
            <a:ext cx="3692000" cy="745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32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32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32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32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32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32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32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grpSp>
        <p:nvGrpSpPr>
          <p:cNvPr id="30" name="Google Shape;30;p5"/>
          <p:cNvGrpSpPr/>
          <p:nvPr/>
        </p:nvGrpSpPr>
        <p:grpSpPr>
          <a:xfrm>
            <a:off x="0" y="0"/>
            <a:ext cx="12192000" cy="4168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2225322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733"/>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12192000" cy="4168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444173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1082633" y="2668267"/>
            <a:ext cx="5726400" cy="3060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1082633" y="1356300"/>
            <a:ext cx="57264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7525033" y="719333"/>
            <a:ext cx="3716000" cy="5419200"/>
          </a:xfrm>
          <a:prstGeom prst="rect">
            <a:avLst/>
          </a:prstGeom>
          <a:noFill/>
          <a:ln>
            <a:noFill/>
          </a:ln>
        </p:spPr>
        <p:txBody>
          <a:bodyPr/>
          <a:lstStyle/>
          <a:p>
            <a:endParaRPr lang="en-US"/>
          </a:p>
        </p:txBody>
      </p:sp>
      <p:grpSp>
        <p:nvGrpSpPr>
          <p:cNvPr id="42" name="Google Shape;42;p7"/>
          <p:cNvGrpSpPr/>
          <p:nvPr/>
        </p:nvGrpSpPr>
        <p:grpSpPr>
          <a:xfrm>
            <a:off x="0" y="0"/>
            <a:ext cx="12192000" cy="4168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2156896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847400" y="1585467"/>
            <a:ext cx="6497200" cy="2619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8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847400" y="4204667"/>
            <a:ext cx="6497200" cy="89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2133"/>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11199" y="0"/>
            <a:ext cx="971300" cy="6884333"/>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471486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12192000" cy="6858000"/>
          </a:xfrm>
          <a:prstGeom prst="rect">
            <a:avLst/>
          </a:prstGeom>
          <a:noFill/>
          <a:ln>
            <a:noFill/>
          </a:ln>
        </p:spPr>
        <p:txBody>
          <a:bodyPr/>
          <a:lstStyle/>
          <a:p>
            <a:endParaRPr lang="en-US"/>
          </a:p>
        </p:txBody>
      </p:sp>
      <p:sp>
        <p:nvSpPr>
          <p:cNvPr id="58" name="Google Shape;58;p10"/>
          <p:cNvSpPr txBox="1">
            <a:spLocks noGrp="1"/>
          </p:cNvSpPr>
          <p:nvPr>
            <p:ph type="title"/>
          </p:nvPr>
        </p:nvSpPr>
        <p:spPr>
          <a:xfrm>
            <a:off x="960000" y="5352600"/>
            <a:ext cx="10272000" cy="7636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extLst>
      <p:ext uri="{BB962C8B-B14F-4D97-AF65-F5344CB8AC3E}">
        <p14:creationId xmlns:p14="http://schemas.microsoft.com/office/powerpoint/2010/main" val="3878956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712000" y="1738367"/>
            <a:ext cx="8768000" cy="22056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8000"/>
            </a:lvl1pPr>
            <a:lvl2pPr lvl="1" algn="ctr">
              <a:spcBef>
                <a:spcPts val="0"/>
              </a:spcBef>
              <a:spcAft>
                <a:spcPts val="0"/>
              </a:spcAft>
              <a:buSzPts val="9600"/>
              <a:buNone/>
              <a:defRPr sz="12800"/>
            </a:lvl2pPr>
            <a:lvl3pPr lvl="2" algn="ctr">
              <a:spcBef>
                <a:spcPts val="0"/>
              </a:spcBef>
              <a:spcAft>
                <a:spcPts val="0"/>
              </a:spcAft>
              <a:buSzPts val="9600"/>
              <a:buNone/>
              <a:defRPr sz="12800"/>
            </a:lvl3pPr>
            <a:lvl4pPr lvl="3" algn="ctr">
              <a:spcBef>
                <a:spcPts val="0"/>
              </a:spcBef>
              <a:spcAft>
                <a:spcPts val="0"/>
              </a:spcAft>
              <a:buSzPts val="9600"/>
              <a:buNone/>
              <a:defRPr sz="12800"/>
            </a:lvl4pPr>
            <a:lvl5pPr lvl="4" algn="ctr">
              <a:spcBef>
                <a:spcPts val="0"/>
              </a:spcBef>
              <a:spcAft>
                <a:spcPts val="0"/>
              </a:spcAft>
              <a:buSzPts val="9600"/>
              <a:buNone/>
              <a:defRPr sz="12800"/>
            </a:lvl5pPr>
            <a:lvl6pPr lvl="5" algn="ctr">
              <a:spcBef>
                <a:spcPts val="0"/>
              </a:spcBef>
              <a:spcAft>
                <a:spcPts val="0"/>
              </a:spcAft>
              <a:buSzPts val="9600"/>
              <a:buNone/>
              <a:defRPr sz="12800"/>
            </a:lvl6pPr>
            <a:lvl7pPr lvl="6" algn="ctr">
              <a:spcBef>
                <a:spcPts val="0"/>
              </a:spcBef>
              <a:spcAft>
                <a:spcPts val="0"/>
              </a:spcAft>
              <a:buSzPts val="9600"/>
              <a:buNone/>
              <a:defRPr sz="12800"/>
            </a:lvl7pPr>
            <a:lvl8pPr lvl="7" algn="ctr">
              <a:spcBef>
                <a:spcPts val="0"/>
              </a:spcBef>
              <a:spcAft>
                <a:spcPts val="0"/>
              </a:spcAft>
              <a:buSzPts val="9600"/>
              <a:buNone/>
              <a:defRPr sz="12800"/>
            </a:lvl8pPr>
            <a:lvl9pPr lvl="8" algn="ctr">
              <a:spcBef>
                <a:spcPts val="0"/>
              </a:spcBef>
              <a:spcAft>
                <a:spcPts val="0"/>
              </a:spcAft>
              <a:buSzPts val="9600"/>
              <a:buNone/>
              <a:defRPr sz="12800"/>
            </a:lvl9pPr>
          </a:lstStyle>
          <a:p>
            <a:r>
              <a:t>xx%</a:t>
            </a:r>
          </a:p>
        </p:txBody>
      </p:sp>
      <p:sp>
        <p:nvSpPr>
          <p:cNvPr id="61" name="Google Shape;61;p11"/>
          <p:cNvSpPr txBox="1">
            <a:spLocks noGrp="1"/>
          </p:cNvSpPr>
          <p:nvPr>
            <p:ph type="subTitle" idx="1"/>
          </p:nvPr>
        </p:nvSpPr>
        <p:spPr>
          <a:xfrm>
            <a:off x="1712000" y="4345433"/>
            <a:ext cx="8768000" cy="66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2133"/>
            </a:lvl1pPr>
            <a:lvl2pPr lvl="1" algn="ctr" rtl="0">
              <a:lnSpc>
                <a:spcPct val="100000"/>
              </a:lnSpc>
              <a:spcBef>
                <a:spcPts val="0"/>
              </a:spcBef>
              <a:spcAft>
                <a:spcPts val="0"/>
              </a:spcAft>
              <a:buSzPts val="1600"/>
              <a:buNone/>
              <a:defRPr sz="2133"/>
            </a:lvl2pPr>
            <a:lvl3pPr lvl="2" algn="ctr" rtl="0">
              <a:lnSpc>
                <a:spcPct val="100000"/>
              </a:lnSpc>
              <a:spcBef>
                <a:spcPts val="0"/>
              </a:spcBef>
              <a:spcAft>
                <a:spcPts val="0"/>
              </a:spcAft>
              <a:buSzPts val="1600"/>
              <a:buNone/>
              <a:defRPr sz="2133"/>
            </a:lvl3pPr>
            <a:lvl4pPr lvl="3" algn="ctr" rtl="0">
              <a:lnSpc>
                <a:spcPct val="100000"/>
              </a:lnSpc>
              <a:spcBef>
                <a:spcPts val="0"/>
              </a:spcBef>
              <a:spcAft>
                <a:spcPts val="0"/>
              </a:spcAft>
              <a:buSzPts val="1600"/>
              <a:buNone/>
              <a:defRPr sz="2133"/>
            </a:lvl4pPr>
            <a:lvl5pPr lvl="4" algn="ctr" rtl="0">
              <a:lnSpc>
                <a:spcPct val="100000"/>
              </a:lnSpc>
              <a:spcBef>
                <a:spcPts val="0"/>
              </a:spcBef>
              <a:spcAft>
                <a:spcPts val="0"/>
              </a:spcAft>
              <a:buSzPts val="1600"/>
              <a:buNone/>
              <a:defRPr sz="2133"/>
            </a:lvl5pPr>
            <a:lvl6pPr lvl="5" algn="ctr" rtl="0">
              <a:lnSpc>
                <a:spcPct val="100000"/>
              </a:lnSpc>
              <a:spcBef>
                <a:spcPts val="0"/>
              </a:spcBef>
              <a:spcAft>
                <a:spcPts val="0"/>
              </a:spcAft>
              <a:buSzPts val="1600"/>
              <a:buNone/>
              <a:defRPr sz="2133"/>
            </a:lvl6pPr>
            <a:lvl7pPr lvl="6" algn="ctr" rtl="0">
              <a:lnSpc>
                <a:spcPct val="100000"/>
              </a:lnSpc>
              <a:spcBef>
                <a:spcPts val="0"/>
              </a:spcBef>
              <a:spcAft>
                <a:spcPts val="0"/>
              </a:spcAft>
              <a:buSzPts val="1600"/>
              <a:buNone/>
              <a:defRPr sz="2133"/>
            </a:lvl7pPr>
            <a:lvl8pPr lvl="7" algn="ctr" rtl="0">
              <a:lnSpc>
                <a:spcPct val="100000"/>
              </a:lnSpc>
              <a:spcBef>
                <a:spcPts val="0"/>
              </a:spcBef>
              <a:spcAft>
                <a:spcPts val="0"/>
              </a:spcAft>
              <a:buSzPts val="1600"/>
              <a:buNone/>
              <a:defRPr sz="2133"/>
            </a:lvl8pPr>
            <a:lvl9pPr lvl="8" algn="ctr" rtl="0">
              <a:lnSpc>
                <a:spcPct val="100000"/>
              </a:lnSpc>
              <a:spcBef>
                <a:spcPts val="0"/>
              </a:spcBef>
              <a:spcAft>
                <a:spcPts val="0"/>
              </a:spcAft>
              <a:buSzPts val="1600"/>
              <a:buNone/>
              <a:defRPr sz="2133"/>
            </a:lvl9pPr>
          </a:lstStyle>
          <a:p>
            <a:endParaRPr/>
          </a:p>
        </p:txBody>
      </p:sp>
      <p:grpSp>
        <p:nvGrpSpPr>
          <p:cNvPr id="62" name="Google Shape;62;p11"/>
          <p:cNvGrpSpPr/>
          <p:nvPr/>
        </p:nvGrpSpPr>
        <p:grpSpPr>
          <a:xfrm>
            <a:off x="-11199" y="0"/>
            <a:ext cx="971300" cy="6884333"/>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765467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extLst>
      <p:ext uri="{BB962C8B-B14F-4D97-AF65-F5344CB8AC3E}">
        <p14:creationId xmlns:p14="http://schemas.microsoft.com/office/powerpoint/2010/main" val="2651415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733"/>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8" name="Google Shape;68;p13"/>
          <p:cNvSpPr txBox="1">
            <a:spLocks noGrp="1"/>
          </p:cNvSpPr>
          <p:nvPr>
            <p:ph type="title" idx="2" hasCustomPrompt="1"/>
          </p:nvPr>
        </p:nvSpPr>
        <p:spPr>
          <a:xfrm>
            <a:off x="960000"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69" name="Google Shape;69;p13"/>
          <p:cNvSpPr txBox="1">
            <a:spLocks noGrp="1"/>
          </p:cNvSpPr>
          <p:nvPr>
            <p:ph type="title" idx="3" hasCustomPrompt="1"/>
          </p:nvPr>
        </p:nvSpPr>
        <p:spPr>
          <a:xfrm>
            <a:off x="960000"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0" name="Google Shape;70;p13"/>
          <p:cNvSpPr txBox="1">
            <a:spLocks noGrp="1"/>
          </p:cNvSpPr>
          <p:nvPr>
            <p:ph type="title" idx="4" hasCustomPrompt="1"/>
          </p:nvPr>
        </p:nvSpPr>
        <p:spPr>
          <a:xfrm>
            <a:off x="4559033"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1" name="Google Shape;71;p13"/>
          <p:cNvSpPr txBox="1">
            <a:spLocks noGrp="1"/>
          </p:cNvSpPr>
          <p:nvPr>
            <p:ph type="title" idx="5" hasCustomPrompt="1"/>
          </p:nvPr>
        </p:nvSpPr>
        <p:spPr>
          <a:xfrm>
            <a:off x="4559033"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2" name="Google Shape;72;p13"/>
          <p:cNvSpPr txBox="1">
            <a:spLocks noGrp="1"/>
          </p:cNvSpPr>
          <p:nvPr>
            <p:ph type="title" idx="6" hasCustomPrompt="1"/>
          </p:nvPr>
        </p:nvSpPr>
        <p:spPr>
          <a:xfrm>
            <a:off x="8158067"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3" name="Google Shape;73;p13"/>
          <p:cNvSpPr txBox="1">
            <a:spLocks noGrp="1"/>
          </p:cNvSpPr>
          <p:nvPr>
            <p:ph type="title" idx="7" hasCustomPrompt="1"/>
          </p:nvPr>
        </p:nvSpPr>
        <p:spPr>
          <a:xfrm>
            <a:off x="8158067"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4" name="Google Shape;74;p13"/>
          <p:cNvSpPr txBox="1">
            <a:spLocks noGrp="1"/>
          </p:cNvSpPr>
          <p:nvPr>
            <p:ph type="subTitle" idx="1"/>
          </p:nvPr>
        </p:nvSpPr>
        <p:spPr>
          <a:xfrm>
            <a:off x="960000"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5" name="Google Shape;75;p13"/>
          <p:cNvSpPr txBox="1">
            <a:spLocks noGrp="1"/>
          </p:cNvSpPr>
          <p:nvPr>
            <p:ph type="subTitle" idx="8"/>
          </p:nvPr>
        </p:nvSpPr>
        <p:spPr>
          <a:xfrm>
            <a:off x="4559033"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6" name="Google Shape;76;p13"/>
          <p:cNvSpPr txBox="1">
            <a:spLocks noGrp="1"/>
          </p:cNvSpPr>
          <p:nvPr>
            <p:ph type="subTitle" idx="9"/>
          </p:nvPr>
        </p:nvSpPr>
        <p:spPr>
          <a:xfrm>
            <a:off x="8158067"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7" name="Google Shape;77;p13"/>
          <p:cNvSpPr txBox="1">
            <a:spLocks noGrp="1"/>
          </p:cNvSpPr>
          <p:nvPr>
            <p:ph type="subTitle" idx="13"/>
          </p:nvPr>
        </p:nvSpPr>
        <p:spPr>
          <a:xfrm>
            <a:off x="960000" y="4969100"/>
            <a:ext cx="31752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8" name="Google Shape;78;p13"/>
          <p:cNvSpPr txBox="1">
            <a:spLocks noGrp="1"/>
          </p:cNvSpPr>
          <p:nvPr>
            <p:ph type="subTitle" idx="14"/>
          </p:nvPr>
        </p:nvSpPr>
        <p:spPr>
          <a:xfrm>
            <a:off x="4559033" y="4969100"/>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9" name="Google Shape;79;p13"/>
          <p:cNvSpPr txBox="1">
            <a:spLocks noGrp="1"/>
          </p:cNvSpPr>
          <p:nvPr>
            <p:ph type="subTitle" idx="15"/>
          </p:nvPr>
        </p:nvSpPr>
        <p:spPr>
          <a:xfrm>
            <a:off x="8158067" y="4969100"/>
            <a:ext cx="33056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grpSp>
        <p:nvGrpSpPr>
          <p:cNvPr id="80" name="Google Shape;80;p13"/>
          <p:cNvGrpSpPr/>
          <p:nvPr/>
        </p:nvGrpSpPr>
        <p:grpSpPr>
          <a:xfrm>
            <a:off x="0" y="0"/>
            <a:ext cx="12192000" cy="416800"/>
            <a:chOff x="0" y="0"/>
            <a:chExt cx="9144000" cy="312600"/>
          </a:xfrm>
        </p:grpSpPr>
        <p:sp>
          <p:nvSpPr>
            <p:cNvPr id="81" name="Google Shape;81;p1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82" name="Google Shape;82;p1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8901881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94"/>
        <p:cNvGrpSpPr/>
        <p:nvPr/>
      </p:nvGrpSpPr>
      <p:grpSpPr>
        <a:xfrm>
          <a:off x="0" y="0"/>
          <a:ext cx="0" cy="0"/>
          <a:chOff x="0" y="0"/>
          <a:chExt cx="0" cy="0"/>
        </a:xfrm>
      </p:grpSpPr>
      <p:grpSp>
        <p:nvGrpSpPr>
          <p:cNvPr id="95" name="Google Shape;95;p16"/>
          <p:cNvGrpSpPr/>
          <p:nvPr/>
        </p:nvGrpSpPr>
        <p:grpSpPr>
          <a:xfrm rot="10800000">
            <a:off x="0" y="6441200"/>
            <a:ext cx="12192000" cy="4168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0042057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3449590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reserve="1">
  <p:cSld name="Blank slide">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13550308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reserve="1">
  <p:cSld name="Title only">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955700" y="681200"/>
            <a:ext cx="10280800" cy="6432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extLst>
      <p:ext uri="{BB962C8B-B14F-4D97-AF65-F5344CB8AC3E}">
        <p14:creationId xmlns:p14="http://schemas.microsoft.com/office/powerpoint/2010/main" val="192844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950967" y="593367"/>
            <a:ext cx="10290000" cy="76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950967" y="1536633"/>
            <a:ext cx="10290000" cy="45552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extLst>
      <p:ext uri="{BB962C8B-B14F-4D97-AF65-F5344CB8AC3E}">
        <p14:creationId xmlns:p14="http://schemas.microsoft.com/office/powerpoint/2010/main" val="158374988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6" r:id="rId3"/>
    <p:sldLayoutId id="2147483677" r:id="rId4"/>
    <p:sldLayoutId id="2147483678" r:id="rId5"/>
    <p:sldLayoutId id="2147483680" r:id="rId6"/>
    <p:sldLayoutId id="2147483681" r:id="rId7"/>
    <p:sldLayoutId id="2147483682" r:id="rId8"/>
    <p:sldLayoutId id="2147483683" r:id="rId9"/>
    <p:sldLayoutId id="2147483684" r:id="rId10"/>
    <p:sldLayoutId id="2147483687" r:id="rId11"/>
    <p:sldLayoutId id="2147483690" r:id="rId12"/>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E2A47"/>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title"/>
          </p:nvPr>
        </p:nvSpPr>
        <p:spPr>
          <a:xfrm>
            <a:off x="1424133" y="1244600"/>
            <a:ext cx="93964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00" name="Google Shape;100;p17"/>
          <p:cNvSpPr txBox="1">
            <a:spLocks noGrp="1"/>
          </p:cNvSpPr>
          <p:nvPr>
            <p:ph type="body" idx="1"/>
          </p:nvPr>
        </p:nvSpPr>
        <p:spPr>
          <a:xfrm>
            <a:off x="1424133" y="2260600"/>
            <a:ext cx="93964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extLst>
      <p:ext uri="{BB962C8B-B14F-4D97-AF65-F5344CB8AC3E}">
        <p14:creationId xmlns:p14="http://schemas.microsoft.com/office/powerpoint/2010/main" val="1333300568"/>
      </p:ext>
    </p:extLst>
  </p:cSld>
  <p:clrMap bg1="lt1" tx1="dk1" bg2="dk2" tx2="lt2" accent1="accent1" accent2="accent2" accent3="accent3" accent4="accent4" accent5="accent5" accent6="accent6" hlink="hlink" folHlink="folHlink"/>
  <p:sldLayoutIdLst>
    <p:sldLayoutId id="2147483692" r:id="rId1"/>
    <p:sldLayoutId id="2147483693" r:id="rId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17.svg"/><Relationship Id="rId5" Type="http://schemas.openxmlformats.org/officeDocument/2006/relationships/chart" Target="../charts/chart1.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6.png"/><Relationship Id="rId7"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8.png"/><Relationship Id="rId7" Type="http://schemas.openxmlformats.org/officeDocument/2006/relationships/image" Target="../media/image21.sv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4B15A-1BA8-FAE0-F178-B785304BAB9C}"/>
              </a:ext>
            </a:extLst>
          </p:cNvPr>
          <p:cNvSpPr>
            <a:spLocks noGrp="1"/>
          </p:cNvSpPr>
          <p:nvPr>
            <p:ph type="ctrTitle"/>
          </p:nvPr>
        </p:nvSpPr>
        <p:spPr>
          <a:xfrm>
            <a:off x="1279358" y="800101"/>
            <a:ext cx="10912642" cy="3652568"/>
          </a:xfrm>
        </p:spPr>
        <p:txBody>
          <a:bodyPr>
            <a:normAutofit fontScale="90000"/>
          </a:bodyPr>
          <a:lstStyle/>
          <a:p>
            <a:r>
              <a:rPr lang="en-US" sz="5200" dirty="0"/>
              <a:t>Environmental and spatiotemporal influences on winter ichthyoplankton assemblages of the northern California Current ecosystem</a:t>
            </a:r>
          </a:p>
        </p:txBody>
      </p:sp>
      <p:sp>
        <p:nvSpPr>
          <p:cNvPr id="3" name="Subtitle 2">
            <a:extLst>
              <a:ext uri="{FF2B5EF4-FFF2-40B4-BE49-F238E27FC236}">
                <a16:creationId xmlns:a16="http://schemas.microsoft.com/office/drawing/2014/main" id="{762E0F39-94FA-771E-FB61-BEBEF98967E4}"/>
              </a:ext>
            </a:extLst>
          </p:cNvPr>
          <p:cNvSpPr>
            <a:spLocks noGrp="1"/>
          </p:cNvSpPr>
          <p:nvPr>
            <p:ph type="subTitle" idx="1"/>
          </p:nvPr>
        </p:nvSpPr>
        <p:spPr>
          <a:xfrm>
            <a:off x="1524000" y="4690895"/>
            <a:ext cx="9144000" cy="773216"/>
          </a:xfrm>
        </p:spPr>
        <p:txBody>
          <a:bodyPr/>
          <a:lstStyle/>
          <a:p>
            <a:r>
              <a:rPr lang="en-US" sz="2400" b="1" dirty="0">
                <a:latin typeface="Calibri Light" panose="020F0302020204030204" pitchFamily="34" charset="0"/>
                <a:ea typeface="Calibri Light" panose="020F0302020204030204" pitchFamily="34" charset="0"/>
                <a:cs typeface="Calibri Light" panose="020F0302020204030204" pitchFamily="34" charset="0"/>
              </a:rPr>
              <a:t>William R. McCloskey</a:t>
            </a:r>
            <a:r>
              <a:rPr lang="en-US" sz="2400" dirty="0">
                <a:latin typeface="Calibri Light" panose="020F0302020204030204" pitchFamily="34" charset="0"/>
                <a:ea typeface="Calibri Light" panose="020F0302020204030204" pitchFamily="34" charset="0"/>
                <a:cs typeface="Calibri Light" panose="020F0302020204030204" pitchFamily="34" charset="0"/>
              </a:rPr>
              <a:t>, Luke A. Bobay, Nicholas F. Howard, Robert K. Cowen and Su Sponaugle</a:t>
            </a:r>
          </a:p>
        </p:txBody>
      </p:sp>
    </p:spTree>
    <p:extLst>
      <p:ext uri="{BB962C8B-B14F-4D97-AF65-F5344CB8AC3E}">
        <p14:creationId xmlns:p14="http://schemas.microsoft.com/office/powerpoint/2010/main" val="3761486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A03BB-0FF5-44D4-BA13-5A1E1B93F94B}"/>
              </a:ext>
            </a:extLst>
          </p:cNvPr>
          <p:cNvSpPr>
            <a:spLocks noGrp="1"/>
          </p:cNvSpPr>
          <p:nvPr>
            <p:ph type="title"/>
          </p:nvPr>
        </p:nvSpPr>
        <p:spPr>
          <a:xfrm>
            <a:off x="914400" y="685800"/>
            <a:ext cx="10272000" cy="685800"/>
          </a:xfrm>
        </p:spPr>
        <p:txBody>
          <a:bodyPr/>
          <a:lstStyle/>
          <a:p>
            <a:r>
              <a:rPr lang="en-US" sz="3600" dirty="0"/>
              <a:t>Introduction – Larval Fish Assemblages</a:t>
            </a:r>
          </a:p>
        </p:txBody>
      </p:sp>
      <p:sp>
        <p:nvSpPr>
          <p:cNvPr id="7" name="TextBox 6">
            <a:extLst>
              <a:ext uri="{FF2B5EF4-FFF2-40B4-BE49-F238E27FC236}">
                <a16:creationId xmlns:a16="http://schemas.microsoft.com/office/drawing/2014/main" id="{70931D8B-848E-BB7B-E38B-E945FFD32175}"/>
              </a:ext>
            </a:extLst>
          </p:cNvPr>
          <p:cNvSpPr txBox="1"/>
          <p:nvPr/>
        </p:nvSpPr>
        <p:spPr>
          <a:xfrm>
            <a:off x="685800" y="1600200"/>
            <a:ext cx="10937081" cy="2677656"/>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Inhabit the upper 100 m of the water column</a:t>
            </a:r>
          </a:p>
          <a:p>
            <a:pPr marL="1066800" lvl="1" indent="-457200">
              <a:buClr>
                <a:schemeClr val="dk1"/>
              </a:buClr>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96% of larvae, day &amp; night</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Aggregate horizontally and vertically </a:t>
            </a:r>
          </a:p>
          <a:p>
            <a:pPr marL="1066800" lvl="1" indent="-457200">
              <a:buClr>
                <a:schemeClr val="dk1"/>
              </a:buClr>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Vertical migration</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Known influence of broad oceanographic and fine-scale environmental factors</a:t>
            </a:r>
          </a:p>
        </p:txBody>
      </p:sp>
      <p:sp>
        <p:nvSpPr>
          <p:cNvPr id="9" name="TextBox 8">
            <a:extLst>
              <a:ext uri="{FF2B5EF4-FFF2-40B4-BE49-F238E27FC236}">
                <a16:creationId xmlns:a16="http://schemas.microsoft.com/office/drawing/2014/main" id="{9535A180-B271-A324-4C3A-C6A0960C1611}"/>
              </a:ext>
            </a:extLst>
          </p:cNvPr>
          <p:cNvSpPr txBox="1"/>
          <p:nvPr/>
        </p:nvSpPr>
        <p:spPr>
          <a:xfrm>
            <a:off x="585787" y="6396335"/>
            <a:ext cx="11020425" cy="461665"/>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Auth and Brodeur, 2006; Thompson et al., 2014; Auth et al., 2007; Pattrick et al., 2021; Huebert et al., 2010; Pepin, 1991; </a:t>
            </a:r>
            <a:r>
              <a:rPr lang="en-US" sz="1200" dirty="0" err="1">
                <a:latin typeface="Calibri Light" panose="020F0302020204030204" pitchFamily="34" charset="0"/>
                <a:ea typeface="Calibri Light" panose="020F0302020204030204" pitchFamily="34" charset="0"/>
                <a:cs typeface="Calibri Light" panose="020F0302020204030204" pitchFamily="34" charset="0"/>
              </a:rPr>
              <a:t>Bœuf</a:t>
            </a:r>
            <a:r>
              <a:rPr lang="en-US" sz="1200" dirty="0">
                <a:latin typeface="Calibri Light" panose="020F0302020204030204" pitchFamily="34" charset="0"/>
                <a:ea typeface="Calibri Light" panose="020F0302020204030204" pitchFamily="34" charset="0"/>
                <a:cs typeface="Calibri Light" panose="020F0302020204030204" pitchFamily="34" charset="0"/>
              </a:rPr>
              <a:t> and Payan, 2001; Johnson-Colegrove et al., 2015; Whiney et al., 2021</a:t>
            </a:r>
          </a:p>
        </p:txBody>
      </p:sp>
    </p:spTree>
    <p:extLst>
      <p:ext uri="{BB962C8B-B14F-4D97-AF65-F5344CB8AC3E}">
        <p14:creationId xmlns:p14="http://schemas.microsoft.com/office/powerpoint/2010/main" val="42386085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A5A7C-AB76-84F9-C11E-8EE1AFD9D9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55B43-4305-F695-F67E-2CCFEEC99E49}"/>
              </a:ext>
            </a:extLst>
          </p:cNvPr>
          <p:cNvSpPr>
            <a:spLocks noGrp="1"/>
          </p:cNvSpPr>
          <p:nvPr>
            <p:ph type="title"/>
          </p:nvPr>
        </p:nvSpPr>
        <p:spPr>
          <a:xfrm>
            <a:off x="914400" y="685800"/>
            <a:ext cx="10272000" cy="685800"/>
          </a:xfrm>
        </p:spPr>
        <p:txBody>
          <a:bodyPr/>
          <a:lstStyle/>
          <a:p>
            <a:r>
              <a:rPr lang="en-US" sz="3600" dirty="0"/>
              <a:t>Introduction – NCC LFAs</a:t>
            </a:r>
          </a:p>
        </p:txBody>
      </p:sp>
      <p:sp>
        <p:nvSpPr>
          <p:cNvPr id="7" name="TextBox 6">
            <a:extLst>
              <a:ext uri="{FF2B5EF4-FFF2-40B4-BE49-F238E27FC236}">
                <a16:creationId xmlns:a16="http://schemas.microsoft.com/office/drawing/2014/main" id="{A07E31D4-D9C7-FB18-BD63-A41875F21856}"/>
              </a:ext>
            </a:extLst>
          </p:cNvPr>
          <p:cNvSpPr txBox="1"/>
          <p:nvPr/>
        </p:nvSpPr>
        <p:spPr>
          <a:xfrm>
            <a:off x="685801" y="1600200"/>
            <a:ext cx="7086600" cy="1815882"/>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NCC = Eastern boundary current system</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Supports important fish populations </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Peak spawning in winter</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Larval dynamics can be useful indicators</a:t>
            </a:r>
          </a:p>
        </p:txBody>
      </p:sp>
      <p:sp>
        <p:nvSpPr>
          <p:cNvPr id="9" name="TextBox 8">
            <a:extLst>
              <a:ext uri="{FF2B5EF4-FFF2-40B4-BE49-F238E27FC236}">
                <a16:creationId xmlns:a16="http://schemas.microsoft.com/office/drawing/2014/main" id="{0335B4BE-1FBD-3A38-6B9A-19FEDE3C716A}"/>
              </a:ext>
            </a:extLst>
          </p:cNvPr>
          <p:cNvSpPr txBox="1"/>
          <p:nvPr/>
        </p:nvSpPr>
        <p:spPr>
          <a:xfrm>
            <a:off x="585787" y="658100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Schmid et al., 2023; Auth, 2011; Doyle, 1992; Brodeur et al., 2008; Daly et al., 2013</a:t>
            </a:r>
          </a:p>
        </p:txBody>
      </p:sp>
      <p:grpSp>
        <p:nvGrpSpPr>
          <p:cNvPr id="5" name="Group 4">
            <a:extLst>
              <a:ext uri="{FF2B5EF4-FFF2-40B4-BE49-F238E27FC236}">
                <a16:creationId xmlns:a16="http://schemas.microsoft.com/office/drawing/2014/main" id="{43B3FA99-3ABA-9AE0-1354-42205CEB945E}"/>
              </a:ext>
            </a:extLst>
          </p:cNvPr>
          <p:cNvGrpSpPr/>
          <p:nvPr/>
        </p:nvGrpSpPr>
        <p:grpSpPr>
          <a:xfrm>
            <a:off x="7843277" y="832968"/>
            <a:ext cx="3952275" cy="4783995"/>
            <a:chOff x="7843277" y="832968"/>
            <a:chExt cx="3952275" cy="4783995"/>
          </a:xfrm>
        </p:grpSpPr>
        <p:pic>
          <p:nvPicPr>
            <p:cNvPr id="6" name="Picture 5" descr="Diagram depicting upwelling">
              <a:extLst>
                <a:ext uri="{FF2B5EF4-FFF2-40B4-BE49-F238E27FC236}">
                  <a16:creationId xmlns:a16="http://schemas.microsoft.com/office/drawing/2014/main" id="{9E69D9E0-332F-3C88-8DC0-FE580BC268A5}"/>
                </a:ext>
              </a:extLst>
            </p:cNvPr>
            <p:cNvPicPr>
              <a:picLocks noChangeAspect="1"/>
            </p:cNvPicPr>
            <p:nvPr/>
          </p:nvPicPr>
          <p:blipFill>
            <a:blip r:embed="rId3"/>
            <a:stretch>
              <a:fillRect/>
            </a:stretch>
          </p:blipFill>
          <p:spPr>
            <a:xfrm>
              <a:off x="7843277" y="832968"/>
              <a:ext cx="3952275" cy="4445441"/>
            </a:xfrm>
            <a:prstGeom prst="rect">
              <a:avLst/>
            </a:prstGeom>
          </p:spPr>
        </p:pic>
        <p:sp>
          <p:nvSpPr>
            <p:cNvPr id="8" name="TextBox 7">
              <a:extLst>
                <a:ext uri="{FF2B5EF4-FFF2-40B4-BE49-F238E27FC236}">
                  <a16:creationId xmlns:a16="http://schemas.microsoft.com/office/drawing/2014/main" id="{3572550B-0882-532B-4501-BBB05BA1BE66}"/>
                </a:ext>
              </a:extLst>
            </p:cNvPr>
            <p:cNvSpPr txBox="1"/>
            <p:nvPr/>
          </p:nvSpPr>
          <p:spPr>
            <a:xfrm>
              <a:off x="7843277" y="5278409"/>
              <a:ext cx="3952275" cy="338554"/>
            </a:xfrm>
            <a:prstGeom prst="rect">
              <a:avLst/>
            </a:prstGeom>
            <a:noFill/>
          </p:spPr>
          <p:txBody>
            <a:bodyPr wrap="square" rtlCol="0">
              <a:spAutoFit/>
            </a:bodyPr>
            <a:lstStyle/>
            <a:p>
              <a:r>
                <a:rPr lang="en-US" sz="1600" dirty="0">
                  <a:latin typeface="Calibri" panose="020F0502020204030204" pitchFamily="34" charset="0"/>
                  <a:ea typeface="Calibri" panose="020F0502020204030204" pitchFamily="34" charset="0"/>
                  <a:cs typeface="Calibri" panose="020F0502020204030204" pitchFamily="34" charset="0"/>
                </a:rPr>
                <a:t>Source: Mallika Gupta, California Sea Grant</a:t>
              </a:r>
            </a:p>
          </p:txBody>
        </p:sp>
      </p:grpSp>
      <p:grpSp>
        <p:nvGrpSpPr>
          <p:cNvPr id="13" name="Group 12">
            <a:extLst>
              <a:ext uri="{FF2B5EF4-FFF2-40B4-BE49-F238E27FC236}">
                <a16:creationId xmlns:a16="http://schemas.microsoft.com/office/drawing/2014/main" id="{B6498D9C-5495-56EB-B71A-09CE20748C36}"/>
              </a:ext>
            </a:extLst>
          </p:cNvPr>
          <p:cNvGrpSpPr/>
          <p:nvPr/>
        </p:nvGrpSpPr>
        <p:grpSpPr>
          <a:xfrm>
            <a:off x="685800" y="1873719"/>
            <a:ext cx="11116783" cy="3560203"/>
            <a:chOff x="685800" y="1873719"/>
            <a:chExt cx="11116783" cy="3560203"/>
          </a:xfrm>
        </p:grpSpPr>
        <p:sp>
          <p:nvSpPr>
            <p:cNvPr id="4" name="TextBox 3">
              <a:extLst>
                <a:ext uri="{FF2B5EF4-FFF2-40B4-BE49-F238E27FC236}">
                  <a16:creationId xmlns:a16="http://schemas.microsoft.com/office/drawing/2014/main" id="{546FF83A-EED7-84A2-D806-91E64C85688B}"/>
                </a:ext>
              </a:extLst>
            </p:cNvPr>
            <p:cNvSpPr txBox="1"/>
            <p:nvPr/>
          </p:nvSpPr>
          <p:spPr>
            <a:xfrm>
              <a:off x="685800" y="3998267"/>
              <a:ext cx="7086601" cy="954107"/>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Relatively scarce winter LFA research</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Lack of depth-stratified winter LFA research</a:t>
              </a:r>
            </a:p>
          </p:txBody>
        </p:sp>
        <p:grpSp>
          <p:nvGrpSpPr>
            <p:cNvPr id="10" name="Group 9">
              <a:extLst>
                <a:ext uri="{FF2B5EF4-FFF2-40B4-BE49-F238E27FC236}">
                  <a16:creationId xmlns:a16="http://schemas.microsoft.com/office/drawing/2014/main" id="{88A03E75-ECD5-2999-4A06-E964FFB26694}"/>
                </a:ext>
              </a:extLst>
            </p:cNvPr>
            <p:cNvGrpSpPr/>
            <p:nvPr/>
          </p:nvGrpSpPr>
          <p:grpSpPr>
            <a:xfrm>
              <a:off x="7843277" y="1873719"/>
              <a:ext cx="3959306" cy="3560203"/>
              <a:chOff x="7843277" y="1873719"/>
              <a:chExt cx="3959306" cy="3560203"/>
            </a:xfrm>
          </p:grpSpPr>
          <p:pic>
            <p:nvPicPr>
              <p:cNvPr id="11" name="Picture 10" descr="Feely on deck">
                <a:extLst>
                  <a:ext uri="{FF2B5EF4-FFF2-40B4-BE49-F238E27FC236}">
                    <a16:creationId xmlns:a16="http://schemas.microsoft.com/office/drawing/2014/main" id="{6A266915-F65B-15BE-2EDB-5A9113925349}"/>
                  </a:ext>
                </a:extLst>
              </p:cNvPr>
              <p:cNvPicPr>
                <a:picLocks noChangeAspect="1"/>
              </p:cNvPicPr>
              <p:nvPr/>
            </p:nvPicPr>
            <p:blipFill>
              <a:blip r:embed="rId4"/>
              <a:srcRect l="6643" r="11095"/>
              <a:stretch>
                <a:fillRect/>
              </a:stretch>
            </p:blipFill>
            <p:spPr>
              <a:xfrm>
                <a:off x="7843277" y="1873719"/>
                <a:ext cx="3959306" cy="3221659"/>
              </a:xfrm>
              <a:prstGeom prst="rect">
                <a:avLst/>
              </a:prstGeom>
            </p:spPr>
          </p:pic>
          <p:sp>
            <p:nvSpPr>
              <p:cNvPr id="12" name="TextBox 11">
                <a:extLst>
                  <a:ext uri="{FF2B5EF4-FFF2-40B4-BE49-F238E27FC236}">
                    <a16:creationId xmlns:a16="http://schemas.microsoft.com/office/drawing/2014/main" id="{2BB1CE3B-48DC-0185-4AEB-0901406E2A1A}"/>
                  </a:ext>
                </a:extLst>
              </p:cNvPr>
              <p:cNvSpPr txBox="1"/>
              <p:nvPr/>
            </p:nvSpPr>
            <p:spPr>
              <a:xfrm>
                <a:off x="7843277" y="5095368"/>
                <a:ext cx="3952275" cy="338554"/>
              </a:xfrm>
              <a:prstGeom prst="rect">
                <a:avLst/>
              </a:prstGeom>
              <a:noFill/>
            </p:spPr>
            <p:txBody>
              <a:bodyPr wrap="square" rtlCol="0">
                <a:spAutoFit/>
              </a:bodyPr>
              <a:lstStyle/>
              <a:p>
                <a:r>
                  <a:rPr lang="en-US" sz="1600" dirty="0">
                    <a:latin typeface="Calibri" panose="020F0502020204030204" pitchFamily="34" charset="0"/>
                    <a:ea typeface="Calibri" panose="020F0502020204030204" pitchFamily="34" charset="0"/>
                    <a:cs typeface="Calibri" panose="020F0502020204030204" pitchFamily="34" charset="0"/>
                  </a:rPr>
                  <a:t>Source: NOAA, 2009</a:t>
                </a:r>
              </a:p>
            </p:txBody>
          </p:sp>
        </p:grpSp>
      </p:grpSp>
    </p:spTree>
    <p:extLst>
      <p:ext uri="{BB962C8B-B14F-4D97-AF65-F5344CB8AC3E}">
        <p14:creationId xmlns:p14="http://schemas.microsoft.com/office/powerpoint/2010/main" val="1476084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4A4C1-5646-F44F-3A42-8B4A21D76F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42B19A-3F06-BE6B-AE8C-BAF50D91AFCC}"/>
              </a:ext>
            </a:extLst>
          </p:cNvPr>
          <p:cNvSpPr>
            <a:spLocks noGrp="1"/>
          </p:cNvSpPr>
          <p:nvPr>
            <p:ph type="title" idx="4294967295"/>
          </p:nvPr>
        </p:nvSpPr>
        <p:spPr>
          <a:xfrm>
            <a:off x="914400" y="685800"/>
            <a:ext cx="6497638" cy="685800"/>
          </a:xfrm>
        </p:spPr>
        <p:txBody>
          <a:bodyPr/>
          <a:lstStyle/>
          <a:p>
            <a:pPr algn="l"/>
            <a:r>
              <a:rPr lang="en-US" sz="3600" dirty="0"/>
              <a:t>Objectives</a:t>
            </a:r>
          </a:p>
        </p:txBody>
      </p:sp>
      <p:sp>
        <p:nvSpPr>
          <p:cNvPr id="11" name="Text Placeholder 2">
            <a:extLst>
              <a:ext uri="{FF2B5EF4-FFF2-40B4-BE49-F238E27FC236}">
                <a16:creationId xmlns:a16="http://schemas.microsoft.com/office/drawing/2014/main" id="{228BF73C-5251-9642-6685-D4F22DDC2D5F}"/>
              </a:ext>
            </a:extLst>
          </p:cNvPr>
          <p:cNvSpPr txBox="1">
            <a:spLocks/>
          </p:cNvSpPr>
          <p:nvPr/>
        </p:nvSpPr>
        <p:spPr>
          <a:xfrm>
            <a:off x="5576001" y="1371600"/>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2</a:t>
            </a:r>
          </a:p>
        </p:txBody>
      </p:sp>
      <p:cxnSp>
        <p:nvCxnSpPr>
          <p:cNvPr id="12" name="Straight Connector 11">
            <a:extLst>
              <a:ext uri="{FF2B5EF4-FFF2-40B4-BE49-F238E27FC236}">
                <a16:creationId xmlns:a16="http://schemas.microsoft.com/office/drawing/2014/main" id="{5C1C920B-2A81-125B-7491-37870A804E93}"/>
              </a:ext>
            </a:extLst>
          </p:cNvPr>
          <p:cNvCxnSpPr/>
          <p:nvPr/>
        </p:nvCxnSpPr>
        <p:spPr>
          <a:xfrm>
            <a:off x="4444142" y="2226466"/>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3" name="Content Placeholder 5">
            <a:extLst>
              <a:ext uri="{FF2B5EF4-FFF2-40B4-BE49-F238E27FC236}">
                <a16:creationId xmlns:a16="http://schemas.microsoft.com/office/drawing/2014/main" id="{C81EE3DF-E292-7F56-DC68-91FE08E583D1}"/>
              </a:ext>
            </a:extLst>
          </p:cNvPr>
          <p:cNvSpPr txBox="1">
            <a:spLocks/>
          </p:cNvSpPr>
          <p:nvPr/>
        </p:nvSpPr>
        <p:spPr>
          <a:xfrm>
            <a:off x="4506055" y="2257421"/>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a:latin typeface="Calibri" panose="020F0502020204030204" pitchFamily="34" charset="0"/>
                <a:ea typeface="Calibri" panose="020F0502020204030204" pitchFamily="34" charset="0"/>
                <a:cs typeface="Calibri" panose="020F0502020204030204" pitchFamily="34" charset="0"/>
              </a:rPr>
              <a:t>Explain variation in winter ichthyoplankton assemblage composition using fine-scale spatiotemporal and environmental factors</a:t>
            </a:r>
            <a:endParaRPr lang="en-US" sz="2600" dirty="0">
              <a:latin typeface="Calibri" panose="020F0502020204030204" pitchFamily="34" charset="0"/>
              <a:ea typeface="Calibri" panose="020F0502020204030204" pitchFamily="34" charset="0"/>
              <a:cs typeface="Calibri" panose="020F0502020204030204" pitchFamily="34" charset="0"/>
            </a:endParaRPr>
          </a:p>
        </p:txBody>
      </p:sp>
      <p:sp>
        <p:nvSpPr>
          <p:cNvPr id="14" name="Text Placeholder 2">
            <a:extLst>
              <a:ext uri="{FF2B5EF4-FFF2-40B4-BE49-F238E27FC236}">
                <a16:creationId xmlns:a16="http://schemas.microsoft.com/office/drawing/2014/main" id="{18FA19A2-3476-3124-1F82-C75F3444A651}"/>
              </a:ext>
            </a:extLst>
          </p:cNvPr>
          <p:cNvSpPr txBox="1">
            <a:spLocks/>
          </p:cNvSpPr>
          <p:nvPr/>
        </p:nvSpPr>
        <p:spPr>
          <a:xfrm>
            <a:off x="9167656" y="1371600"/>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3</a:t>
            </a:r>
          </a:p>
        </p:txBody>
      </p:sp>
      <p:cxnSp>
        <p:nvCxnSpPr>
          <p:cNvPr id="15" name="Straight Connector 14">
            <a:extLst>
              <a:ext uri="{FF2B5EF4-FFF2-40B4-BE49-F238E27FC236}">
                <a16:creationId xmlns:a16="http://schemas.microsoft.com/office/drawing/2014/main" id="{D5C2D273-E2A9-1DD0-83B3-51FE6900E275}"/>
              </a:ext>
            </a:extLst>
          </p:cNvPr>
          <p:cNvCxnSpPr/>
          <p:nvPr/>
        </p:nvCxnSpPr>
        <p:spPr>
          <a:xfrm>
            <a:off x="8035797" y="2226466"/>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6" name="Content Placeholder 5">
            <a:extLst>
              <a:ext uri="{FF2B5EF4-FFF2-40B4-BE49-F238E27FC236}">
                <a16:creationId xmlns:a16="http://schemas.microsoft.com/office/drawing/2014/main" id="{F49AA9A4-D77F-FFB2-E7D2-7303CEF4F72C}"/>
              </a:ext>
            </a:extLst>
          </p:cNvPr>
          <p:cNvSpPr txBox="1">
            <a:spLocks/>
          </p:cNvSpPr>
          <p:nvPr/>
        </p:nvSpPr>
        <p:spPr>
          <a:xfrm>
            <a:off x="8097710" y="2257421"/>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dirty="0">
                <a:latin typeface="Calibri" panose="020F0502020204030204" pitchFamily="34" charset="0"/>
                <a:ea typeface="Calibri" panose="020F0502020204030204" pitchFamily="34" charset="0"/>
                <a:cs typeface="Calibri" panose="020F0502020204030204" pitchFamily="34" charset="0"/>
              </a:rPr>
              <a:t>Examine taxon-specific diel variation in vertical abundance distribution</a:t>
            </a:r>
          </a:p>
        </p:txBody>
      </p:sp>
      <p:sp>
        <p:nvSpPr>
          <p:cNvPr id="17" name="Text Placeholder 2">
            <a:extLst>
              <a:ext uri="{FF2B5EF4-FFF2-40B4-BE49-F238E27FC236}">
                <a16:creationId xmlns:a16="http://schemas.microsoft.com/office/drawing/2014/main" id="{0C5851A3-5C83-35E7-053B-D3DD07A25B5E}"/>
              </a:ext>
            </a:extLst>
          </p:cNvPr>
          <p:cNvSpPr txBox="1">
            <a:spLocks/>
          </p:cNvSpPr>
          <p:nvPr/>
        </p:nvSpPr>
        <p:spPr>
          <a:xfrm>
            <a:off x="1984346" y="1423987"/>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1</a:t>
            </a:r>
          </a:p>
        </p:txBody>
      </p:sp>
      <p:cxnSp>
        <p:nvCxnSpPr>
          <p:cNvPr id="18" name="Straight Connector 17">
            <a:extLst>
              <a:ext uri="{FF2B5EF4-FFF2-40B4-BE49-F238E27FC236}">
                <a16:creationId xmlns:a16="http://schemas.microsoft.com/office/drawing/2014/main" id="{BD874962-D314-7E9A-3F8A-975026DDE346}"/>
              </a:ext>
            </a:extLst>
          </p:cNvPr>
          <p:cNvCxnSpPr/>
          <p:nvPr/>
        </p:nvCxnSpPr>
        <p:spPr>
          <a:xfrm>
            <a:off x="852487" y="2278853"/>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9" name="Content Placeholder 5">
            <a:extLst>
              <a:ext uri="{FF2B5EF4-FFF2-40B4-BE49-F238E27FC236}">
                <a16:creationId xmlns:a16="http://schemas.microsoft.com/office/drawing/2014/main" id="{988E3E0A-BA6E-9EC1-E5FB-BD3F6C0E740A}"/>
              </a:ext>
            </a:extLst>
          </p:cNvPr>
          <p:cNvSpPr txBox="1">
            <a:spLocks/>
          </p:cNvSpPr>
          <p:nvPr/>
        </p:nvSpPr>
        <p:spPr>
          <a:xfrm>
            <a:off x="914400" y="2309808"/>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dirty="0">
                <a:latin typeface="Calibri" panose="020F0502020204030204" pitchFamily="34" charset="0"/>
                <a:ea typeface="Calibri" panose="020F0502020204030204" pitchFamily="34" charset="0"/>
                <a:cs typeface="Calibri" panose="020F0502020204030204" pitchFamily="34" charset="0"/>
              </a:rPr>
              <a:t>Characterize winter ichthyoplankton assemblages in the NCC</a:t>
            </a:r>
          </a:p>
        </p:txBody>
      </p:sp>
    </p:spTree>
    <p:extLst>
      <p:ext uri="{BB962C8B-B14F-4D97-AF65-F5344CB8AC3E}">
        <p14:creationId xmlns:p14="http://schemas.microsoft.com/office/powerpoint/2010/main" val="2640630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5D4DF-A19D-8963-B60D-FD5DB473F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FEE55B-779A-9A0B-E86D-97DFA4ED3DEB}"/>
              </a:ext>
            </a:extLst>
          </p:cNvPr>
          <p:cNvSpPr>
            <a:spLocks noGrp="1"/>
          </p:cNvSpPr>
          <p:nvPr>
            <p:ph type="title"/>
          </p:nvPr>
        </p:nvSpPr>
        <p:spPr>
          <a:xfrm>
            <a:off x="914400" y="685800"/>
            <a:ext cx="10272000" cy="685800"/>
          </a:xfrm>
        </p:spPr>
        <p:txBody>
          <a:bodyPr/>
          <a:lstStyle/>
          <a:p>
            <a:r>
              <a:rPr lang="en-US" sz="3600" dirty="0"/>
              <a:t>Sampling and Data Collection</a:t>
            </a:r>
          </a:p>
        </p:txBody>
      </p:sp>
      <p:sp>
        <p:nvSpPr>
          <p:cNvPr id="7" name="TextBox 6">
            <a:extLst>
              <a:ext uri="{FF2B5EF4-FFF2-40B4-BE49-F238E27FC236}">
                <a16:creationId xmlns:a16="http://schemas.microsoft.com/office/drawing/2014/main" id="{82BD438B-3D46-5D1D-CEF7-6777B1E2FCC2}"/>
              </a:ext>
            </a:extLst>
          </p:cNvPr>
          <p:cNvSpPr txBox="1"/>
          <p:nvPr/>
        </p:nvSpPr>
        <p:spPr>
          <a:xfrm>
            <a:off x="600072" y="1600200"/>
            <a:ext cx="9291993" cy="1815882"/>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Sampled in the NCC (41–47°N) in 2018, 2019, 2022, &amp; 2023</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Plankton collected using a coupled MOCNESS</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Sensor package towed vertically</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Ichthyoplankton visually identified and counted</a:t>
            </a:r>
            <a:endParaRPr lang="en-US" sz="5400" dirty="0">
              <a:latin typeface="Calibri" panose="020F0502020204030204" pitchFamily="34" charset="0"/>
              <a:ea typeface="Calibri" panose="020F0502020204030204" pitchFamily="34" charset="0"/>
              <a:cs typeface="Calibri" panose="020F0502020204030204" pitchFamily="34" charset="0"/>
            </a:endParaRPr>
          </a:p>
        </p:txBody>
      </p:sp>
      <p:grpSp>
        <p:nvGrpSpPr>
          <p:cNvPr id="68" name="Group 67">
            <a:extLst>
              <a:ext uri="{FF2B5EF4-FFF2-40B4-BE49-F238E27FC236}">
                <a16:creationId xmlns:a16="http://schemas.microsoft.com/office/drawing/2014/main" id="{9085EAAC-CC05-CA75-1345-80B2941A1209}"/>
              </a:ext>
            </a:extLst>
          </p:cNvPr>
          <p:cNvGrpSpPr/>
          <p:nvPr/>
        </p:nvGrpSpPr>
        <p:grpSpPr>
          <a:xfrm>
            <a:off x="9357183" y="481213"/>
            <a:ext cx="2648444" cy="6307768"/>
            <a:chOff x="9357183" y="481213"/>
            <a:chExt cx="2648444" cy="6307768"/>
          </a:xfrm>
        </p:grpSpPr>
        <p:pic>
          <p:nvPicPr>
            <p:cNvPr id="18" name="Picture 17">
              <a:extLst>
                <a:ext uri="{FF2B5EF4-FFF2-40B4-BE49-F238E27FC236}">
                  <a16:creationId xmlns:a16="http://schemas.microsoft.com/office/drawing/2014/main" id="{83C93A76-82C3-A7E8-A278-DA9D4A1E9084}"/>
                </a:ext>
              </a:extLst>
            </p:cNvPr>
            <p:cNvPicPr>
              <a:picLocks noChangeAspect="1"/>
            </p:cNvPicPr>
            <p:nvPr/>
          </p:nvPicPr>
          <p:blipFill>
            <a:blip r:embed="rId3">
              <a:extLst>
                <a:ext uri="{28A0092B-C50C-407E-A947-70E740481C1C}">
                  <a14:useLocalDpi xmlns:a14="http://schemas.microsoft.com/office/drawing/2010/main" val="0"/>
                </a:ext>
              </a:extLst>
            </a:blip>
            <a:srcRect l="2198" t="5777" r="76275" b="2915"/>
            <a:stretch>
              <a:fillRect/>
            </a:stretch>
          </p:blipFill>
          <p:spPr>
            <a:xfrm>
              <a:off x="9714991" y="481213"/>
              <a:ext cx="2036590" cy="5873787"/>
            </a:xfrm>
            <a:prstGeom prst="rect">
              <a:avLst/>
            </a:prstGeom>
          </p:spPr>
        </p:pic>
        <p:pic>
          <p:nvPicPr>
            <p:cNvPr id="19" name="Picture 18">
              <a:extLst>
                <a:ext uri="{FF2B5EF4-FFF2-40B4-BE49-F238E27FC236}">
                  <a16:creationId xmlns:a16="http://schemas.microsoft.com/office/drawing/2014/main" id="{6F4FC125-846F-6CBB-A604-46FBABAF1F3B}"/>
                </a:ext>
              </a:extLst>
            </p:cNvPr>
            <p:cNvPicPr>
              <a:picLocks noChangeAspect="1"/>
            </p:cNvPicPr>
            <p:nvPr/>
          </p:nvPicPr>
          <p:blipFill>
            <a:blip r:embed="rId3">
              <a:extLst>
                <a:ext uri="{28A0092B-C50C-407E-A947-70E740481C1C}">
                  <a14:useLocalDpi xmlns:a14="http://schemas.microsoft.com/office/drawing/2010/main" val="0"/>
                </a:ext>
              </a:extLst>
            </a:blip>
            <a:srcRect l="398" t="43194" r="97805" b="43457"/>
            <a:stretch>
              <a:fillRect/>
            </a:stretch>
          </p:blipFill>
          <p:spPr>
            <a:xfrm>
              <a:off x="9357183" y="2575458"/>
              <a:ext cx="357808" cy="1806316"/>
            </a:xfrm>
            <a:prstGeom prst="rect">
              <a:avLst/>
            </a:prstGeom>
          </p:spPr>
        </p:pic>
        <p:pic>
          <p:nvPicPr>
            <p:cNvPr id="20" name="Picture 19">
              <a:extLst>
                <a:ext uri="{FF2B5EF4-FFF2-40B4-BE49-F238E27FC236}">
                  <a16:creationId xmlns:a16="http://schemas.microsoft.com/office/drawing/2014/main" id="{877ACE3A-0071-9BB3-9EC0-96008C36088B}"/>
                </a:ext>
              </a:extLst>
            </p:cNvPr>
            <p:cNvPicPr>
              <a:picLocks noChangeAspect="1"/>
            </p:cNvPicPr>
            <p:nvPr/>
          </p:nvPicPr>
          <p:blipFill>
            <a:blip r:embed="rId3">
              <a:extLst>
                <a:ext uri="{28A0092B-C50C-407E-A947-70E740481C1C}">
                  <a14:useLocalDpi xmlns:a14="http://schemas.microsoft.com/office/drawing/2010/main" val="0"/>
                </a:ext>
              </a:extLst>
            </a:blip>
            <a:srcRect l="9192" t="96791" r="80294"/>
            <a:stretch>
              <a:fillRect/>
            </a:stretch>
          </p:blipFill>
          <p:spPr>
            <a:xfrm>
              <a:off x="9858115" y="6355000"/>
              <a:ext cx="2091194" cy="433981"/>
            </a:xfrm>
            <a:prstGeom prst="rect">
              <a:avLst/>
            </a:prstGeom>
          </p:spPr>
        </p:pic>
        <p:cxnSp>
          <p:nvCxnSpPr>
            <p:cNvPr id="21" name="Straight Connector 20">
              <a:extLst>
                <a:ext uri="{FF2B5EF4-FFF2-40B4-BE49-F238E27FC236}">
                  <a16:creationId xmlns:a16="http://schemas.microsoft.com/office/drawing/2014/main" id="{7807D1A3-D2E8-CED6-FDAC-A91762423685}"/>
                </a:ext>
              </a:extLst>
            </p:cNvPr>
            <p:cNvCxnSpPr>
              <a:cxnSpLocks/>
            </p:cNvCxnSpPr>
            <p:nvPr/>
          </p:nvCxnSpPr>
          <p:spPr>
            <a:xfrm>
              <a:off x="10111991" y="711830"/>
              <a:ext cx="1074409"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cxnSp>
          <p:nvCxnSpPr>
            <p:cNvPr id="22" name="Straight Connector 21">
              <a:extLst>
                <a:ext uri="{FF2B5EF4-FFF2-40B4-BE49-F238E27FC236}">
                  <a16:creationId xmlns:a16="http://schemas.microsoft.com/office/drawing/2014/main" id="{990BC5FF-9623-A062-681F-F0E134E1A59D}"/>
                </a:ext>
              </a:extLst>
            </p:cNvPr>
            <p:cNvCxnSpPr>
              <a:cxnSpLocks/>
            </p:cNvCxnSpPr>
            <p:nvPr/>
          </p:nvCxnSpPr>
          <p:spPr>
            <a:xfrm>
              <a:off x="10771833" y="1435577"/>
              <a:ext cx="542611"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cxnSp>
          <p:nvCxnSpPr>
            <p:cNvPr id="23" name="Straight Connector 22">
              <a:extLst>
                <a:ext uri="{FF2B5EF4-FFF2-40B4-BE49-F238E27FC236}">
                  <a16:creationId xmlns:a16="http://schemas.microsoft.com/office/drawing/2014/main" id="{3C9CAF91-10A8-5A81-5150-13C558954FCB}"/>
                </a:ext>
              </a:extLst>
            </p:cNvPr>
            <p:cNvCxnSpPr>
              <a:cxnSpLocks/>
            </p:cNvCxnSpPr>
            <p:nvPr/>
          </p:nvCxnSpPr>
          <p:spPr>
            <a:xfrm>
              <a:off x="10801978" y="1970119"/>
              <a:ext cx="535912"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cxnSp>
          <p:nvCxnSpPr>
            <p:cNvPr id="24" name="Straight Connector 23">
              <a:extLst>
                <a:ext uri="{FF2B5EF4-FFF2-40B4-BE49-F238E27FC236}">
                  <a16:creationId xmlns:a16="http://schemas.microsoft.com/office/drawing/2014/main" id="{FE575DC8-4385-2E14-59BC-C8327091CA13}"/>
                </a:ext>
              </a:extLst>
            </p:cNvPr>
            <p:cNvCxnSpPr>
              <a:cxnSpLocks/>
            </p:cNvCxnSpPr>
            <p:nvPr/>
          </p:nvCxnSpPr>
          <p:spPr>
            <a:xfrm>
              <a:off x="10436888" y="2620659"/>
              <a:ext cx="877556"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cxnSp>
          <p:nvCxnSpPr>
            <p:cNvPr id="25" name="Straight Connector 24">
              <a:extLst>
                <a:ext uri="{FF2B5EF4-FFF2-40B4-BE49-F238E27FC236}">
                  <a16:creationId xmlns:a16="http://schemas.microsoft.com/office/drawing/2014/main" id="{C129F789-6030-6AF0-0DC5-9C921940904C}"/>
                </a:ext>
              </a:extLst>
            </p:cNvPr>
            <p:cNvCxnSpPr>
              <a:cxnSpLocks/>
            </p:cNvCxnSpPr>
            <p:nvPr/>
          </p:nvCxnSpPr>
          <p:spPr>
            <a:xfrm>
              <a:off x="10748387" y="3130174"/>
              <a:ext cx="514839"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cxnSp>
          <p:nvCxnSpPr>
            <p:cNvPr id="26" name="Straight Connector 25">
              <a:extLst>
                <a:ext uri="{FF2B5EF4-FFF2-40B4-BE49-F238E27FC236}">
                  <a16:creationId xmlns:a16="http://schemas.microsoft.com/office/drawing/2014/main" id="{9268F1C6-50C0-96E7-CAD4-8822473BBA07}"/>
                </a:ext>
              </a:extLst>
            </p:cNvPr>
            <p:cNvCxnSpPr>
              <a:cxnSpLocks/>
            </p:cNvCxnSpPr>
            <p:nvPr/>
          </p:nvCxnSpPr>
          <p:spPr>
            <a:xfrm>
              <a:off x="10590963" y="4287958"/>
              <a:ext cx="515815"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cxnSp>
          <p:nvCxnSpPr>
            <p:cNvPr id="27" name="Straight Connector 26">
              <a:extLst>
                <a:ext uri="{FF2B5EF4-FFF2-40B4-BE49-F238E27FC236}">
                  <a16:creationId xmlns:a16="http://schemas.microsoft.com/office/drawing/2014/main" id="{1F908A84-7EBD-6F7D-9C99-99365D5095A0}"/>
                </a:ext>
              </a:extLst>
            </p:cNvPr>
            <p:cNvCxnSpPr>
              <a:cxnSpLocks/>
            </p:cNvCxnSpPr>
            <p:nvPr/>
          </p:nvCxnSpPr>
          <p:spPr>
            <a:xfrm>
              <a:off x="10962752" y="5409349"/>
              <a:ext cx="257907" cy="0"/>
            </a:xfrm>
            <a:prstGeom prst="line">
              <a:avLst/>
            </a:prstGeom>
            <a:ln w="38100">
              <a:solidFill>
                <a:schemeClr val="tx2"/>
              </a:solidFill>
            </a:ln>
            <a:effectLst/>
          </p:spPr>
          <p:style>
            <a:lnRef idx="3">
              <a:schemeClr val="accent2"/>
            </a:lnRef>
            <a:fillRef idx="0">
              <a:schemeClr val="accent2"/>
            </a:fillRef>
            <a:effectRef idx="2">
              <a:schemeClr val="accent2"/>
            </a:effectRef>
            <a:fontRef idx="minor">
              <a:schemeClr val="tx1"/>
            </a:fontRef>
          </p:style>
        </p:cxnSp>
        <p:sp>
          <p:nvSpPr>
            <p:cNvPr id="15" name="Rectangle 14">
              <a:extLst>
                <a:ext uri="{FF2B5EF4-FFF2-40B4-BE49-F238E27FC236}">
                  <a16:creationId xmlns:a16="http://schemas.microsoft.com/office/drawing/2014/main" id="{864566E4-040C-4E7F-771E-25B2D4FD8537}"/>
                </a:ext>
              </a:extLst>
            </p:cNvPr>
            <p:cNvSpPr/>
            <p:nvPr/>
          </p:nvSpPr>
          <p:spPr>
            <a:xfrm>
              <a:off x="11445088" y="602232"/>
              <a:ext cx="560539"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WA</a:t>
              </a:r>
            </a:p>
          </p:txBody>
        </p:sp>
        <p:sp>
          <p:nvSpPr>
            <p:cNvPr id="16" name="Rectangle 15">
              <a:extLst>
                <a:ext uri="{FF2B5EF4-FFF2-40B4-BE49-F238E27FC236}">
                  <a16:creationId xmlns:a16="http://schemas.microsoft.com/office/drawing/2014/main" id="{41E6A46E-CFC7-3A69-99F2-2AB9AD95478A}"/>
                </a:ext>
              </a:extLst>
            </p:cNvPr>
            <p:cNvSpPr/>
            <p:nvPr/>
          </p:nvSpPr>
          <p:spPr>
            <a:xfrm>
              <a:off x="11500550" y="2656885"/>
              <a:ext cx="502062"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OR</a:t>
              </a:r>
            </a:p>
          </p:txBody>
        </p:sp>
        <p:sp>
          <p:nvSpPr>
            <p:cNvPr id="17" name="Rectangle 16">
              <a:extLst>
                <a:ext uri="{FF2B5EF4-FFF2-40B4-BE49-F238E27FC236}">
                  <a16:creationId xmlns:a16="http://schemas.microsoft.com/office/drawing/2014/main" id="{6B0ED717-E683-D13F-D91F-2F272040BBCD}"/>
                </a:ext>
              </a:extLst>
            </p:cNvPr>
            <p:cNvSpPr/>
            <p:nvPr/>
          </p:nvSpPr>
          <p:spPr>
            <a:xfrm>
              <a:off x="11513374" y="5216928"/>
              <a:ext cx="476413"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CA</a:t>
              </a:r>
            </a:p>
          </p:txBody>
        </p:sp>
      </p:grpSp>
      <p:grpSp>
        <p:nvGrpSpPr>
          <p:cNvPr id="33" name="Group 32">
            <a:extLst>
              <a:ext uri="{FF2B5EF4-FFF2-40B4-BE49-F238E27FC236}">
                <a16:creationId xmlns:a16="http://schemas.microsoft.com/office/drawing/2014/main" id="{9FD52AD9-8C5E-53B2-466A-303ABE309A23}"/>
              </a:ext>
            </a:extLst>
          </p:cNvPr>
          <p:cNvGrpSpPr/>
          <p:nvPr/>
        </p:nvGrpSpPr>
        <p:grpSpPr>
          <a:xfrm>
            <a:off x="971550" y="3450435"/>
            <a:ext cx="3426856" cy="3341232"/>
            <a:chOff x="971550" y="3350419"/>
            <a:chExt cx="3426856" cy="3341232"/>
          </a:xfrm>
        </p:grpSpPr>
        <p:pic>
          <p:nvPicPr>
            <p:cNvPr id="34" name="Picture 33" descr="Above - Sketch I made of the MOCNESS system we were using.">
              <a:extLst>
                <a:ext uri="{FF2B5EF4-FFF2-40B4-BE49-F238E27FC236}">
                  <a16:creationId xmlns:a16="http://schemas.microsoft.com/office/drawing/2014/main" id="{5FE4C915-D932-96A1-E2D7-AE3125D294F6}"/>
                </a:ext>
              </a:extLst>
            </p:cNvPr>
            <p:cNvPicPr>
              <a:picLocks noChangeAspect="1"/>
            </p:cNvPicPr>
            <p:nvPr/>
          </p:nvPicPr>
          <p:blipFill>
            <a:blip r:embed="rId4"/>
            <a:srcRect l="2291" t="6944" r="4455" b="8425"/>
            <a:stretch>
              <a:fillRect/>
            </a:stretch>
          </p:blipFill>
          <p:spPr>
            <a:xfrm>
              <a:off x="971550" y="3350419"/>
              <a:ext cx="3426856" cy="3109972"/>
            </a:xfrm>
            <a:prstGeom prst="rect">
              <a:avLst/>
            </a:prstGeom>
          </p:spPr>
        </p:pic>
        <p:sp>
          <p:nvSpPr>
            <p:cNvPr id="35" name="TextBox 34">
              <a:extLst>
                <a:ext uri="{FF2B5EF4-FFF2-40B4-BE49-F238E27FC236}">
                  <a16:creationId xmlns:a16="http://schemas.microsoft.com/office/drawing/2014/main" id="{3A827F75-FAFA-1D09-7D7F-CF3EC3F8AD1B}"/>
                </a:ext>
              </a:extLst>
            </p:cNvPr>
            <p:cNvSpPr txBox="1"/>
            <p:nvPr/>
          </p:nvSpPr>
          <p:spPr>
            <a:xfrm>
              <a:off x="971550" y="6353097"/>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Kristin Link, Artist at Sea, 2019</a:t>
              </a:r>
            </a:p>
          </p:txBody>
        </p:sp>
      </p:grpSp>
      <p:grpSp>
        <p:nvGrpSpPr>
          <p:cNvPr id="46" name="Group 45">
            <a:extLst>
              <a:ext uri="{FF2B5EF4-FFF2-40B4-BE49-F238E27FC236}">
                <a16:creationId xmlns:a16="http://schemas.microsoft.com/office/drawing/2014/main" id="{0AC98C58-2F95-BECD-DEEB-656A6EB43181}"/>
              </a:ext>
            </a:extLst>
          </p:cNvPr>
          <p:cNvGrpSpPr/>
          <p:nvPr/>
        </p:nvGrpSpPr>
        <p:grpSpPr>
          <a:xfrm>
            <a:off x="5565748" y="3597798"/>
            <a:ext cx="2763448" cy="3141567"/>
            <a:chOff x="5154625" y="3597798"/>
            <a:chExt cx="2763448" cy="3141567"/>
          </a:xfrm>
        </p:grpSpPr>
        <p:sp>
          <p:nvSpPr>
            <p:cNvPr id="39" name="TextBox 38">
              <a:extLst>
                <a:ext uri="{FF2B5EF4-FFF2-40B4-BE49-F238E27FC236}">
                  <a16:creationId xmlns:a16="http://schemas.microsoft.com/office/drawing/2014/main" id="{EFFC72B4-8E78-6F77-A8D2-D7E4B28A5AF9}"/>
                </a:ext>
              </a:extLst>
            </p:cNvPr>
            <p:cNvSpPr txBox="1"/>
            <p:nvPr/>
          </p:nvSpPr>
          <p:spPr>
            <a:xfrm>
              <a:off x="5154625" y="6400811"/>
              <a:ext cx="2763448"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Luke Bobay</a:t>
              </a:r>
            </a:p>
          </p:txBody>
        </p:sp>
        <p:pic>
          <p:nvPicPr>
            <p:cNvPr id="45" name="Picture 44">
              <a:extLst>
                <a:ext uri="{FF2B5EF4-FFF2-40B4-BE49-F238E27FC236}">
                  <a16:creationId xmlns:a16="http://schemas.microsoft.com/office/drawing/2014/main" id="{0D0ACA67-FA51-6F2B-1081-DBFF1F6E8F2F}"/>
                </a:ext>
              </a:extLst>
            </p:cNvPr>
            <p:cNvPicPr>
              <a:picLocks noChangeAspect="1"/>
            </p:cNvPicPr>
            <p:nvPr/>
          </p:nvPicPr>
          <p:blipFill>
            <a:blip r:embed="rId5">
              <a:extLst>
                <a:ext uri="{28A0092B-C50C-407E-A947-70E740481C1C}">
                  <a14:useLocalDpi xmlns:a14="http://schemas.microsoft.com/office/drawing/2010/main" val="0"/>
                </a:ext>
              </a:extLst>
            </a:blip>
            <a:srcRect t="22119" r="6727" b="6616"/>
            <a:stretch>
              <a:fillRect/>
            </a:stretch>
          </p:blipFill>
          <p:spPr>
            <a:xfrm>
              <a:off x="5154625" y="3597798"/>
              <a:ext cx="2763448" cy="2815246"/>
            </a:xfrm>
            <a:prstGeom prst="rect">
              <a:avLst/>
            </a:prstGeom>
          </p:spPr>
        </p:pic>
      </p:grpSp>
    </p:spTree>
    <p:extLst>
      <p:ext uri="{BB962C8B-B14F-4D97-AF65-F5344CB8AC3E}">
        <p14:creationId xmlns:p14="http://schemas.microsoft.com/office/powerpoint/2010/main" val="273581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7A382-A181-86C9-8E22-4322036D9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F91043-56C1-E3B1-D909-95E58FC78229}"/>
              </a:ext>
            </a:extLst>
          </p:cNvPr>
          <p:cNvSpPr>
            <a:spLocks noGrp="1"/>
          </p:cNvSpPr>
          <p:nvPr>
            <p:ph type="title" idx="4294967295"/>
          </p:nvPr>
        </p:nvSpPr>
        <p:spPr>
          <a:xfrm>
            <a:off x="914400" y="685800"/>
            <a:ext cx="6497638" cy="685800"/>
          </a:xfrm>
        </p:spPr>
        <p:txBody>
          <a:bodyPr/>
          <a:lstStyle/>
          <a:p>
            <a:pPr algn="l"/>
            <a:r>
              <a:rPr lang="en-US" sz="3600" dirty="0"/>
              <a:t>Data Analyses</a:t>
            </a:r>
          </a:p>
        </p:txBody>
      </p:sp>
      <p:sp>
        <p:nvSpPr>
          <p:cNvPr id="11" name="Text Placeholder 2">
            <a:extLst>
              <a:ext uri="{FF2B5EF4-FFF2-40B4-BE49-F238E27FC236}">
                <a16:creationId xmlns:a16="http://schemas.microsoft.com/office/drawing/2014/main" id="{AF272D3C-E60A-27D6-2685-BF057E017B40}"/>
              </a:ext>
            </a:extLst>
          </p:cNvPr>
          <p:cNvSpPr txBox="1">
            <a:spLocks/>
          </p:cNvSpPr>
          <p:nvPr/>
        </p:nvSpPr>
        <p:spPr>
          <a:xfrm>
            <a:off x="4444142" y="1702624"/>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2: influences on assemblages</a:t>
            </a:r>
          </a:p>
        </p:txBody>
      </p:sp>
      <p:cxnSp>
        <p:nvCxnSpPr>
          <p:cNvPr id="12" name="Straight Connector 11">
            <a:extLst>
              <a:ext uri="{FF2B5EF4-FFF2-40B4-BE49-F238E27FC236}">
                <a16:creationId xmlns:a16="http://schemas.microsoft.com/office/drawing/2014/main" id="{13443A10-E72E-74D9-DE08-DD136F8B04FE}"/>
              </a:ext>
            </a:extLst>
          </p:cNvPr>
          <p:cNvCxnSpPr/>
          <p:nvPr/>
        </p:nvCxnSpPr>
        <p:spPr>
          <a:xfrm>
            <a:off x="4444142"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3" name="Content Placeholder 5">
            <a:extLst>
              <a:ext uri="{FF2B5EF4-FFF2-40B4-BE49-F238E27FC236}">
                <a16:creationId xmlns:a16="http://schemas.microsoft.com/office/drawing/2014/main" id="{55382DF2-28A7-0ECB-C05B-D0050F0ED6D7}"/>
              </a:ext>
            </a:extLst>
          </p:cNvPr>
          <p:cNvSpPr txBox="1">
            <a:spLocks/>
          </p:cNvSpPr>
          <p:nvPr/>
        </p:nvSpPr>
        <p:spPr>
          <a:xfrm>
            <a:off x="4506055"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Distance-based RDA</a:t>
            </a:r>
          </a:p>
          <a:p>
            <a:pPr marL="857250" lvl="1"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Permutation-based ANOVA</a:t>
            </a:r>
          </a:p>
          <a:p>
            <a:pPr marL="857250" lvl="1"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Variance partitioning analysis</a:t>
            </a:r>
          </a:p>
        </p:txBody>
      </p:sp>
      <p:sp>
        <p:nvSpPr>
          <p:cNvPr id="14" name="Text Placeholder 2">
            <a:extLst>
              <a:ext uri="{FF2B5EF4-FFF2-40B4-BE49-F238E27FC236}">
                <a16:creationId xmlns:a16="http://schemas.microsoft.com/office/drawing/2014/main" id="{4AA614C3-41C8-51D6-25EF-A6073AC38C62}"/>
              </a:ext>
            </a:extLst>
          </p:cNvPr>
          <p:cNvSpPr txBox="1">
            <a:spLocks/>
          </p:cNvSpPr>
          <p:nvPr/>
        </p:nvSpPr>
        <p:spPr>
          <a:xfrm>
            <a:off x="8097710" y="1141637"/>
            <a:ext cx="3179890" cy="15097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3: diel variation in vertical distribution</a:t>
            </a:r>
          </a:p>
        </p:txBody>
      </p:sp>
      <p:cxnSp>
        <p:nvCxnSpPr>
          <p:cNvPr id="15" name="Straight Connector 14">
            <a:extLst>
              <a:ext uri="{FF2B5EF4-FFF2-40B4-BE49-F238E27FC236}">
                <a16:creationId xmlns:a16="http://schemas.microsoft.com/office/drawing/2014/main" id="{50AE8C01-740D-1378-9475-B66D518C3FDF}"/>
              </a:ext>
            </a:extLst>
          </p:cNvPr>
          <p:cNvCxnSpPr/>
          <p:nvPr/>
        </p:nvCxnSpPr>
        <p:spPr>
          <a:xfrm>
            <a:off x="8035797"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6" name="Content Placeholder 5">
            <a:extLst>
              <a:ext uri="{FF2B5EF4-FFF2-40B4-BE49-F238E27FC236}">
                <a16:creationId xmlns:a16="http://schemas.microsoft.com/office/drawing/2014/main" id="{620F8A09-91D7-8F37-6714-83F2CEE39E82}"/>
              </a:ext>
            </a:extLst>
          </p:cNvPr>
          <p:cNvSpPr txBox="1">
            <a:spLocks/>
          </p:cNvSpPr>
          <p:nvPr/>
        </p:nvSpPr>
        <p:spPr>
          <a:xfrm>
            <a:off x="8097710"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Negative binomial generalized linear mixed effects model</a:t>
            </a:r>
          </a:p>
        </p:txBody>
      </p:sp>
      <p:sp>
        <p:nvSpPr>
          <p:cNvPr id="17" name="Text Placeholder 2">
            <a:extLst>
              <a:ext uri="{FF2B5EF4-FFF2-40B4-BE49-F238E27FC236}">
                <a16:creationId xmlns:a16="http://schemas.microsoft.com/office/drawing/2014/main" id="{EE880701-7AF8-86F5-9A84-BCB50553745F}"/>
              </a:ext>
            </a:extLst>
          </p:cNvPr>
          <p:cNvSpPr txBox="1">
            <a:spLocks/>
          </p:cNvSpPr>
          <p:nvPr/>
        </p:nvSpPr>
        <p:spPr>
          <a:xfrm>
            <a:off x="852487" y="1702624"/>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1: characterize assemblages</a:t>
            </a:r>
          </a:p>
        </p:txBody>
      </p:sp>
      <p:cxnSp>
        <p:nvCxnSpPr>
          <p:cNvPr id="18" name="Straight Connector 17">
            <a:extLst>
              <a:ext uri="{FF2B5EF4-FFF2-40B4-BE49-F238E27FC236}">
                <a16:creationId xmlns:a16="http://schemas.microsoft.com/office/drawing/2014/main" id="{652D2B77-75A6-44F5-895E-A88E875CEB47}"/>
              </a:ext>
            </a:extLst>
          </p:cNvPr>
          <p:cNvCxnSpPr/>
          <p:nvPr/>
        </p:nvCxnSpPr>
        <p:spPr>
          <a:xfrm>
            <a:off x="852487"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9" name="Content Placeholder 5">
            <a:extLst>
              <a:ext uri="{FF2B5EF4-FFF2-40B4-BE49-F238E27FC236}">
                <a16:creationId xmlns:a16="http://schemas.microsoft.com/office/drawing/2014/main" id="{34E812C3-7EB5-B5C6-8D02-ACF3D6AD885D}"/>
              </a:ext>
            </a:extLst>
          </p:cNvPr>
          <p:cNvSpPr txBox="1">
            <a:spLocks/>
          </p:cNvSpPr>
          <p:nvPr/>
        </p:nvSpPr>
        <p:spPr>
          <a:xfrm>
            <a:off x="920582"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Cluster analysis</a:t>
            </a:r>
          </a:p>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Indicator species analysis</a:t>
            </a:r>
          </a:p>
        </p:txBody>
      </p:sp>
    </p:spTree>
    <p:extLst>
      <p:ext uri="{BB962C8B-B14F-4D97-AF65-F5344CB8AC3E}">
        <p14:creationId xmlns:p14="http://schemas.microsoft.com/office/powerpoint/2010/main" val="507263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92F78-0DBF-6C01-CFB3-D6D59F1BFF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184869-73CE-142E-89EB-86BFDE1437F1}"/>
              </a:ext>
            </a:extLst>
          </p:cNvPr>
          <p:cNvSpPr>
            <a:spLocks noGrp="1"/>
          </p:cNvSpPr>
          <p:nvPr>
            <p:ph type="title"/>
          </p:nvPr>
        </p:nvSpPr>
        <p:spPr>
          <a:xfrm>
            <a:off x="956928" y="685800"/>
            <a:ext cx="6497200" cy="685800"/>
          </a:xfrm>
        </p:spPr>
        <p:txBody>
          <a:bodyPr/>
          <a:lstStyle/>
          <a:p>
            <a:pPr algn="l"/>
            <a:r>
              <a:rPr lang="en-US" sz="3600" dirty="0"/>
              <a:t>Cluster Composition</a:t>
            </a:r>
          </a:p>
        </p:txBody>
      </p:sp>
      <p:sp>
        <p:nvSpPr>
          <p:cNvPr id="13" name="TextBox 12">
            <a:extLst>
              <a:ext uri="{FF2B5EF4-FFF2-40B4-BE49-F238E27FC236}">
                <a16:creationId xmlns:a16="http://schemas.microsoft.com/office/drawing/2014/main" id="{F398A38C-997D-E3B0-2767-750268432140}"/>
              </a:ext>
            </a:extLst>
          </p:cNvPr>
          <p:cNvSpPr txBox="1"/>
          <p:nvPr/>
        </p:nvSpPr>
        <p:spPr>
          <a:xfrm>
            <a:off x="1026042" y="1601119"/>
            <a:ext cx="8770088" cy="4549835"/>
          </a:xfrm>
          <a:prstGeom prst="rect">
            <a:avLst/>
          </a:prstGeom>
          <a:noFill/>
        </p:spPr>
        <p:txBody>
          <a:bodyPr wrap="square" rtlCol="0">
            <a:spAutoFit/>
          </a:bodyPr>
          <a:lstStyle/>
          <a:p>
            <a:pPr marL="457200"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7 total clusters:</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1 – </a:t>
            </a:r>
            <a:r>
              <a:rPr lang="en-US" sz="2800" i="1" dirty="0">
                <a:latin typeface="Calibri" panose="020F0502020204030204" pitchFamily="34" charset="0"/>
                <a:ea typeface="Calibri" panose="020F0502020204030204" pitchFamily="34" charset="0"/>
                <a:cs typeface="Calibri" panose="020F0502020204030204" pitchFamily="34" charset="0"/>
              </a:rPr>
              <a:t>Sebastes</a:t>
            </a:r>
            <a:r>
              <a:rPr lang="en-US" sz="2800" dirty="0">
                <a:latin typeface="Calibri" panose="020F0502020204030204" pitchFamily="34" charset="0"/>
                <a:ea typeface="Calibri" panose="020F0502020204030204" pitchFamily="34" charset="0"/>
                <a:cs typeface="Calibri" panose="020F0502020204030204" pitchFamily="34" charset="0"/>
              </a:rPr>
              <a:t> spp. (Rockfish)</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2 – </a:t>
            </a:r>
            <a:r>
              <a:rPr lang="en-US" sz="2800" i="1" dirty="0">
                <a:latin typeface="Calibri" panose="020F0502020204030204" pitchFamily="34" charset="0"/>
                <a:ea typeface="Calibri" panose="020F0502020204030204" pitchFamily="34" charset="0"/>
                <a:cs typeface="Calibri" panose="020F0502020204030204" pitchFamily="34" charset="0"/>
              </a:rPr>
              <a:t>Parophrys vetulus</a:t>
            </a:r>
            <a:r>
              <a:rPr lang="en-US" sz="2800" dirty="0">
                <a:latin typeface="Calibri" panose="020F0502020204030204" pitchFamily="34" charset="0"/>
                <a:ea typeface="Calibri" panose="020F0502020204030204" pitchFamily="34" charset="0"/>
                <a:cs typeface="Calibri" panose="020F0502020204030204" pitchFamily="34" charset="0"/>
              </a:rPr>
              <a:t> (English sole)</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3 – Mesopelagic taxa</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5 – Coastal taxa</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6 – Osmerids (Smelts)</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Clusters 4 and 7 – single samples</a:t>
            </a:r>
          </a:p>
        </p:txBody>
      </p:sp>
      <p:sp>
        <p:nvSpPr>
          <p:cNvPr id="4" name="TextBox 3">
            <a:extLst>
              <a:ext uri="{FF2B5EF4-FFF2-40B4-BE49-F238E27FC236}">
                <a16:creationId xmlns:a16="http://schemas.microsoft.com/office/drawing/2014/main" id="{7F62BA03-5B6D-877C-89AC-58B2C0230213}"/>
              </a:ext>
            </a:extLst>
          </p:cNvPr>
          <p:cNvSpPr txBox="1"/>
          <p:nvPr/>
        </p:nvSpPr>
        <p:spPr>
          <a:xfrm>
            <a:off x="1565618" y="2426778"/>
            <a:ext cx="1603868" cy="477054"/>
          </a:xfrm>
          <a:prstGeom prst="rect">
            <a:avLst/>
          </a:prstGeom>
          <a:solidFill>
            <a:srgbClr val="F9EAC0"/>
          </a:solidFill>
          <a:ln w="28575">
            <a:solidFill>
              <a:srgbClr val="E7B115"/>
            </a:solidFill>
          </a:ln>
        </p:spPr>
        <p:txBody>
          <a:bodyPr wrap="square" rtlCol="0">
            <a:spAutoFit/>
          </a:bodyPr>
          <a:lstStyle/>
          <a:p>
            <a:pPr algn="ctr"/>
            <a:r>
              <a:rPr lang="en-US" sz="2500" dirty="0"/>
              <a:t>Cluster 1</a:t>
            </a:r>
          </a:p>
        </p:txBody>
      </p:sp>
      <p:sp>
        <p:nvSpPr>
          <p:cNvPr id="5" name="TextBox 4">
            <a:extLst>
              <a:ext uri="{FF2B5EF4-FFF2-40B4-BE49-F238E27FC236}">
                <a16:creationId xmlns:a16="http://schemas.microsoft.com/office/drawing/2014/main" id="{F5276C93-CDD4-489B-E520-342A00778C21}"/>
              </a:ext>
            </a:extLst>
          </p:cNvPr>
          <p:cNvSpPr txBox="1"/>
          <p:nvPr/>
        </p:nvSpPr>
        <p:spPr>
          <a:xfrm>
            <a:off x="1565618" y="3054045"/>
            <a:ext cx="1617050" cy="477054"/>
          </a:xfrm>
          <a:prstGeom prst="rect">
            <a:avLst/>
          </a:prstGeom>
          <a:solidFill>
            <a:srgbClr val="C6E7DD"/>
          </a:solidFill>
          <a:ln w="28575">
            <a:solidFill>
              <a:srgbClr val="2BA681"/>
            </a:solidFill>
          </a:ln>
        </p:spPr>
        <p:txBody>
          <a:bodyPr wrap="square" rtlCol="0">
            <a:spAutoFit/>
          </a:bodyPr>
          <a:lstStyle/>
          <a:p>
            <a:pPr algn="ctr"/>
            <a:r>
              <a:rPr lang="en-US" sz="2500" dirty="0"/>
              <a:t>Cluster 2</a:t>
            </a:r>
          </a:p>
        </p:txBody>
      </p:sp>
      <p:sp>
        <p:nvSpPr>
          <p:cNvPr id="6" name="TextBox 5">
            <a:extLst>
              <a:ext uri="{FF2B5EF4-FFF2-40B4-BE49-F238E27FC236}">
                <a16:creationId xmlns:a16="http://schemas.microsoft.com/office/drawing/2014/main" id="{0E9ADFBE-1793-9522-8812-82A4AA9D62E3}"/>
              </a:ext>
            </a:extLst>
          </p:cNvPr>
          <p:cNvSpPr txBox="1"/>
          <p:nvPr/>
        </p:nvSpPr>
        <p:spPr>
          <a:xfrm>
            <a:off x="1552436" y="3681312"/>
            <a:ext cx="1617050" cy="477054"/>
          </a:xfrm>
          <a:prstGeom prst="rect">
            <a:avLst/>
          </a:prstGeom>
          <a:solidFill>
            <a:srgbClr val="F9C9E2"/>
          </a:solidFill>
          <a:ln w="28575">
            <a:solidFill>
              <a:srgbClr val="E83992"/>
            </a:solidFill>
          </a:ln>
        </p:spPr>
        <p:txBody>
          <a:bodyPr wrap="square" rtlCol="0">
            <a:spAutoFit/>
          </a:bodyPr>
          <a:lstStyle/>
          <a:p>
            <a:pPr algn="ctr"/>
            <a:r>
              <a:rPr lang="en-US" sz="2500" dirty="0"/>
              <a:t>Cluster 3</a:t>
            </a:r>
          </a:p>
        </p:txBody>
      </p:sp>
      <p:sp>
        <p:nvSpPr>
          <p:cNvPr id="7" name="TextBox 6">
            <a:extLst>
              <a:ext uri="{FF2B5EF4-FFF2-40B4-BE49-F238E27FC236}">
                <a16:creationId xmlns:a16="http://schemas.microsoft.com/office/drawing/2014/main" id="{61F1E884-E14B-6E25-E323-77DD1545C7D0}"/>
              </a:ext>
            </a:extLst>
          </p:cNvPr>
          <p:cNvSpPr txBox="1"/>
          <p:nvPr/>
        </p:nvSpPr>
        <p:spPr>
          <a:xfrm>
            <a:off x="1552436" y="4303590"/>
            <a:ext cx="1617050" cy="477054"/>
          </a:xfrm>
          <a:prstGeom prst="rect">
            <a:avLst/>
          </a:prstGeom>
          <a:solidFill>
            <a:srgbClr val="D9E9C7"/>
          </a:solidFill>
          <a:ln w="28575">
            <a:solidFill>
              <a:srgbClr val="71AD2F"/>
            </a:solidFill>
          </a:ln>
        </p:spPr>
        <p:txBody>
          <a:bodyPr wrap="square" rtlCol="0">
            <a:spAutoFit/>
          </a:bodyPr>
          <a:lstStyle/>
          <a:p>
            <a:pPr algn="ctr"/>
            <a:r>
              <a:rPr lang="en-US" sz="2500" dirty="0"/>
              <a:t>Cluster 5</a:t>
            </a:r>
          </a:p>
        </p:txBody>
      </p:sp>
      <p:sp>
        <p:nvSpPr>
          <p:cNvPr id="8" name="TextBox 7">
            <a:extLst>
              <a:ext uri="{FF2B5EF4-FFF2-40B4-BE49-F238E27FC236}">
                <a16:creationId xmlns:a16="http://schemas.microsoft.com/office/drawing/2014/main" id="{C539EA93-1632-EE42-403C-BA5D41FEE16F}"/>
              </a:ext>
            </a:extLst>
          </p:cNvPr>
          <p:cNvSpPr txBox="1"/>
          <p:nvPr/>
        </p:nvSpPr>
        <p:spPr>
          <a:xfrm>
            <a:off x="1565618" y="4925868"/>
            <a:ext cx="1617050" cy="477054"/>
          </a:xfrm>
          <a:prstGeom prst="rect">
            <a:avLst/>
          </a:prstGeom>
          <a:solidFill>
            <a:srgbClr val="E9DDC6"/>
          </a:solidFill>
          <a:ln w="28575">
            <a:solidFill>
              <a:srgbClr val="AB7D29"/>
            </a:solidFill>
          </a:ln>
        </p:spPr>
        <p:txBody>
          <a:bodyPr wrap="square" rtlCol="0">
            <a:spAutoFit/>
          </a:bodyPr>
          <a:lstStyle/>
          <a:p>
            <a:pPr algn="ctr"/>
            <a:r>
              <a:rPr lang="en-US" sz="2500" dirty="0"/>
              <a:t>Cluster 6</a:t>
            </a:r>
          </a:p>
        </p:txBody>
      </p:sp>
      <p:sp>
        <p:nvSpPr>
          <p:cNvPr id="10" name="TextBox 9">
            <a:extLst>
              <a:ext uri="{FF2B5EF4-FFF2-40B4-BE49-F238E27FC236}">
                <a16:creationId xmlns:a16="http://schemas.microsoft.com/office/drawing/2014/main" id="{68D947C0-C679-C4C2-A281-8104AE57A98C}"/>
              </a:ext>
            </a:extLst>
          </p:cNvPr>
          <p:cNvSpPr txBox="1"/>
          <p:nvPr/>
        </p:nvSpPr>
        <p:spPr>
          <a:xfrm>
            <a:off x="1602052" y="5548146"/>
            <a:ext cx="2550743" cy="477054"/>
          </a:xfrm>
          <a:prstGeom prst="rect">
            <a:avLst/>
          </a:prstGeom>
          <a:solidFill>
            <a:schemeClr val="bg1"/>
          </a:solidFill>
          <a:ln w="28575">
            <a:noFill/>
          </a:ln>
        </p:spPr>
        <p:txBody>
          <a:bodyPr wrap="square" rtlCol="0">
            <a:spAutoFit/>
          </a:bodyPr>
          <a:lstStyle/>
          <a:p>
            <a:pPr algn="ctr"/>
            <a:r>
              <a:rPr lang="en-US" sz="2500" dirty="0"/>
              <a:t>Clusters 4 and 7</a:t>
            </a:r>
          </a:p>
        </p:txBody>
      </p:sp>
      <p:grpSp>
        <p:nvGrpSpPr>
          <p:cNvPr id="15" name="Group 14">
            <a:extLst>
              <a:ext uri="{FF2B5EF4-FFF2-40B4-BE49-F238E27FC236}">
                <a16:creationId xmlns:a16="http://schemas.microsoft.com/office/drawing/2014/main" id="{42CA75A5-8D70-B569-1D43-4FAA525537D5}"/>
              </a:ext>
            </a:extLst>
          </p:cNvPr>
          <p:cNvGrpSpPr/>
          <p:nvPr/>
        </p:nvGrpSpPr>
        <p:grpSpPr>
          <a:xfrm>
            <a:off x="8012679" y="275103"/>
            <a:ext cx="3836245" cy="1401853"/>
            <a:chOff x="6021271" y="110450"/>
            <a:chExt cx="3836245" cy="1401853"/>
          </a:xfrm>
        </p:grpSpPr>
        <p:pic>
          <p:nvPicPr>
            <p:cNvPr id="28" name="Picture 27">
              <a:extLst>
                <a:ext uri="{FF2B5EF4-FFF2-40B4-BE49-F238E27FC236}">
                  <a16:creationId xmlns:a16="http://schemas.microsoft.com/office/drawing/2014/main" id="{2CE7FA00-CBBE-0562-C402-0E36D3B76308}"/>
                </a:ext>
              </a:extLst>
            </p:cNvPr>
            <p:cNvPicPr>
              <a:picLocks noChangeAspect="1"/>
            </p:cNvPicPr>
            <p:nvPr/>
          </p:nvPicPr>
          <p:blipFill>
            <a:blip r:embed="rId3"/>
            <a:stretch>
              <a:fillRect/>
            </a:stretch>
          </p:blipFill>
          <p:spPr>
            <a:xfrm>
              <a:off x="6021271" y="110450"/>
              <a:ext cx="3836245" cy="1325444"/>
            </a:xfrm>
            <a:prstGeom prst="rect">
              <a:avLst/>
            </a:prstGeom>
          </p:spPr>
        </p:pic>
        <p:sp>
          <p:nvSpPr>
            <p:cNvPr id="29" name="TextBox 28">
              <a:extLst>
                <a:ext uri="{FF2B5EF4-FFF2-40B4-BE49-F238E27FC236}">
                  <a16:creationId xmlns:a16="http://schemas.microsoft.com/office/drawing/2014/main" id="{6EA0AA6C-0B0B-3875-2704-1D12C7EA5D56}"/>
                </a:ext>
              </a:extLst>
            </p:cNvPr>
            <p:cNvSpPr txBox="1"/>
            <p:nvPr/>
          </p:nvSpPr>
          <p:spPr>
            <a:xfrm>
              <a:off x="6437568" y="1173749"/>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Kelp rockfish</a:t>
              </a:r>
            </a:p>
          </p:txBody>
        </p:sp>
      </p:grpSp>
      <p:grpSp>
        <p:nvGrpSpPr>
          <p:cNvPr id="16" name="Group 15">
            <a:extLst>
              <a:ext uri="{FF2B5EF4-FFF2-40B4-BE49-F238E27FC236}">
                <a16:creationId xmlns:a16="http://schemas.microsoft.com/office/drawing/2014/main" id="{15789E86-7913-2B2F-BC0E-900F6840F70B}"/>
              </a:ext>
            </a:extLst>
          </p:cNvPr>
          <p:cNvGrpSpPr/>
          <p:nvPr/>
        </p:nvGrpSpPr>
        <p:grpSpPr>
          <a:xfrm>
            <a:off x="6977682" y="1764525"/>
            <a:ext cx="3836245" cy="1162108"/>
            <a:chOff x="8119921" y="1050530"/>
            <a:chExt cx="3836245" cy="1162108"/>
          </a:xfrm>
        </p:grpSpPr>
        <p:pic>
          <p:nvPicPr>
            <p:cNvPr id="26" name="Picture 25">
              <a:extLst>
                <a:ext uri="{FF2B5EF4-FFF2-40B4-BE49-F238E27FC236}">
                  <a16:creationId xmlns:a16="http://schemas.microsoft.com/office/drawing/2014/main" id="{E85CB6F2-AFAF-548B-D71D-DC03DBFADAD8}"/>
                </a:ext>
              </a:extLst>
            </p:cNvPr>
            <p:cNvPicPr>
              <a:picLocks noChangeAspect="1"/>
            </p:cNvPicPr>
            <p:nvPr/>
          </p:nvPicPr>
          <p:blipFill>
            <a:blip r:embed="rId4"/>
            <a:stretch>
              <a:fillRect/>
            </a:stretch>
          </p:blipFill>
          <p:spPr>
            <a:xfrm>
              <a:off x="8119921" y="1050530"/>
              <a:ext cx="3836245" cy="1045046"/>
            </a:xfrm>
            <a:prstGeom prst="rect">
              <a:avLst/>
            </a:prstGeom>
          </p:spPr>
        </p:pic>
        <p:sp>
          <p:nvSpPr>
            <p:cNvPr id="27" name="TextBox 26">
              <a:extLst>
                <a:ext uri="{FF2B5EF4-FFF2-40B4-BE49-F238E27FC236}">
                  <a16:creationId xmlns:a16="http://schemas.microsoft.com/office/drawing/2014/main" id="{F7589716-FB14-5109-D584-F99E8D85C330}"/>
                </a:ext>
              </a:extLst>
            </p:cNvPr>
            <p:cNvSpPr txBox="1"/>
            <p:nvPr/>
          </p:nvSpPr>
          <p:spPr>
            <a:xfrm>
              <a:off x="8475918" y="1874084"/>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English sole</a:t>
              </a:r>
            </a:p>
          </p:txBody>
        </p:sp>
      </p:grpSp>
      <p:grpSp>
        <p:nvGrpSpPr>
          <p:cNvPr id="17" name="Group 16">
            <a:extLst>
              <a:ext uri="{FF2B5EF4-FFF2-40B4-BE49-F238E27FC236}">
                <a16:creationId xmlns:a16="http://schemas.microsoft.com/office/drawing/2014/main" id="{8FDEB508-4520-0622-5AAD-4B0BF7E4123C}"/>
              </a:ext>
            </a:extLst>
          </p:cNvPr>
          <p:cNvGrpSpPr/>
          <p:nvPr/>
        </p:nvGrpSpPr>
        <p:grpSpPr>
          <a:xfrm>
            <a:off x="8305877" y="2925096"/>
            <a:ext cx="3710135" cy="995648"/>
            <a:chOff x="5778698" y="2972910"/>
            <a:chExt cx="3710135" cy="995648"/>
          </a:xfrm>
        </p:grpSpPr>
        <p:pic>
          <p:nvPicPr>
            <p:cNvPr id="24" name="Picture 23">
              <a:extLst>
                <a:ext uri="{FF2B5EF4-FFF2-40B4-BE49-F238E27FC236}">
                  <a16:creationId xmlns:a16="http://schemas.microsoft.com/office/drawing/2014/main" id="{5A44FE78-81CE-16CF-2313-1709BD694370}"/>
                </a:ext>
              </a:extLst>
            </p:cNvPr>
            <p:cNvPicPr>
              <a:picLocks noChangeAspect="1"/>
            </p:cNvPicPr>
            <p:nvPr/>
          </p:nvPicPr>
          <p:blipFill>
            <a:blip r:embed="rId5"/>
            <a:stretch>
              <a:fillRect/>
            </a:stretch>
          </p:blipFill>
          <p:spPr>
            <a:xfrm>
              <a:off x="5778698" y="2972910"/>
              <a:ext cx="3364706" cy="905702"/>
            </a:xfrm>
            <a:prstGeom prst="rect">
              <a:avLst/>
            </a:prstGeom>
          </p:spPr>
        </p:pic>
        <p:sp>
          <p:nvSpPr>
            <p:cNvPr id="25" name="TextBox 24">
              <a:extLst>
                <a:ext uri="{FF2B5EF4-FFF2-40B4-BE49-F238E27FC236}">
                  <a16:creationId xmlns:a16="http://schemas.microsoft.com/office/drawing/2014/main" id="{4D010413-FBA1-FF59-1705-13C09006BBE6}"/>
                </a:ext>
              </a:extLst>
            </p:cNvPr>
            <p:cNvSpPr txBox="1"/>
            <p:nvPr/>
          </p:nvSpPr>
          <p:spPr>
            <a:xfrm>
              <a:off x="6124127" y="3630004"/>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Northern lampfish (mesopelagic)</a:t>
              </a:r>
            </a:p>
          </p:txBody>
        </p:sp>
      </p:grpSp>
      <p:grpSp>
        <p:nvGrpSpPr>
          <p:cNvPr id="18" name="Group 17">
            <a:extLst>
              <a:ext uri="{FF2B5EF4-FFF2-40B4-BE49-F238E27FC236}">
                <a16:creationId xmlns:a16="http://schemas.microsoft.com/office/drawing/2014/main" id="{96F61FE4-9693-9041-2E16-0D6D09024B4D}"/>
              </a:ext>
            </a:extLst>
          </p:cNvPr>
          <p:cNvGrpSpPr/>
          <p:nvPr/>
        </p:nvGrpSpPr>
        <p:grpSpPr>
          <a:xfrm>
            <a:off x="7166088" y="4041398"/>
            <a:ext cx="3252195" cy="1219786"/>
            <a:chOff x="8484986" y="3968558"/>
            <a:chExt cx="3252195" cy="1219786"/>
          </a:xfrm>
        </p:grpSpPr>
        <p:pic>
          <p:nvPicPr>
            <p:cNvPr id="22" name="Picture 21">
              <a:extLst>
                <a:ext uri="{FF2B5EF4-FFF2-40B4-BE49-F238E27FC236}">
                  <a16:creationId xmlns:a16="http://schemas.microsoft.com/office/drawing/2014/main" id="{B6212853-A0A3-2F9E-AAA7-D4FAE93BDDD0}"/>
                </a:ext>
              </a:extLst>
            </p:cNvPr>
            <p:cNvPicPr>
              <a:picLocks noChangeAspect="1"/>
            </p:cNvPicPr>
            <p:nvPr/>
          </p:nvPicPr>
          <p:blipFill>
            <a:blip r:embed="rId6"/>
            <a:stretch>
              <a:fillRect/>
            </a:stretch>
          </p:blipFill>
          <p:spPr>
            <a:xfrm>
              <a:off x="8484986" y="3968558"/>
              <a:ext cx="3080741" cy="1082627"/>
            </a:xfrm>
            <a:prstGeom prst="rect">
              <a:avLst/>
            </a:prstGeom>
          </p:spPr>
        </p:pic>
        <p:sp>
          <p:nvSpPr>
            <p:cNvPr id="23" name="TextBox 22">
              <a:extLst>
                <a:ext uri="{FF2B5EF4-FFF2-40B4-BE49-F238E27FC236}">
                  <a16:creationId xmlns:a16="http://schemas.microsoft.com/office/drawing/2014/main" id="{F6147E16-8F77-B59E-8C39-96B9E7CFA5C3}"/>
                </a:ext>
              </a:extLst>
            </p:cNvPr>
            <p:cNvSpPr txBox="1"/>
            <p:nvPr/>
          </p:nvSpPr>
          <p:spPr>
            <a:xfrm>
              <a:off x="8806457" y="4849790"/>
              <a:ext cx="2930724"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Slimy snailfish (coastal)</a:t>
              </a:r>
            </a:p>
          </p:txBody>
        </p:sp>
      </p:grpSp>
      <p:grpSp>
        <p:nvGrpSpPr>
          <p:cNvPr id="19" name="Group 18">
            <a:extLst>
              <a:ext uri="{FF2B5EF4-FFF2-40B4-BE49-F238E27FC236}">
                <a16:creationId xmlns:a16="http://schemas.microsoft.com/office/drawing/2014/main" id="{2860F25A-44D0-FCAF-FDC7-BA9FC50FC9D1}"/>
              </a:ext>
            </a:extLst>
          </p:cNvPr>
          <p:cNvGrpSpPr/>
          <p:nvPr/>
        </p:nvGrpSpPr>
        <p:grpSpPr>
          <a:xfrm>
            <a:off x="7883008" y="5315690"/>
            <a:ext cx="4139563" cy="850479"/>
            <a:chOff x="5977113" y="5040491"/>
            <a:chExt cx="4139563" cy="850479"/>
          </a:xfrm>
        </p:grpSpPr>
        <p:pic>
          <p:nvPicPr>
            <p:cNvPr id="20" name="Picture 19">
              <a:extLst>
                <a:ext uri="{FF2B5EF4-FFF2-40B4-BE49-F238E27FC236}">
                  <a16:creationId xmlns:a16="http://schemas.microsoft.com/office/drawing/2014/main" id="{97CF3848-DD93-3340-4E96-F51DB4AF1663}"/>
                </a:ext>
              </a:extLst>
            </p:cNvPr>
            <p:cNvPicPr>
              <a:picLocks noChangeAspect="1"/>
            </p:cNvPicPr>
            <p:nvPr/>
          </p:nvPicPr>
          <p:blipFill>
            <a:blip r:embed="rId7"/>
            <a:stretch>
              <a:fillRect/>
            </a:stretch>
          </p:blipFill>
          <p:spPr>
            <a:xfrm>
              <a:off x="5977113" y="5040491"/>
              <a:ext cx="4139563" cy="769146"/>
            </a:xfrm>
            <a:prstGeom prst="rect">
              <a:avLst/>
            </a:prstGeom>
          </p:spPr>
        </p:pic>
        <p:sp>
          <p:nvSpPr>
            <p:cNvPr id="21" name="TextBox 20">
              <a:extLst>
                <a:ext uri="{FF2B5EF4-FFF2-40B4-BE49-F238E27FC236}">
                  <a16:creationId xmlns:a16="http://schemas.microsoft.com/office/drawing/2014/main" id="{5A05EDF3-BC8C-A4BD-40DA-DAA57572E236}"/>
                </a:ext>
              </a:extLst>
            </p:cNvPr>
            <p:cNvSpPr txBox="1"/>
            <p:nvPr/>
          </p:nvSpPr>
          <p:spPr>
            <a:xfrm>
              <a:off x="6323123" y="5552416"/>
              <a:ext cx="1227607"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Surf smelt</a:t>
              </a:r>
            </a:p>
          </p:txBody>
        </p:sp>
      </p:grpSp>
      <p:sp>
        <p:nvSpPr>
          <p:cNvPr id="34" name="TextBox 33">
            <a:extLst>
              <a:ext uri="{FF2B5EF4-FFF2-40B4-BE49-F238E27FC236}">
                <a16:creationId xmlns:a16="http://schemas.microsoft.com/office/drawing/2014/main" id="{673D33B6-FC67-0D84-B300-DCAACFBAE190}"/>
              </a:ext>
            </a:extLst>
          </p:cNvPr>
          <p:cNvSpPr txBox="1"/>
          <p:nvPr/>
        </p:nvSpPr>
        <p:spPr>
          <a:xfrm>
            <a:off x="8790993" y="6240321"/>
            <a:ext cx="2010272"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spTree>
    <p:extLst>
      <p:ext uri="{BB962C8B-B14F-4D97-AF65-F5344CB8AC3E}">
        <p14:creationId xmlns:p14="http://schemas.microsoft.com/office/powerpoint/2010/main" val="2577278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D8271-2BC0-B94C-F7A6-E3DC9F3A4401}"/>
            </a:ext>
          </a:extLst>
        </p:cNvPr>
        <p:cNvGrpSpPr/>
        <p:nvPr/>
      </p:nvGrpSpPr>
      <p:grpSpPr>
        <a:xfrm>
          <a:off x="0" y="0"/>
          <a:ext cx="0" cy="0"/>
          <a:chOff x="0" y="0"/>
          <a:chExt cx="0" cy="0"/>
        </a:xfrm>
      </p:grpSpPr>
      <p:pic>
        <p:nvPicPr>
          <p:cNvPr id="3" name="Content Placeholder 14">
            <a:extLst>
              <a:ext uri="{FF2B5EF4-FFF2-40B4-BE49-F238E27FC236}">
                <a16:creationId xmlns:a16="http://schemas.microsoft.com/office/drawing/2014/main" id="{C552C039-FD4D-AC36-2DEE-F5940ED2954A}"/>
              </a:ext>
            </a:extLst>
          </p:cNvPr>
          <p:cNvPicPr>
            <a:picLocks noChangeAspect="1"/>
          </p:cNvPicPr>
          <p:nvPr/>
        </p:nvPicPr>
        <p:blipFill>
          <a:blip r:embed="rId3">
            <a:extLst>
              <a:ext uri="{28A0092B-C50C-407E-A947-70E740481C1C}">
                <a14:useLocalDpi xmlns:a14="http://schemas.microsoft.com/office/drawing/2010/main" val="0"/>
              </a:ext>
            </a:extLst>
          </a:blip>
          <a:srcRect r="1320"/>
          <a:stretch>
            <a:fillRect/>
          </a:stretch>
        </p:blipFill>
        <p:spPr>
          <a:xfrm>
            <a:off x="2717606" y="178305"/>
            <a:ext cx="9474394" cy="6400800"/>
          </a:xfrm>
          <a:prstGeom prst="rect">
            <a:avLst/>
          </a:prstGeom>
        </p:spPr>
      </p:pic>
      <p:sp>
        <p:nvSpPr>
          <p:cNvPr id="2" name="Title 1">
            <a:extLst>
              <a:ext uri="{FF2B5EF4-FFF2-40B4-BE49-F238E27FC236}">
                <a16:creationId xmlns:a16="http://schemas.microsoft.com/office/drawing/2014/main" id="{59017D65-5CD9-1BD6-A1DC-B3C2442B06C3}"/>
              </a:ext>
            </a:extLst>
          </p:cNvPr>
          <p:cNvSpPr>
            <a:spLocks noGrp="1"/>
          </p:cNvSpPr>
          <p:nvPr>
            <p:ph type="title" idx="4294967295"/>
          </p:nvPr>
        </p:nvSpPr>
        <p:spPr>
          <a:xfrm>
            <a:off x="228600" y="685800"/>
            <a:ext cx="4125433" cy="1164265"/>
          </a:xfrm>
        </p:spPr>
        <p:txBody>
          <a:bodyPr/>
          <a:lstStyle/>
          <a:p>
            <a:pPr algn="l"/>
            <a:r>
              <a:rPr lang="en-US" sz="3600" dirty="0"/>
              <a:t>Cluster Distribution</a:t>
            </a:r>
          </a:p>
        </p:txBody>
      </p:sp>
    </p:spTree>
    <p:extLst>
      <p:ext uri="{BB962C8B-B14F-4D97-AF65-F5344CB8AC3E}">
        <p14:creationId xmlns:p14="http://schemas.microsoft.com/office/powerpoint/2010/main" val="43425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80-6CB6-D4F7-AE9D-CD62F835FED0}"/>
            </a:ext>
          </a:extLst>
        </p:cNvPr>
        <p:cNvGrpSpPr/>
        <p:nvPr/>
      </p:nvGrpSpPr>
      <p:grpSpPr>
        <a:xfrm>
          <a:off x="0" y="0"/>
          <a:ext cx="0" cy="0"/>
          <a:chOff x="0" y="0"/>
          <a:chExt cx="0" cy="0"/>
        </a:xfrm>
      </p:grpSpPr>
      <p:pic>
        <p:nvPicPr>
          <p:cNvPr id="9" name="Content Placeholder 14">
            <a:extLst>
              <a:ext uri="{FF2B5EF4-FFF2-40B4-BE49-F238E27FC236}">
                <a16:creationId xmlns:a16="http://schemas.microsoft.com/office/drawing/2014/main" id="{0A7B1207-7167-4B12-0E19-E151A6D792E7}"/>
              </a:ext>
            </a:extLst>
          </p:cNvPr>
          <p:cNvPicPr>
            <a:picLocks noChangeAspect="1"/>
          </p:cNvPicPr>
          <p:nvPr/>
        </p:nvPicPr>
        <p:blipFill>
          <a:blip r:embed="rId3">
            <a:extLst>
              <a:ext uri="{28A0092B-C50C-407E-A947-70E740481C1C}">
                <a14:useLocalDpi xmlns:a14="http://schemas.microsoft.com/office/drawing/2010/main" val="0"/>
              </a:ext>
            </a:extLst>
          </a:blip>
          <a:srcRect l="44637" r="32448" b="55720"/>
          <a:stretch>
            <a:fillRect/>
          </a:stretch>
        </p:blipFill>
        <p:spPr>
          <a:xfrm>
            <a:off x="3244594" y="0"/>
            <a:ext cx="4488196" cy="5782033"/>
          </a:xfrm>
          <a:prstGeom prst="rect">
            <a:avLst/>
          </a:prstGeom>
        </p:spPr>
      </p:pic>
      <p:pic>
        <p:nvPicPr>
          <p:cNvPr id="7" name="Content Placeholder 14">
            <a:extLst>
              <a:ext uri="{FF2B5EF4-FFF2-40B4-BE49-F238E27FC236}">
                <a16:creationId xmlns:a16="http://schemas.microsoft.com/office/drawing/2014/main" id="{B01ED874-EC75-A096-933A-43D2E0180320}"/>
              </a:ext>
            </a:extLst>
          </p:cNvPr>
          <p:cNvPicPr>
            <a:picLocks noChangeAspect="1"/>
          </p:cNvPicPr>
          <p:nvPr/>
        </p:nvPicPr>
        <p:blipFill>
          <a:blip r:embed="rId3">
            <a:extLst>
              <a:ext uri="{28A0092B-C50C-407E-A947-70E740481C1C}">
                <a14:useLocalDpi xmlns:a14="http://schemas.microsoft.com/office/drawing/2010/main" val="0"/>
              </a:ext>
            </a:extLst>
          </a:blip>
          <a:srcRect l="44637" t="44372" r="32448" b="5532"/>
          <a:stretch>
            <a:fillRect/>
          </a:stretch>
        </p:blipFill>
        <p:spPr>
          <a:xfrm>
            <a:off x="7562698" y="197576"/>
            <a:ext cx="4269493" cy="6222796"/>
          </a:xfrm>
          <a:prstGeom prst="rect">
            <a:avLst/>
          </a:prstGeom>
        </p:spPr>
      </p:pic>
      <p:pic>
        <p:nvPicPr>
          <p:cNvPr id="15" name="Content Placeholder 14">
            <a:extLst>
              <a:ext uri="{FF2B5EF4-FFF2-40B4-BE49-F238E27FC236}">
                <a16:creationId xmlns:a16="http://schemas.microsoft.com/office/drawing/2014/main" id="{DB036D4A-75AD-4C5E-0ABF-0B06C5002E1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89750" t="23889" r="2229" b="8063"/>
          <a:stretch>
            <a:fillRect/>
          </a:stretch>
        </p:blipFill>
        <p:spPr>
          <a:xfrm>
            <a:off x="1484035" y="1358501"/>
            <a:ext cx="964031" cy="5453016"/>
          </a:xfrm>
          <a:prstGeom prst="rect">
            <a:avLst/>
          </a:prstGeom>
        </p:spPr>
      </p:pic>
      <p:pic>
        <p:nvPicPr>
          <p:cNvPr id="4" name="Content Placeholder 14">
            <a:extLst>
              <a:ext uri="{FF2B5EF4-FFF2-40B4-BE49-F238E27FC236}">
                <a16:creationId xmlns:a16="http://schemas.microsoft.com/office/drawing/2014/main" id="{D23449BF-E5FD-0F94-57A0-E01E1168455C}"/>
              </a:ext>
            </a:extLst>
          </p:cNvPr>
          <p:cNvPicPr>
            <a:picLocks noChangeAspect="1"/>
          </p:cNvPicPr>
          <p:nvPr/>
        </p:nvPicPr>
        <p:blipFill>
          <a:blip r:embed="rId3">
            <a:extLst>
              <a:ext uri="{28A0092B-C50C-407E-A947-70E740481C1C}">
                <a14:useLocalDpi xmlns:a14="http://schemas.microsoft.com/office/drawing/2010/main" val="0"/>
              </a:ext>
            </a:extLst>
          </a:blip>
          <a:srcRect l="43850" t="94817" r="44120" b="1881"/>
          <a:stretch>
            <a:fillRect/>
          </a:stretch>
        </p:blipFill>
        <p:spPr>
          <a:xfrm>
            <a:off x="6188160" y="6235796"/>
            <a:ext cx="3230348" cy="591266"/>
          </a:xfrm>
          <a:prstGeom prst="rect">
            <a:avLst/>
          </a:prstGeom>
        </p:spPr>
      </p:pic>
      <p:pic>
        <p:nvPicPr>
          <p:cNvPr id="5" name="Content Placeholder 14">
            <a:extLst>
              <a:ext uri="{FF2B5EF4-FFF2-40B4-BE49-F238E27FC236}">
                <a16:creationId xmlns:a16="http://schemas.microsoft.com/office/drawing/2014/main" id="{3E8079A0-8654-1340-CB94-066F0174F93D}"/>
              </a:ext>
            </a:extLst>
          </p:cNvPr>
          <p:cNvPicPr>
            <a:picLocks noChangeAspect="1"/>
          </p:cNvPicPr>
          <p:nvPr/>
        </p:nvPicPr>
        <p:blipFill>
          <a:blip r:embed="rId3">
            <a:extLst>
              <a:ext uri="{28A0092B-C50C-407E-A947-70E740481C1C}">
                <a14:useLocalDpi xmlns:a14="http://schemas.microsoft.com/office/drawing/2010/main" val="0"/>
              </a:ext>
            </a:extLst>
          </a:blip>
          <a:srcRect l="1029" t="42911" r="96179" b="43018"/>
          <a:stretch>
            <a:fillRect/>
          </a:stretch>
        </p:blipFill>
        <p:spPr>
          <a:xfrm>
            <a:off x="2481945" y="2205038"/>
            <a:ext cx="728770" cy="2447924"/>
          </a:xfrm>
          <a:prstGeom prst="rect">
            <a:avLst/>
          </a:prstGeom>
        </p:spPr>
      </p:pic>
      <p:pic>
        <p:nvPicPr>
          <p:cNvPr id="11" name="Content Placeholder 14">
            <a:extLst>
              <a:ext uri="{FF2B5EF4-FFF2-40B4-BE49-F238E27FC236}">
                <a16:creationId xmlns:a16="http://schemas.microsoft.com/office/drawing/2014/main" id="{AE79DB28-DC75-C3A1-06F8-C14F223FAE70}"/>
              </a:ext>
            </a:extLst>
          </p:cNvPr>
          <p:cNvPicPr>
            <a:picLocks noChangeAspect="1"/>
          </p:cNvPicPr>
          <p:nvPr/>
        </p:nvPicPr>
        <p:blipFill>
          <a:blip r:embed="rId3">
            <a:extLst>
              <a:ext uri="{28A0092B-C50C-407E-A947-70E740481C1C}">
                <a14:useLocalDpi xmlns:a14="http://schemas.microsoft.com/office/drawing/2010/main" val="0"/>
              </a:ext>
            </a:extLst>
          </a:blip>
          <a:srcRect l="89750" t="4260" r="4583" b="75140"/>
          <a:stretch>
            <a:fillRect/>
          </a:stretch>
        </p:blipFill>
        <p:spPr>
          <a:xfrm>
            <a:off x="287567" y="1674760"/>
            <a:ext cx="1162589" cy="2817551"/>
          </a:xfrm>
          <a:prstGeom prst="rect">
            <a:avLst/>
          </a:prstGeom>
        </p:spPr>
      </p:pic>
      <p:sp>
        <p:nvSpPr>
          <p:cNvPr id="6" name="Rectangle 5">
            <a:extLst>
              <a:ext uri="{FF2B5EF4-FFF2-40B4-BE49-F238E27FC236}">
                <a16:creationId xmlns:a16="http://schemas.microsoft.com/office/drawing/2014/main" id="{E242A782-57D3-6F26-CABC-E570319BF3BD}"/>
              </a:ext>
            </a:extLst>
          </p:cNvPr>
          <p:cNvSpPr/>
          <p:nvPr/>
        </p:nvSpPr>
        <p:spPr>
          <a:xfrm>
            <a:off x="6908928" y="1624179"/>
            <a:ext cx="653770"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WA</a:t>
            </a:r>
          </a:p>
        </p:txBody>
      </p:sp>
      <p:sp>
        <p:nvSpPr>
          <p:cNvPr id="10" name="Rectangle 9">
            <a:extLst>
              <a:ext uri="{FF2B5EF4-FFF2-40B4-BE49-F238E27FC236}">
                <a16:creationId xmlns:a16="http://schemas.microsoft.com/office/drawing/2014/main" id="{F7B74914-9B8C-7BF5-14B9-726601EE67B0}"/>
              </a:ext>
            </a:extLst>
          </p:cNvPr>
          <p:cNvSpPr/>
          <p:nvPr/>
        </p:nvSpPr>
        <p:spPr>
          <a:xfrm>
            <a:off x="6944707" y="4194958"/>
            <a:ext cx="582212"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OR</a:t>
            </a:r>
          </a:p>
        </p:txBody>
      </p:sp>
      <p:sp>
        <p:nvSpPr>
          <p:cNvPr id="13" name="Rectangle 12">
            <a:extLst>
              <a:ext uri="{FF2B5EF4-FFF2-40B4-BE49-F238E27FC236}">
                <a16:creationId xmlns:a16="http://schemas.microsoft.com/office/drawing/2014/main" id="{316F7C08-A321-A5B7-393D-0A0A7DE3679B}"/>
              </a:ext>
            </a:extLst>
          </p:cNvPr>
          <p:cNvSpPr/>
          <p:nvPr/>
        </p:nvSpPr>
        <p:spPr>
          <a:xfrm>
            <a:off x="11054745" y="1436233"/>
            <a:ext cx="582212"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OR</a:t>
            </a:r>
          </a:p>
        </p:txBody>
      </p:sp>
      <p:sp>
        <p:nvSpPr>
          <p:cNvPr id="16" name="Rectangle 15">
            <a:extLst>
              <a:ext uri="{FF2B5EF4-FFF2-40B4-BE49-F238E27FC236}">
                <a16:creationId xmlns:a16="http://schemas.microsoft.com/office/drawing/2014/main" id="{E5A2D7D2-8307-DE73-EB47-64E77A8E33FF}"/>
              </a:ext>
            </a:extLst>
          </p:cNvPr>
          <p:cNvSpPr/>
          <p:nvPr/>
        </p:nvSpPr>
        <p:spPr>
          <a:xfrm>
            <a:off x="11071577" y="4433485"/>
            <a:ext cx="548548"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CA</a:t>
            </a:r>
          </a:p>
        </p:txBody>
      </p:sp>
      <p:sp>
        <p:nvSpPr>
          <p:cNvPr id="12" name="Title 1">
            <a:extLst>
              <a:ext uri="{FF2B5EF4-FFF2-40B4-BE49-F238E27FC236}">
                <a16:creationId xmlns:a16="http://schemas.microsoft.com/office/drawing/2014/main" id="{1A2642DB-1AE2-DBAC-27BF-8DBF9B115DDE}"/>
              </a:ext>
            </a:extLst>
          </p:cNvPr>
          <p:cNvSpPr txBox="1">
            <a:spLocks/>
          </p:cNvSpPr>
          <p:nvPr/>
        </p:nvSpPr>
        <p:spPr>
          <a:xfrm>
            <a:off x="226826" y="271968"/>
            <a:ext cx="4125433" cy="11642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Cluster Distribution</a:t>
            </a:r>
          </a:p>
        </p:txBody>
      </p:sp>
    </p:spTree>
    <p:extLst>
      <p:ext uri="{BB962C8B-B14F-4D97-AF65-F5344CB8AC3E}">
        <p14:creationId xmlns:p14="http://schemas.microsoft.com/office/powerpoint/2010/main" val="2979780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34478-4791-1A55-006E-5D2A35F82E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7ED6B-36B2-D87D-51E4-920722E86653}"/>
              </a:ext>
            </a:extLst>
          </p:cNvPr>
          <p:cNvSpPr>
            <a:spLocks noGrp="1"/>
          </p:cNvSpPr>
          <p:nvPr>
            <p:ph type="title"/>
          </p:nvPr>
        </p:nvSpPr>
        <p:spPr>
          <a:xfrm>
            <a:off x="914400" y="685800"/>
            <a:ext cx="10272000" cy="685800"/>
          </a:xfrm>
        </p:spPr>
        <p:txBody>
          <a:bodyPr/>
          <a:lstStyle/>
          <a:p>
            <a:r>
              <a:rPr lang="en-US" sz="3600" dirty="0"/>
              <a:t>Db-RDA and VPA</a:t>
            </a:r>
          </a:p>
        </p:txBody>
      </p:sp>
      <p:sp>
        <p:nvSpPr>
          <p:cNvPr id="7" name="TextBox 6">
            <a:extLst>
              <a:ext uri="{FF2B5EF4-FFF2-40B4-BE49-F238E27FC236}">
                <a16:creationId xmlns:a16="http://schemas.microsoft.com/office/drawing/2014/main" id="{9AECE45C-2566-1D5F-CB2D-8C302FC7FC62}"/>
              </a:ext>
            </a:extLst>
          </p:cNvPr>
          <p:cNvSpPr txBox="1"/>
          <p:nvPr/>
        </p:nvSpPr>
        <p:spPr>
          <a:xfrm>
            <a:off x="685800" y="1600200"/>
            <a:ext cx="5807149" cy="4401205"/>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Fit spatiotemporal base model and full model</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Base: year, time of day, latitude, net tow depth, and seafloor depth</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Full: base + temperature, salinity, DO, and chl-</a:t>
            </a:r>
            <a:r>
              <a:rPr lang="en-US" sz="2800" i="1" dirty="0">
                <a:latin typeface="Calibri" panose="020F0502020204030204" pitchFamily="34" charset="0"/>
                <a:ea typeface="Calibri" panose="020F0502020204030204" pitchFamily="34" charset="0"/>
                <a:cs typeface="Calibri" panose="020F0502020204030204" pitchFamily="34" charset="0"/>
              </a:rPr>
              <a:t>a</a:t>
            </a:r>
            <a:endParaRPr lang="en-US" sz="28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Both models explain significant amounts of variation</a:t>
            </a:r>
          </a:p>
          <a:p>
            <a:pPr marL="574675" lvl="1" indent="-285750">
              <a:buFont typeface="Arial" panose="020B0604020202020204" pitchFamily="34" charset="0"/>
              <a:buChar char="•"/>
              <a:tabLst>
                <a:tab pos="574675" algn="l"/>
              </a:tabLst>
            </a:pPr>
            <a:r>
              <a:rPr lang="en-US" sz="2800" dirty="0">
                <a:latin typeface="Calibri" panose="020F0502020204030204" pitchFamily="34" charset="0"/>
                <a:ea typeface="Calibri" panose="020F0502020204030204" pitchFamily="34" charset="0"/>
                <a:cs typeface="Calibri" panose="020F0502020204030204" pitchFamily="34" charset="0"/>
              </a:rPr>
              <a:t>Significant additional variation explained by full model</a:t>
            </a:r>
          </a:p>
        </p:txBody>
      </p:sp>
      <p:graphicFrame>
        <p:nvGraphicFramePr>
          <p:cNvPr id="4" name="Table 3">
            <a:extLst>
              <a:ext uri="{FF2B5EF4-FFF2-40B4-BE49-F238E27FC236}">
                <a16:creationId xmlns:a16="http://schemas.microsoft.com/office/drawing/2014/main" id="{7DE7DE8B-1350-D4AB-9E83-B8902534E043}"/>
              </a:ext>
            </a:extLst>
          </p:cNvPr>
          <p:cNvGraphicFramePr>
            <a:graphicFrameLocks noGrp="1"/>
          </p:cNvGraphicFramePr>
          <p:nvPr>
            <p:extLst>
              <p:ext uri="{D42A27DB-BD31-4B8C-83A1-F6EECF244321}">
                <p14:modId xmlns:p14="http://schemas.microsoft.com/office/powerpoint/2010/main" val="233071802"/>
              </p:ext>
            </p:extLst>
          </p:nvPr>
        </p:nvGraphicFramePr>
        <p:xfrm>
          <a:off x="6424612" y="2025342"/>
          <a:ext cx="5408428" cy="3550920"/>
        </p:xfrm>
        <a:graphic>
          <a:graphicData uri="http://schemas.openxmlformats.org/drawingml/2006/table">
            <a:tbl>
              <a:tblPr firstRow="1" bandRow="1">
                <a:tableStyleId>{5940675A-B579-460E-94D1-54222C63F5DA}</a:tableStyleId>
              </a:tblPr>
              <a:tblGrid>
                <a:gridCol w="3055088">
                  <a:extLst>
                    <a:ext uri="{9D8B030D-6E8A-4147-A177-3AD203B41FA5}">
                      <a16:colId xmlns:a16="http://schemas.microsoft.com/office/drawing/2014/main" val="92007979"/>
                    </a:ext>
                  </a:extLst>
                </a:gridCol>
                <a:gridCol w="2353340">
                  <a:extLst>
                    <a:ext uri="{9D8B030D-6E8A-4147-A177-3AD203B41FA5}">
                      <a16:colId xmlns:a16="http://schemas.microsoft.com/office/drawing/2014/main" val="403376570"/>
                    </a:ext>
                  </a:extLst>
                </a:gridCol>
              </a:tblGrid>
              <a:tr h="370840">
                <a:tc gridSpan="2">
                  <a:txBody>
                    <a:bodyPr/>
                    <a:lstStyle/>
                    <a:p>
                      <a:pPr algn="ctr"/>
                      <a:r>
                        <a:rPr lang="en-US" sz="2800" b="1" dirty="0">
                          <a:latin typeface="Calibri" panose="020F0502020204030204" pitchFamily="34" charset="0"/>
                          <a:ea typeface="Calibri" panose="020F0502020204030204" pitchFamily="34" charset="0"/>
                          <a:cs typeface="Calibri" panose="020F0502020204030204" pitchFamily="34" charset="0"/>
                        </a:rPr>
                        <a:t>VPA results</a:t>
                      </a:r>
                    </a:p>
                  </a:txBody>
                  <a:tcPr/>
                </a:tc>
                <a:tc hMerge="1">
                  <a:txBody>
                    <a:bodyPr/>
                    <a:lstStyle/>
                    <a:p>
                      <a:endParaRPr lang="en-US" dirty="0"/>
                    </a:p>
                  </a:txBody>
                  <a:tcPr/>
                </a:tc>
                <a:extLst>
                  <a:ext uri="{0D108BD9-81ED-4DB2-BD59-A6C34878D82A}">
                    <a16:rowId xmlns:a16="http://schemas.microsoft.com/office/drawing/2014/main" val="2429855489"/>
                  </a:ext>
                </a:extLst>
              </a:tr>
              <a:tr h="370840">
                <a:tc>
                  <a:txBody>
                    <a:bodyPr/>
                    <a:lstStyle/>
                    <a:p>
                      <a:pPr algn="ctr"/>
                      <a:r>
                        <a:rPr lang="en-US" sz="2500" b="1" dirty="0">
                          <a:latin typeface="Calibri" panose="020F0502020204030204" pitchFamily="34" charset="0"/>
                          <a:ea typeface="Calibri" panose="020F0502020204030204" pitchFamily="34" charset="0"/>
                          <a:cs typeface="Calibri" panose="020F0502020204030204" pitchFamily="34" charset="0"/>
                        </a:rPr>
                        <a:t>Covariates</a:t>
                      </a:r>
                    </a:p>
                  </a:txBody>
                  <a:tcPr anchor="ctr"/>
                </a:tc>
                <a:tc>
                  <a:txBody>
                    <a:bodyPr/>
                    <a:lstStyle/>
                    <a:p>
                      <a:pPr algn="ctr"/>
                      <a:r>
                        <a:rPr lang="en-US" sz="2500" b="1" dirty="0">
                          <a:latin typeface="Calibri" panose="020F0502020204030204" pitchFamily="34" charset="0"/>
                          <a:ea typeface="Calibri" panose="020F0502020204030204" pitchFamily="34" charset="0"/>
                          <a:cs typeface="Calibri" panose="020F0502020204030204" pitchFamily="34" charset="0"/>
                        </a:rPr>
                        <a:t>Percent of variation explained</a:t>
                      </a:r>
                    </a:p>
                  </a:txBody>
                  <a:tcPr anchor="ctr"/>
                </a:tc>
                <a:extLst>
                  <a:ext uri="{0D108BD9-81ED-4DB2-BD59-A6C34878D82A}">
                    <a16:rowId xmlns:a16="http://schemas.microsoft.com/office/drawing/2014/main" val="2767262234"/>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Spatiotemporal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3.72%</a:t>
                      </a:r>
                    </a:p>
                  </a:txBody>
                  <a:tcPr anchor="ctr"/>
                </a:tc>
                <a:extLst>
                  <a:ext uri="{0D108BD9-81ED-4DB2-BD59-A6C34878D82A}">
                    <a16:rowId xmlns:a16="http://schemas.microsoft.com/office/drawing/2014/main" val="547244727"/>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Environmental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1.92%</a:t>
                      </a:r>
                    </a:p>
                  </a:txBody>
                  <a:tcPr anchor="ctr"/>
                </a:tc>
                <a:extLst>
                  <a:ext uri="{0D108BD9-81ED-4DB2-BD59-A6C34878D82A}">
                    <a16:rowId xmlns:a16="http://schemas.microsoft.com/office/drawing/2014/main" val="484875835"/>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Spatiotemporal and Environmental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1.57%</a:t>
                      </a:r>
                    </a:p>
                  </a:txBody>
                  <a:tcPr anchor="ctr"/>
                </a:tc>
                <a:extLst>
                  <a:ext uri="{0D108BD9-81ED-4DB2-BD59-A6C34878D82A}">
                    <a16:rowId xmlns:a16="http://schemas.microsoft.com/office/drawing/2014/main" val="1023817428"/>
                  </a:ext>
                </a:extLst>
              </a:tr>
            </a:tbl>
          </a:graphicData>
        </a:graphic>
      </p:graphicFrame>
    </p:spTree>
    <p:extLst>
      <p:ext uri="{BB962C8B-B14F-4D97-AF65-F5344CB8AC3E}">
        <p14:creationId xmlns:p14="http://schemas.microsoft.com/office/powerpoint/2010/main" val="26169535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6CD5-0C33-D9B4-42A5-A683149C1957}"/>
            </a:ext>
          </a:extLst>
        </p:cNvPr>
        <p:cNvGrpSpPr/>
        <p:nvPr/>
      </p:nvGrpSpPr>
      <p:grpSpPr>
        <a:xfrm>
          <a:off x="0" y="0"/>
          <a:ext cx="0" cy="0"/>
          <a:chOff x="0" y="0"/>
          <a:chExt cx="0" cy="0"/>
        </a:xfrm>
      </p:grpSpPr>
      <p:pic>
        <p:nvPicPr>
          <p:cNvPr id="3" name="Content Placeholder 5">
            <a:extLst>
              <a:ext uri="{FF2B5EF4-FFF2-40B4-BE49-F238E27FC236}">
                <a16:creationId xmlns:a16="http://schemas.microsoft.com/office/drawing/2014/main" id="{B000F144-87B4-E4B0-A162-0EE0628A4467}"/>
              </a:ext>
            </a:extLst>
          </p:cNvPr>
          <p:cNvPicPr>
            <a:picLocks noChangeAspect="1"/>
          </p:cNvPicPr>
          <p:nvPr/>
        </p:nvPicPr>
        <p:blipFill>
          <a:blip r:embed="rId3">
            <a:extLst>
              <a:ext uri="{28A0092B-C50C-407E-A947-70E740481C1C}">
                <a14:useLocalDpi xmlns:a14="http://schemas.microsoft.com/office/drawing/2010/main" val="0"/>
              </a:ext>
            </a:extLst>
          </a:blip>
          <a:srcRect l="3200" t="1642" r="11819" b="5091"/>
          <a:stretch>
            <a:fillRect/>
          </a:stretch>
        </p:blipFill>
        <p:spPr>
          <a:xfrm>
            <a:off x="4021118" y="194548"/>
            <a:ext cx="7922790" cy="6210872"/>
          </a:xfrm>
          <a:prstGeom prst="rect">
            <a:avLst/>
          </a:prstGeom>
          <a:noFill/>
          <a:ln>
            <a:noFill/>
          </a:ln>
        </p:spPr>
      </p:pic>
      <p:pic>
        <p:nvPicPr>
          <p:cNvPr id="11" name="Content Placeholder 5">
            <a:extLst>
              <a:ext uri="{FF2B5EF4-FFF2-40B4-BE49-F238E27FC236}">
                <a16:creationId xmlns:a16="http://schemas.microsoft.com/office/drawing/2014/main" id="{1A840F2B-55DC-630A-69FE-6AE12B0CE62E}"/>
              </a:ext>
            </a:extLst>
          </p:cNvPr>
          <p:cNvPicPr>
            <a:picLocks noChangeAspect="1"/>
          </p:cNvPicPr>
          <p:nvPr/>
        </p:nvPicPr>
        <p:blipFill>
          <a:blip r:embed="rId4">
            <a:extLst>
              <a:ext uri="{28A0092B-C50C-407E-A947-70E740481C1C}">
                <a14:useLocalDpi xmlns:a14="http://schemas.microsoft.com/office/drawing/2010/main" val="0"/>
              </a:ext>
            </a:extLst>
          </a:blip>
          <a:srcRect t="41569" r="96045" b="48247"/>
          <a:stretch>
            <a:fillRect/>
          </a:stretch>
        </p:blipFill>
        <p:spPr>
          <a:xfrm>
            <a:off x="3385409" y="2715340"/>
            <a:ext cx="635709" cy="1169287"/>
          </a:xfrm>
          <a:prstGeom prst="rect">
            <a:avLst/>
          </a:prstGeom>
        </p:spPr>
      </p:pic>
      <p:pic>
        <p:nvPicPr>
          <p:cNvPr id="14" name="Content Placeholder 5">
            <a:extLst>
              <a:ext uri="{FF2B5EF4-FFF2-40B4-BE49-F238E27FC236}">
                <a16:creationId xmlns:a16="http://schemas.microsoft.com/office/drawing/2014/main" id="{E093DC8A-2CE8-F861-A701-444940854732}"/>
              </a:ext>
            </a:extLst>
          </p:cNvPr>
          <p:cNvPicPr>
            <a:picLocks noChangeAspect="1"/>
          </p:cNvPicPr>
          <p:nvPr/>
        </p:nvPicPr>
        <p:blipFill>
          <a:blip r:embed="rId4">
            <a:extLst>
              <a:ext uri="{28A0092B-C50C-407E-A947-70E740481C1C}">
                <a14:useLocalDpi xmlns:a14="http://schemas.microsoft.com/office/drawing/2010/main" val="0"/>
              </a:ext>
            </a:extLst>
          </a:blip>
          <a:srcRect l="89379" t="25797" b="32227"/>
          <a:stretch>
            <a:fillRect/>
          </a:stretch>
        </p:blipFill>
        <p:spPr>
          <a:xfrm>
            <a:off x="1809433" y="1796239"/>
            <a:ext cx="1479571" cy="4176775"/>
          </a:xfrm>
          <a:prstGeom prst="rect">
            <a:avLst/>
          </a:prstGeom>
        </p:spPr>
      </p:pic>
      <p:pic>
        <p:nvPicPr>
          <p:cNvPr id="31" name="Content Placeholder 5">
            <a:extLst>
              <a:ext uri="{FF2B5EF4-FFF2-40B4-BE49-F238E27FC236}">
                <a16:creationId xmlns:a16="http://schemas.microsoft.com/office/drawing/2014/main" id="{D1C6ECCA-BD18-7FAA-C057-E69EDD2B6CE5}"/>
              </a:ext>
            </a:extLst>
          </p:cNvPr>
          <p:cNvPicPr>
            <a:picLocks noChangeAspect="1"/>
          </p:cNvPicPr>
          <p:nvPr/>
        </p:nvPicPr>
        <p:blipFill>
          <a:blip r:embed="rId4">
            <a:extLst>
              <a:ext uri="{28A0092B-C50C-407E-A947-70E740481C1C}">
                <a14:useLocalDpi xmlns:a14="http://schemas.microsoft.com/office/drawing/2010/main" val="0"/>
              </a:ext>
            </a:extLst>
          </a:blip>
          <a:srcRect l="42231" t="95092" r="48454" b="1416"/>
          <a:stretch>
            <a:fillRect/>
          </a:stretch>
        </p:blipFill>
        <p:spPr>
          <a:xfrm>
            <a:off x="7218206" y="6405420"/>
            <a:ext cx="1689636" cy="452580"/>
          </a:xfrm>
          <a:prstGeom prst="rect">
            <a:avLst/>
          </a:prstGeom>
        </p:spPr>
      </p:pic>
      <p:sp>
        <p:nvSpPr>
          <p:cNvPr id="35" name="Title 1">
            <a:extLst>
              <a:ext uri="{FF2B5EF4-FFF2-40B4-BE49-F238E27FC236}">
                <a16:creationId xmlns:a16="http://schemas.microsoft.com/office/drawing/2014/main" id="{A44F44BC-CF75-4BA2-1AA5-A43D059A1BDE}"/>
              </a:ext>
            </a:extLst>
          </p:cNvPr>
          <p:cNvSpPr txBox="1">
            <a:spLocks/>
          </p:cNvSpPr>
          <p:nvPr/>
        </p:nvSpPr>
        <p:spPr>
          <a:xfrm>
            <a:off x="1127044" y="685799"/>
            <a:ext cx="4125433" cy="11642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Db-RDA Ordination</a:t>
            </a:r>
          </a:p>
        </p:txBody>
      </p:sp>
    </p:spTree>
    <p:extLst>
      <p:ext uri="{BB962C8B-B14F-4D97-AF65-F5344CB8AC3E}">
        <p14:creationId xmlns:p14="http://schemas.microsoft.com/office/powerpoint/2010/main" val="3103653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1D0A-96CF-1081-9C8C-901A99CA94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FA2197-5D42-746E-7A9B-8CD1350F358E}"/>
              </a:ext>
            </a:extLst>
          </p:cNvPr>
          <p:cNvSpPr>
            <a:spLocks noGrp="1"/>
          </p:cNvSpPr>
          <p:nvPr>
            <p:ph type="title" idx="4294967295"/>
          </p:nvPr>
        </p:nvSpPr>
        <p:spPr>
          <a:xfrm>
            <a:off x="914400" y="685800"/>
            <a:ext cx="6497638" cy="685800"/>
          </a:xfrm>
        </p:spPr>
        <p:txBody>
          <a:bodyPr/>
          <a:lstStyle/>
          <a:p>
            <a:r>
              <a:rPr lang="en-US" sz="3600" dirty="0"/>
              <a:t>Negative binomial GLMM</a:t>
            </a:r>
          </a:p>
        </p:txBody>
      </p:sp>
      <p:sp>
        <p:nvSpPr>
          <p:cNvPr id="7" name="TextBox 6">
            <a:extLst>
              <a:ext uri="{FF2B5EF4-FFF2-40B4-BE49-F238E27FC236}">
                <a16:creationId xmlns:a16="http://schemas.microsoft.com/office/drawing/2014/main" id="{276B70B1-4A91-1973-9080-FF83C216F15D}"/>
              </a:ext>
            </a:extLst>
          </p:cNvPr>
          <p:cNvSpPr txBox="1"/>
          <p:nvPr/>
        </p:nvSpPr>
        <p:spPr>
          <a:xfrm>
            <a:off x="685801" y="1600200"/>
            <a:ext cx="5537790"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Fit to ichthyoplankton counts</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Fixed effects same as full </a:t>
            </a:r>
            <a:r>
              <a:rPr lang="en-US" sz="2800" dirty="0" err="1">
                <a:latin typeface="Calibri" panose="020F0502020204030204" pitchFamily="34" charset="0"/>
                <a:ea typeface="Calibri" panose="020F0502020204030204" pitchFamily="34" charset="0"/>
                <a:cs typeface="Calibri" panose="020F0502020204030204" pitchFamily="34" charset="0"/>
              </a:rPr>
              <a:t>db</a:t>
            </a:r>
            <a:r>
              <a:rPr lang="en-US" sz="2800" dirty="0">
                <a:latin typeface="Calibri" panose="020F0502020204030204" pitchFamily="34" charset="0"/>
                <a:ea typeface="Calibri" panose="020F0502020204030204" pitchFamily="34" charset="0"/>
                <a:cs typeface="Calibri" panose="020F0502020204030204" pitchFamily="34" charset="0"/>
              </a:rPr>
              <a:t>-RDA model covariates</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Full interaction among taxon, time of day, and depth</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Interaction term significant for many taxa</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Model alone does not address DVM</a:t>
            </a:r>
          </a:p>
        </p:txBody>
      </p:sp>
      <p:grpSp>
        <p:nvGrpSpPr>
          <p:cNvPr id="5" name="Group 4">
            <a:extLst>
              <a:ext uri="{FF2B5EF4-FFF2-40B4-BE49-F238E27FC236}">
                <a16:creationId xmlns:a16="http://schemas.microsoft.com/office/drawing/2014/main" id="{FAF617A2-47EB-F16C-896F-1043C83BD915}"/>
              </a:ext>
            </a:extLst>
          </p:cNvPr>
          <p:cNvGrpSpPr/>
          <p:nvPr/>
        </p:nvGrpSpPr>
        <p:grpSpPr>
          <a:xfrm>
            <a:off x="5645664" y="1287482"/>
            <a:ext cx="6370448" cy="4227442"/>
            <a:chOff x="5610223" y="2569062"/>
            <a:chExt cx="6370448" cy="4227442"/>
          </a:xfrm>
        </p:grpSpPr>
        <p:pic>
          <p:nvPicPr>
            <p:cNvPr id="6" name="Picture 5">
              <a:extLst>
                <a:ext uri="{FF2B5EF4-FFF2-40B4-BE49-F238E27FC236}">
                  <a16:creationId xmlns:a16="http://schemas.microsoft.com/office/drawing/2014/main" id="{1551000F-F41B-5685-56EA-22577F2846CC}"/>
                </a:ext>
              </a:extLst>
            </p:cNvPr>
            <p:cNvPicPr>
              <a:picLocks noChangeAspect="1"/>
            </p:cNvPicPr>
            <p:nvPr/>
          </p:nvPicPr>
          <p:blipFill>
            <a:blip r:embed="rId3"/>
            <a:stretch>
              <a:fillRect/>
            </a:stretch>
          </p:blipFill>
          <p:spPr>
            <a:xfrm>
              <a:off x="5610223" y="2569062"/>
              <a:ext cx="6370448" cy="3888888"/>
            </a:xfrm>
            <a:prstGeom prst="rect">
              <a:avLst/>
            </a:prstGeom>
          </p:spPr>
        </p:pic>
        <p:sp>
          <p:nvSpPr>
            <p:cNvPr id="8" name="TextBox 7">
              <a:extLst>
                <a:ext uri="{FF2B5EF4-FFF2-40B4-BE49-F238E27FC236}">
                  <a16:creationId xmlns:a16="http://schemas.microsoft.com/office/drawing/2014/main" id="{875237A7-6858-71F7-FD09-3DB17E2D87AB}"/>
                </a:ext>
              </a:extLst>
            </p:cNvPr>
            <p:cNvSpPr txBox="1"/>
            <p:nvPr/>
          </p:nvSpPr>
          <p:spPr>
            <a:xfrm>
              <a:off x="5610223" y="6457950"/>
              <a:ext cx="4689577"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Freer and Hobbs, 2020</a:t>
              </a:r>
            </a:p>
          </p:txBody>
        </p:sp>
      </p:grpSp>
    </p:spTree>
    <p:extLst>
      <p:ext uri="{BB962C8B-B14F-4D97-AF65-F5344CB8AC3E}">
        <p14:creationId xmlns:p14="http://schemas.microsoft.com/office/powerpoint/2010/main" val="35034087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5D717BA6-CBBA-5ECC-07D5-B5C1EAA8917F}"/>
              </a:ext>
            </a:extLst>
          </p:cNvPr>
          <p:cNvSpPr txBox="1">
            <a:spLocks/>
          </p:cNvSpPr>
          <p:nvPr/>
        </p:nvSpPr>
        <p:spPr>
          <a:xfrm>
            <a:off x="639847" y="2058647"/>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Vertical distribution across the day</a:t>
            </a:r>
          </a:p>
        </p:txBody>
      </p:sp>
      <p:cxnSp>
        <p:nvCxnSpPr>
          <p:cNvPr id="3" name="Straight Connector 2">
            <a:extLst>
              <a:ext uri="{FF2B5EF4-FFF2-40B4-BE49-F238E27FC236}">
                <a16:creationId xmlns:a16="http://schemas.microsoft.com/office/drawing/2014/main" id="{4AA7A90F-9092-E1AE-076E-0C2C649999E6}"/>
              </a:ext>
            </a:extLst>
          </p:cNvPr>
          <p:cNvCxnSpPr/>
          <p:nvPr/>
        </p:nvCxnSpPr>
        <p:spPr>
          <a:xfrm>
            <a:off x="639847" y="2979095"/>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8" name="Title 1">
            <a:extLst>
              <a:ext uri="{FF2B5EF4-FFF2-40B4-BE49-F238E27FC236}">
                <a16:creationId xmlns:a16="http://schemas.microsoft.com/office/drawing/2014/main" id="{410E170A-D496-9920-14DC-03DAA2023087}"/>
              </a:ext>
            </a:extLst>
          </p:cNvPr>
          <p:cNvSpPr txBox="1">
            <a:spLocks/>
          </p:cNvSpPr>
          <p:nvPr/>
        </p:nvSpPr>
        <p:spPr>
          <a:xfrm>
            <a:off x="914400" y="685800"/>
            <a:ext cx="6497638" cy="6858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GLMM Plots</a:t>
            </a:r>
          </a:p>
        </p:txBody>
      </p:sp>
      <p:pic>
        <p:nvPicPr>
          <p:cNvPr id="14" name="Content Placeholder 11">
            <a:extLst>
              <a:ext uri="{FF2B5EF4-FFF2-40B4-BE49-F238E27FC236}">
                <a16:creationId xmlns:a16="http://schemas.microsoft.com/office/drawing/2014/main" id="{E8D691A2-7A36-3838-5A9C-5CC59956672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69564" y="1076927"/>
            <a:ext cx="3794896" cy="2529931"/>
          </a:xfrm>
          <a:prstGeom prst="rect">
            <a:avLst/>
          </a:prstGeom>
        </p:spPr>
      </p:pic>
      <p:pic>
        <p:nvPicPr>
          <p:cNvPr id="5" name="Content Placeholder 7">
            <a:extLst>
              <a:ext uri="{FF2B5EF4-FFF2-40B4-BE49-F238E27FC236}">
                <a16:creationId xmlns:a16="http://schemas.microsoft.com/office/drawing/2014/main" id="{7C688F97-574C-4242-DD08-29C58A911A8E}"/>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00012" y="3020928"/>
            <a:ext cx="4136920" cy="2757946"/>
          </a:xfrm>
          <a:prstGeom prst="rect">
            <a:avLst/>
          </a:prstGeom>
        </p:spPr>
      </p:pic>
      <p:grpSp>
        <p:nvGrpSpPr>
          <p:cNvPr id="24" name="Group 23">
            <a:extLst>
              <a:ext uri="{FF2B5EF4-FFF2-40B4-BE49-F238E27FC236}">
                <a16:creationId xmlns:a16="http://schemas.microsoft.com/office/drawing/2014/main" id="{558667EF-951C-26AE-3ED2-E1083AF4BD17}"/>
              </a:ext>
            </a:extLst>
          </p:cNvPr>
          <p:cNvGrpSpPr/>
          <p:nvPr/>
        </p:nvGrpSpPr>
        <p:grpSpPr>
          <a:xfrm>
            <a:off x="2321047" y="3877632"/>
            <a:ext cx="6684730" cy="3045341"/>
            <a:chOff x="2321047" y="3877632"/>
            <a:chExt cx="6684730" cy="3045341"/>
          </a:xfrm>
        </p:grpSpPr>
        <p:graphicFrame>
          <p:nvGraphicFramePr>
            <p:cNvPr id="10" name="Chart 9">
              <a:extLst>
                <a:ext uri="{FF2B5EF4-FFF2-40B4-BE49-F238E27FC236}">
                  <a16:creationId xmlns:a16="http://schemas.microsoft.com/office/drawing/2014/main" id="{B0B39EBE-540E-374A-914D-25A9D1B0D558}"/>
                </a:ext>
              </a:extLst>
            </p:cNvPr>
            <p:cNvGraphicFramePr>
              <a:graphicFrameLocks/>
            </p:cNvGraphicFramePr>
            <p:nvPr>
              <p:extLst>
                <p:ext uri="{D42A27DB-BD31-4B8C-83A1-F6EECF244321}">
                  <p14:modId xmlns:p14="http://schemas.microsoft.com/office/powerpoint/2010/main" val="3761494070"/>
                </p:ext>
              </p:extLst>
            </p:nvPr>
          </p:nvGraphicFramePr>
          <p:xfrm>
            <a:off x="4084274" y="3877632"/>
            <a:ext cx="4921503" cy="3045341"/>
          </p:xfrm>
          <a:graphic>
            <a:graphicData uri="http://schemas.openxmlformats.org/drawingml/2006/chart">
              <c:chart xmlns:c="http://schemas.openxmlformats.org/drawingml/2006/chart" xmlns:r="http://schemas.openxmlformats.org/officeDocument/2006/relationships" r:id="rId5"/>
            </a:graphicData>
          </a:graphic>
        </p:graphicFrame>
        <p:pic>
          <p:nvPicPr>
            <p:cNvPr id="11" name="Graphic 10" descr="Line arrow: Counter-clockwise curve outline">
              <a:extLst>
                <a:ext uri="{FF2B5EF4-FFF2-40B4-BE49-F238E27FC236}">
                  <a16:creationId xmlns:a16="http://schemas.microsoft.com/office/drawing/2014/main" id="{FF233D08-24F8-012D-A2EA-8B5E57D9491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6962730">
              <a:off x="2510997" y="4597333"/>
              <a:ext cx="1630702" cy="2010601"/>
            </a:xfrm>
            <a:prstGeom prst="rect">
              <a:avLst/>
            </a:prstGeom>
          </p:spPr>
        </p:pic>
      </p:grpSp>
      <p:pic>
        <p:nvPicPr>
          <p:cNvPr id="16" name="Content Placeholder 15">
            <a:extLst>
              <a:ext uri="{FF2B5EF4-FFF2-40B4-BE49-F238E27FC236}">
                <a16:creationId xmlns:a16="http://schemas.microsoft.com/office/drawing/2014/main" id="{69ED431B-ABA9-541E-50BB-9CC89804DC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97092" y="1028700"/>
            <a:ext cx="3794896" cy="2513456"/>
          </a:xfrm>
          <a:prstGeom prst="rect">
            <a:avLst/>
          </a:prstGeom>
        </p:spPr>
      </p:pic>
      <p:sp>
        <p:nvSpPr>
          <p:cNvPr id="20" name="Text Placeholder 2">
            <a:extLst>
              <a:ext uri="{FF2B5EF4-FFF2-40B4-BE49-F238E27FC236}">
                <a16:creationId xmlns:a16="http://schemas.microsoft.com/office/drawing/2014/main" id="{0D6485C5-D0A2-F44E-AE83-3B0565880DE6}"/>
              </a:ext>
            </a:extLst>
          </p:cNvPr>
          <p:cNvSpPr txBox="1">
            <a:spLocks/>
          </p:cNvSpPr>
          <p:nvPr/>
        </p:nvSpPr>
        <p:spPr>
          <a:xfrm>
            <a:off x="4740470" y="79140"/>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total abundance</a:t>
            </a:r>
          </a:p>
        </p:txBody>
      </p:sp>
      <p:cxnSp>
        <p:nvCxnSpPr>
          <p:cNvPr id="21" name="Straight Connector 20">
            <a:extLst>
              <a:ext uri="{FF2B5EF4-FFF2-40B4-BE49-F238E27FC236}">
                <a16:creationId xmlns:a16="http://schemas.microsoft.com/office/drawing/2014/main" id="{F24F8E2E-94BC-DF72-A751-FADE6E6816AA}"/>
              </a:ext>
            </a:extLst>
          </p:cNvPr>
          <p:cNvCxnSpPr/>
          <p:nvPr/>
        </p:nvCxnSpPr>
        <p:spPr>
          <a:xfrm>
            <a:off x="4740470" y="999588"/>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22" name="Text Placeholder 2">
            <a:extLst>
              <a:ext uri="{FF2B5EF4-FFF2-40B4-BE49-F238E27FC236}">
                <a16:creationId xmlns:a16="http://schemas.microsoft.com/office/drawing/2014/main" id="{9D2DD7C1-104E-4199-7896-D3AE5B827B36}"/>
              </a:ext>
            </a:extLst>
          </p:cNvPr>
          <p:cNvSpPr txBox="1">
            <a:spLocks/>
          </p:cNvSpPr>
          <p:nvPr/>
        </p:nvSpPr>
        <p:spPr>
          <a:xfrm>
            <a:off x="8660340" y="50863"/>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abundance gradient</a:t>
            </a:r>
          </a:p>
        </p:txBody>
      </p:sp>
      <p:cxnSp>
        <p:nvCxnSpPr>
          <p:cNvPr id="23" name="Straight Connector 22">
            <a:extLst>
              <a:ext uri="{FF2B5EF4-FFF2-40B4-BE49-F238E27FC236}">
                <a16:creationId xmlns:a16="http://schemas.microsoft.com/office/drawing/2014/main" id="{C698892F-C9A2-DB34-1A53-083ED63D51AB}"/>
              </a:ext>
            </a:extLst>
          </p:cNvPr>
          <p:cNvCxnSpPr/>
          <p:nvPr/>
        </p:nvCxnSpPr>
        <p:spPr>
          <a:xfrm>
            <a:off x="8660340" y="1006751"/>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9229A04A-D26B-E496-78BC-8DE7F3356ABA}"/>
              </a:ext>
            </a:extLst>
          </p:cNvPr>
          <p:cNvSpPr/>
          <p:nvPr/>
        </p:nvSpPr>
        <p:spPr>
          <a:xfrm>
            <a:off x="4369564" y="212655"/>
            <a:ext cx="3860036" cy="33942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5C3FE6B-43DF-B52B-A80A-CF18E1610979}"/>
              </a:ext>
            </a:extLst>
          </p:cNvPr>
          <p:cNvSpPr/>
          <p:nvPr/>
        </p:nvSpPr>
        <p:spPr>
          <a:xfrm>
            <a:off x="8264522" y="212654"/>
            <a:ext cx="3860036" cy="33942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7823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DB59-4487-64CE-70E9-D76ACE7E8C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C00901-79CC-6A9B-DA12-F1ACF4A6A87A}"/>
              </a:ext>
            </a:extLst>
          </p:cNvPr>
          <p:cNvSpPr>
            <a:spLocks noGrp="1"/>
          </p:cNvSpPr>
          <p:nvPr>
            <p:ph type="title"/>
          </p:nvPr>
        </p:nvSpPr>
        <p:spPr>
          <a:xfrm>
            <a:off x="595423" y="423536"/>
            <a:ext cx="10979889" cy="1199707"/>
          </a:xfrm>
        </p:spPr>
        <p:txBody>
          <a:bodyPr/>
          <a:lstStyle/>
          <a:p>
            <a:pPr algn="ctr"/>
            <a:r>
              <a:rPr lang="en-US" sz="3400" i="1" dirty="0"/>
              <a:t>Lestidiops ringens</a:t>
            </a:r>
            <a:r>
              <a:rPr lang="en-US" sz="3400" dirty="0"/>
              <a:t> (Slender barracudina) – most abundant at shallowest depths at night</a:t>
            </a:r>
            <a:endParaRPr lang="en-US" sz="3400" i="1" dirty="0"/>
          </a:p>
        </p:txBody>
      </p:sp>
      <p:pic>
        <p:nvPicPr>
          <p:cNvPr id="29" name="Content Placeholder 7">
            <a:extLst>
              <a:ext uri="{FF2B5EF4-FFF2-40B4-BE49-F238E27FC236}">
                <a16:creationId xmlns:a16="http://schemas.microsoft.com/office/drawing/2014/main" id="{50B2ED5F-F606-9334-E68E-2377E94B96AB}"/>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5135834" y="6118778"/>
            <a:ext cx="2445605" cy="725029"/>
          </a:xfrm>
          <a:prstGeom prst="rect">
            <a:avLst/>
          </a:prstGeom>
        </p:spPr>
      </p:pic>
      <p:grpSp>
        <p:nvGrpSpPr>
          <p:cNvPr id="30" name="Group 29">
            <a:extLst>
              <a:ext uri="{FF2B5EF4-FFF2-40B4-BE49-F238E27FC236}">
                <a16:creationId xmlns:a16="http://schemas.microsoft.com/office/drawing/2014/main" id="{6E2C42AE-44C6-465F-90F2-C92C7E6CC008}"/>
              </a:ext>
            </a:extLst>
          </p:cNvPr>
          <p:cNvGrpSpPr/>
          <p:nvPr/>
        </p:nvGrpSpPr>
        <p:grpSpPr>
          <a:xfrm>
            <a:off x="4007780" y="3482631"/>
            <a:ext cx="4090837" cy="2701251"/>
            <a:chOff x="3955391" y="2920518"/>
            <a:chExt cx="4090837" cy="2701251"/>
          </a:xfrm>
        </p:grpSpPr>
        <p:pic>
          <p:nvPicPr>
            <p:cNvPr id="31" name="Content Placeholder 11">
              <a:extLst>
                <a:ext uri="{FF2B5EF4-FFF2-40B4-BE49-F238E27FC236}">
                  <a16:creationId xmlns:a16="http://schemas.microsoft.com/office/drawing/2014/main" id="{340FEE65-28F9-E798-6C09-4FB4143FFB04}"/>
                </a:ext>
              </a:extLst>
            </p:cNvPr>
            <p:cNvPicPr>
              <a:picLocks noChangeAspect="1"/>
            </p:cNvPicPr>
            <p:nvPr/>
          </p:nvPicPr>
          <p:blipFill>
            <a:blip r:embed="rId4">
              <a:extLst>
                <a:ext uri="{28A0092B-C50C-407E-A947-70E740481C1C}">
                  <a14:useLocalDpi xmlns:a14="http://schemas.microsoft.com/office/drawing/2010/main" val="0"/>
                </a:ext>
              </a:extLst>
            </a:blip>
            <a:srcRect l="80332" t="4580" r="10" b="80370"/>
            <a:stretch>
              <a:fillRect/>
            </a:stretch>
          </p:blipFill>
          <p:spPr>
            <a:xfrm>
              <a:off x="4189173" y="3378995"/>
              <a:ext cx="3793147" cy="1960296"/>
            </a:xfrm>
            <a:prstGeom prst="rect">
              <a:avLst/>
            </a:prstGeom>
          </p:spPr>
        </p:pic>
        <p:pic>
          <p:nvPicPr>
            <p:cNvPr id="32" name="Content Placeholder 11">
              <a:extLst>
                <a:ext uri="{FF2B5EF4-FFF2-40B4-BE49-F238E27FC236}">
                  <a16:creationId xmlns:a16="http://schemas.microsoft.com/office/drawing/2014/main" id="{5F9D8967-F940-ADE5-F47A-55ED3A156AB5}"/>
                </a:ext>
              </a:extLst>
            </p:cNvPr>
            <p:cNvPicPr>
              <a:picLocks noChangeAspect="1"/>
            </p:cNvPicPr>
            <p:nvPr/>
          </p:nvPicPr>
          <p:blipFill>
            <a:blip r:embed="rId4">
              <a:extLst>
                <a:ext uri="{28A0092B-C50C-407E-A947-70E740481C1C}">
                  <a14:useLocalDpi xmlns:a14="http://schemas.microsoft.com/office/drawing/2010/main" val="0"/>
                </a:ext>
              </a:extLst>
            </a:blip>
            <a:srcRect l="4350" t="94588" r="77762" b="2990"/>
            <a:stretch>
              <a:fillRect/>
            </a:stretch>
          </p:blipFill>
          <p:spPr>
            <a:xfrm>
              <a:off x="4594701" y="5207681"/>
              <a:ext cx="3451527" cy="315484"/>
            </a:xfrm>
            <a:prstGeom prst="rect">
              <a:avLst/>
            </a:prstGeom>
          </p:spPr>
        </p:pic>
        <p:pic>
          <p:nvPicPr>
            <p:cNvPr id="33" name="Content Placeholder 11">
              <a:extLst>
                <a:ext uri="{FF2B5EF4-FFF2-40B4-BE49-F238E27FC236}">
                  <a16:creationId xmlns:a16="http://schemas.microsoft.com/office/drawing/2014/main" id="{E19FF324-DFD0-93FD-44B5-19E147CBE56B}"/>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55391" y="2920518"/>
              <a:ext cx="318542" cy="2701251"/>
            </a:xfrm>
            <a:prstGeom prst="rect">
              <a:avLst/>
            </a:prstGeom>
          </p:spPr>
        </p:pic>
      </p:grpSp>
      <p:grpSp>
        <p:nvGrpSpPr>
          <p:cNvPr id="34" name="Group 33">
            <a:extLst>
              <a:ext uri="{FF2B5EF4-FFF2-40B4-BE49-F238E27FC236}">
                <a16:creationId xmlns:a16="http://schemas.microsoft.com/office/drawing/2014/main" id="{A04CF5EC-A445-F6A7-40F3-55FD25A79F00}"/>
              </a:ext>
            </a:extLst>
          </p:cNvPr>
          <p:cNvGrpSpPr/>
          <p:nvPr/>
        </p:nvGrpSpPr>
        <p:grpSpPr>
          <a:xfrm>
            <a:off x="8176387" y="3054096"/>
            <a:ext cx="3747295" cy="3506994"/>
            <a:chOff x="8137083" y="2517646"/>
            <a:chExt cx="3747295" cy="3506994"/>
          </a:xfrm>
        </p:grpSpPr>
        <p:pic>
          <p:nvPicPr>
            <p:cNvPr id="35" name="Content Placeholder 15">
              <a:extLst>
                <a:ext uri="{FF2B5EF4-FFF2-40B4-BE49-F238E27FC236}">
                  <a16:creationId xmlns:a16="http://schemas.microsoft.com/office/drawing/2014/main" id="{E445B866-AC30-F2DF-CE38-94EA91BAD347}"/>
                </a:ext>
              </a:extLst>
            </p:cNvPr>
            <p:cNvPicPr>
              <a:picLocks noChangeAspect="1"/>
            </p:cNvPicPr>
            <p:nvPr/>
          </p:nvPicPr>
          <p:blipFill>
            <a:blip r:embed="rId5">
              <a:extLst>
                <a:ext uri="{28A0092B-C50C-407E-A947-70E740481C1C}">
                  <a14:useLocalDpi xmlns:a14="http://schemas.microsoft.com/office/drawing/2010/main" val="0"/>
                </a:ext>
              </a:extLst>
            </a:blip>
            <a:srcRect l="80502" t="4219" r="338" b="80750"/>
            <a:stretch>
              <a:fillRect/>
            </a:stretch>
          </p:blipFill>
          <p:spPr>
            <a:xfrm>
              <a:off x="8442708" y="3300413"/>
              <a:ext cx="3416270" cy="2110651"/>
            </a:xfrm>
            <a:prstGeom prst="rect">
              <a:avLst/>
            </a:prstGeom>
          </p:spPr>
        </p:pic>
        <p:pic>
          <p:nvPicPr>
            <p:cNvPr id="36" name="Content Placeholder 15">
              <a:extLst>
                <a:ext uri="{FF2B5EF4-FFF2-40B4-BE49-F238E27FC236}">
                  <a16:creationId xmlns:a16="http://schemas.microsoft.com/office/drawing/2014/main" id="{B9EBB612-ED8B-59A3-F24A-C82CF4323B85}"/>
                </a:ext>
              </a:extLst>
            </p:cNvPr>
            <p:cNvPicPr>
              <a:picLocks noChangeAspect="1"/>
            </p:cNvPicPr>
            <p:nvPr/>
          </p:nvPicPr>
          <p:blipFill>
            <a:blip r:embed="rId5">
              <a:extLst>
                <a:ext uri="{28A0092B-C50C-407E-A947-70E740481C1C}">
                  <a14:useLocalDpi xmlns:a14="http://schemas.microsoft.com/office/drawing/2010/main" val="0"/>
                </a:ext>
              </a:extLst>
            </a:blip>
            <a:srcRect l="5041" t="94623" r="78278" b="3073"/>
            <a:stretch>
              <a:fillRect/>
            </a:stretch>
          </p:blipFill>
          <p:spPr>
            <a:xfrm>
              <a:off x="8910161" y="5392014"/>
              <a:ext cx="2974217" cy="323634"/>
            </a:xfrm>
            <a:prstGeom prst="rect">
              <a:avLst/>
            </a:prstGeom>
          </p:spPr>
        </p:pic>
        <p:pic>
          <p:nvPicPr>
            <p:cNvPr id="37" name="Content Placeholder 15">
              <a:extLst>
                <a:ext uri="{FF2B5EF4-FFF2-40B4-BE49-F238E27FC236}">
                  <a16:creationId xmlns:a16="http://schemas.microsoft.com/office/drawing/2014/main" id="{1CC926B1-015C-AB36-CFA5-6A4C0EE3A740}"/>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38" name="Content Placeholder 7">
            <a:extLst>
              <a:ext uri="{FF2B5EF4-FFF2-40B4-BE49-F238E27FC236}">
                <a16:creationId xmlns:a16="http://schemas.microsoft.com/office/drawing/2014/main" id="{9083FFF2-2A87-856D-C68A-25345BE21BFF}"/>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1251714" y="2301876"/>
            <a:ext cx="2135750" cy="1545963"/>
          </a:xfrm>
          <a:prstGeom prst="rect">
            <a:avLst/>
          </a:prstGeom>
        </p:spPr>
      </p:pic>
      <p:grpSp>
        <p:nvGrpSpPr>
          <p:cNvPr id="39" name="Group 38">
            <a:extLst>
              <a:ext uri="{FF2B5EF4-FFF2-40B4-BE49-F238E27FC236}">
                <a16:creationId xmlns:a16="http://schemas.microsoft.com/office/drawing/2014/main" id="{438E7103-4C55-06B3-FFC3-D3A2ABD33CEA}"/>
              </a:ext>
            </a:extLst>
          </p:cNvPr>
          <p:cNvGrpSpPr/>
          <p:nvPr/>
        </p:nvGrpSpPr>
        <p:grpSpPr>
          <a:xfrm>
            <a:off x="68204" y="3912719"/>
            <a:ext cx="3829157" cy="2198324"/>
            <a:chOff x="77272" y="3378995"/>
            <a:chExt cx="3829157" cy="2198324"/>
          </a:xfrm>
        </p:grpSpPr>
        <p:pic>
          <p:nvPicPr>
            <p:cNvPr id="40" name="Content Placeholder 7">
              <a:extLst>
                <a:ext uri="{FF2B5EF4-FFF2-40B4-BE49-F238E27FC236}">
                  <a16:creationId xmlns:a16="http://schemas.microsoft.com/office/drawing/2014/main" id="{15F40837-61F0-D5ED-427E-9F6F6246A6DB}"/>
                </a:ext>
              </a:extLst>
            </p:cNvPr>
            <p:cNvPicPr>
              <a:picLocks noChangeAspect="1"/>
            </p:cNvPicPr>
            <p:nvPr/>
          </p:nvPicPr>
          <p:blipFill>
            <a:blip r:embed="rId3">
              <a:extLst>
                <a:ext uri="{28A0092B-C50C-407E-A947-70E740481C1C}">
                  <a14:useLocalDpi xmlns:a14="http://schemas.microsoft.com/office/drawing/2010/main" val="0"/>
                </a:ext>
              </a:extLst>
            </a:blip>
            <a:srcRect l="1631" t="4310" r="96052" b="80479"/>
            <a:stretch>
              <a:fillRect/>
            </a:stretch>
          </p:blipFill>
          <p:spPr>
            <a:xfrm>
              <a:off x="348508" y="3378995"/>
              <a:ext cx="467926" cy="2028225"/>
            </a:xfrm>
            <a:prstGeom prst="rect">
              <a:avLst/>
            </a:prstGeom>
          </p:spPr>
        </p:pic>
        <p:pic>
          <p:nvPicPr>
            <p:cNvPr id="41" name="Content Placeholder 7">
              <a:extLst>
                <a:ext uri="{FF2B5EF4-FFF2-40B4-BE49-F238E27FC236}">
                  <a16:creationId xmlns:a16="http://schemas.microsoft.com/office/drawing/2014/main" id="{169C9B32-8404-0E69-168A-3EF684A5BEBF}"/>
                </a:ext>
              </a:extLst>
            </p:cNvPr>
            <p:cNvPicPr>
              <a:picLocks noChangeAspect="1"/>
            </p:cNvPicPr>
            <p:nvPr/>
          </p:nvPicPr>
          <p:blipFill>
            <a:blip r:embed="rId3">
              <a:extLst>
                <a:ext uri="{28A0092B-C50C-407E-A947-70E740481C1C}">
                  <a14:useLocalDpi xmlns:a14="http://schemas.microsoft.com/office/drawing/2010/main" val="0"/>
                </a:ext>
              </a:extLst>
            </a:blip>
            <a:srcRect l="65242" t="4321" r="19531" b="80466"/>
            <a:stretch>
              <a:fillRect/>
            </a:stretch>
          </p:blipFill>
          <p:spPr>
            <a:xfrm>
              <a:off x="759998" y="3380275"/>
              <a:ext cx="3075670" cy="2028226"/>
            </a:xfrm>
            <a:prstGeom prst="rect">
              <a:avLst/>
            </a:prstGeom>
          </p:spPr>
        </p:pic>
        <p:pic>
          <p:nvPicPr>
            <p:cNvPr id="42" name="Content Placeholder 7">
              <a:extLst>
                <a:ext uri="{FF2B5EF4-FFF2-40B4-BE49-F238E27FC236}">
                  <a16:creationId xmlns:a16="http://schemas.microsoft.com/office/drawing/2014/main" id="{78969FA4-3FB5-3EA9-E976-F328353DCC58}"/>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43" name="Content Placeholder 7">
              <a:extLst>
                <a:ext uri="{FF2B5EF4-FFF2-40B4-BE49-F238E27FC236}">
                  <a16:creationId xmlns:a16="http://schemas.microsoft.com/office/drawing/2014/main" id="{93240107-730C-BA84-2B85-9F9ECA99EF26}"/>
                </a:ext>
              </a:extLst>
            </p:cNvPr>
            <p:cNvPicPr>
              <a:picLocks noChangeAspect="1"/>
            </p:cNvPicPr>
            <p:nvPr/>
          </p:nvPicPr>
          <p:blipFill>
            <a:blip r:embed="rId3">
              <a:extLst>
                <a:ext uri="{28A0092B-C50C-407E-A947-70E740481C1C}">
                  <a14:useLocalDpi xmlns:a14="http://schemas.microsoft.com/office/drawing/2010/main" val="0"/>
                </a:ext>
              </a:extLst>
            </a:blip>
            <a:srcRect l="1804" t="94417" r="80883" b="3117"/>
            <a:stretch>
              <a:fillRect/>
            </a:stretch>
          </p:blipFill>
          <p:spPr>
            <a:xfrm>
              <a:off x="409628" y="5248568"/>
              <a:ext cx="3496801" cy="328751"/>
            </a:xfrm>
            <a:prstGeom prst="rect">
              <a:avLst/>
            </a:prstGeom>
          </p:spPr>
        </p:pic>
      </p:grpSp>
      <p:grpSp>
        <p:nvGrpSpPr>
          <p:cNvPr id="44" name="Group 43">
            <a:extLst>
              <a:ext uri="{FF2B5EF4-FFF2-40B4-BE49-F238E27FC236}">
                <a16:creationId xmlns:a16="http://schemas.microsoft.com/office/drawing/2014/main" id="{F679F3F5-DA88-A006-A457-7615563F5A9A}"/>
              </a:ext>
            </a:extLst>
          </p:cNvPr>
          <p:cNvGrpSpPr/>
          <p:nvPr/>
        </p:nvGrpSpPr>
        <p:grpSpPr>
          <a:xfrm>
            <a:off x="7223760" y="2057400"/>
            <a:ext cx="4692891" cy="1016052"/>
            <a:chOff x="7149979" y="1947466"/>
            <a:chExt cx="4692891" cy="1016052"/>
          </a:xfrm>
        </p:grpSpPr>
        <p:pic>
          <p:nvPicPr>
            <p:cNvPr id="45" name="Picture 44">
              <a:extLst>
                <a:ext uri="{FF2B5EF4-FFF2-40B4-BE49-F238E27FC236}">
                  <a16:creationId xmlns:a16="http://schemas.microsoft.com/office/drawing/2014/main" id="{A6990902-1000-9B0A-D635-56393EBBFDB4}"/>
                </a:ext>
              </a:extLst>
            </p:cNvPr>
            <p:cNvPicPr>
              <a:picLocks noChangeAspect="1"/>
            </p:cNvPicPr>
            <p:nvPr/>
          </p:nvPicPr>
          <p:blipFill>
            <a:blip r:embed="rId6"/>
            <a:stretch>
              <a:fillRect/>
            </a:stretch>
          </p:blipFill>
          <p:spPr>
            <a:xfrm>
              <a:off x="7149979" y="1947466"/>
              <a:ext cx="4692891" cy="1016052"/>
            </a:xfrm>
            <a:prstGeom prst="rect">
              <a:avLst/>
            </a:prstGeom>
          </p:spPr>
        </p:pic>
        <p:sp>
          <p:nvSpPr>
            <p:cNvPr id="46" name="TextBox 45">
              <a:extLst>
                <a:ext uri="{FF2B5EF4-FFF2-40B4-BE49-F238E27FC236}">
                  <a16:creationId xmlns:a16="http://schemas.microsoft.com/office/drawing/2014/main" id="{B61D2F7A-7C26-D841-49E5-2DB3ABA3DA9E}"/>
                </a:ext>
              </a:extLst>
            </p:cNvPr>
            <p:cNvSpPr txBox="1"/>
            <p:nvPr/>
          </p:nvSpPr>
          <p:spPr>
            <a:xfrm>
              <a:off x="9760593" y="2466868"/>
              <a:ext cx="201334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grpSp>
      <p:pic>
        <p:nvPicPr>
          <p:cNvPr id="47" name="Graphic 46" descr="Moon with solid fill">
            <a:extLst>
              <a:ext uri="{FF2B5EF4-FFF2-40B4-BE49-F238E27FC236}">
                <a16:creationId xmlns:a16="http://schemas.microsoft.com/office/drawing/2014/main" id="{9C5E728B-9CF4-0617-F0B6-246EA92964E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291" y="6073859"/>
            <a:ext cx="329564" cy="329564"/>
          </a:xfrm>
          <a:prstGeom prst="rect">
            <a:avLst/>
          </a:prstGeom>
        </p:spPr>
      </p:pic>
      <p:pic>
        <p:nvPicPr>
          <p:cNvPr id="48" name="Graphic 47" descr="Dim (Smaller Sun) with solid fill">
            <a:extLst>
              <a:ext uri="{FF2B5EF4-FFF2-40B4-BE49-F238E27FC236}">
                <a16:creationId xmlns:a16="http://schemas.microsoft.com/office/drawing/2014/main" id="{07AC6D0C-F862-5987-B3F1-D74E2F72E9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38487" y="6000233"/>
            <a:ext cx="521122" cy="521122"/>
          </a:xfrm>
          <a:prstGeom prst="rect">
            <a:avLst/>
          </a:prstGeom>
        </p:spPr>
      </p:pic>
      <p:pic>
        <p:nvPicPr>
          <p:cNvPr id="49" name="Graphic 48" descr="Moon with solid fill">
            <a:extLst>
              <a:ext uri="{FF2B5EF4-FFF2-40B4-BE49-F238E27FC236}">
                <a16:creationId xmlns:a16="http://schemas.microsoft.com/office/drawing/2014/main" id="{1CB4252E-E8A7-28A2-F546-9B62817712B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95670" y="6027009"/>
            <a:ext cx="329564" cy="329564"/>
          </a:xfrm>
          <a:prstGeom prst="rect">
            <a:avLst/>
          </a:prstGeom>
        </p:spPr>
      </p:pic>
      <p:pic>
        <p:nvPicPr>
          <p:cNvPr id="50" name="Graphic 49" descr="Moon with solid fill">
            <a:extLst>
              <a:ext uri="{FF2B5EF4-FFF2-40B4-BE49-F238E27FC236}">
                <a16:creationId xmlns:a16="http://schemas.microsoft.com/office/drawing/2014/main" id="{B60F0180-05FD-3ABD-B9C1-968119AE9B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31868" y="6191791"/>
            <a:ext cx="329564" cy="329564"/>
          </a:xfrm>
          <a:prstGeom prst="rect">
            <a:avLst/>
          </a:prstGeom>
        </p:spPr>
      </p:pic>
      <p:pic>
        <p:nvPicPr>
          <p:cNvPr id="51" name="Graphic 50" descr="Dim (Smaller Sun) with solid fill">
            <a:extLst>
              <a:ext uri="{FF2B5EF4-FFF2-40B4-BE49-F238E27FC236}">
                <a16:creationId xmlns:a16="http://schemas.microsoft.com/office/drawing/2014/main" id="{1B9447E2-227E-750A-60E8-E35324B20C0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82513" y="6139993"/>
            <a:ext cx="521122" cy="521122"/>
          </a:xfrm>
          <a:prstGeom prst="rect">
            <a:avLst/>
          </a:prstGeom>
        </p:spPr>
      </p:pic>
      <p:pic>
        <p:nvPicPr>
          <p:cNvPr id="52" name="Graphic 51" descr="Dim (Smaller Sun) with solid fill">
            <a:extLst>
              <a:ext uri="{FF2B5EF4-FFF2-40B4-BE49-F238E27FC236}">
                <a16:creationId xmlns:a16="http://schemas.microsoft.com/office/drawing/2014/main" id="{9F6C4DFB-93C1-FDEC-7946-8B758D1E541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26736" y="5967101"/>
            <a:ext cx="521122" cy="521122"/>
          </a:xfrm>
          <a:prstGeom prst="rect">
            <a:avLst/>
          </a:prstGeom>
        </p:spPr>
      </p:pic>
    </p:spTree>
    <p:extLst>
      <p:ext uri="{BB962C8B-B14F-4D97-AF65-F5344CB8AC3E}">
        <p14:creationId xmlns:p14="http://schemas.microsoft.com/office/powerpoint/2010/main" val="39313806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E5AC8-D9FC-C95D-9BC9-1FB190E907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ED064-30AD-90E5-DBE2-E673FF2E64A9}"/>
              </a:ext>
            </a:extLst>
          </p:cNvPr>
          <p:cNvSpPr>
            <a:spLocks noGrp="1"/>
          </p:cNvSpPr>
          <p:nvPr>
            <p:ph type="title"/>
          </p:nvPr>
        </p:nvSpPr>
        <p:spPr>
          <a:xfrm>
            <a:off x="616688" y="423537"/>
            <a:ext cx="10958624" cy="1685659"/>
          </a:xfrm>
        </p:spPr>
        <p:txBody>
          <a:bodyPr/>
          <a:lstStyle/>
          <a:p>
            <a:pPr algn="ctr"/>
            <a:r>
              <a:rPr lang="en-US" sz="3400" i="1" dirty="0"/>
              <a:t>Stenobrachius leucopsarus </a:t>
            </a:r>
            <a:r>
              <a:rPr lang="en-US" sz="3400" dirty="0"/>
              <a:t>(Northern lampfish)</a:t>
            </a:r>
            <a:r>
              <a:rPr lang="en-US" sz="3400" i="1" dirty="0"/>
              <a:t> </a:t>
            </a:r>
            <a:r>
              <a:rPr lang="en-US" sz="3400" dirty="0"/>
              <a:t>– most abundant at deepest depths at night AND shallowest depths during the day</a:t>
            </a:r>
            <a:endParaRPr lang="en-US" sz="3400" i="1" dirty="0"/>
          </a:p>
        </p:txBody>
      </p:sp>
      <p:grpSp>
        <p:nvGrpSpPr>
          <p:cNvPr id="3" name="Group 2">
            <a:extLst>
              <a:ext uri="{FF2B5EF4-FFF2-40B4-BE49-F238E27FC236}">
                <a16:creationId xmlns:a16="http://schemas.microsoft.com/office/drawing/2014/main" id="{FF732446-2C2A-D359-78A6-EABCA6EC4AD2}"/>
              </a:ext>
            </a:extLst>
          </p:cNvPr>
          <p:cNvGrpSpPr/>
          <p:nvPr/>
        </p:nvGrpSpPr>
        <p:grpSpPr>
          <a:xfrm>
            <a:off x="7223760" y="2054168"/>
            <a:ext cx="4237306" cy="1140586"/>
            <a:chOff x="7848267" y="2089392"/>
            <a:chExt cx="4237306" cy="1140586"/>
          </a:xfrm>
        </p:grpSpPr>
        <p:pic>
          <p:nvPicPr>
            <p:cNvPr id="4" name="Picture 3">
              <a:extLst>
                <a:ext uri="{FF2B5EF4-FFF2-40B4-BE49-F238E27FC236}">
                  <a16:creationId xmlns:a16="http://schemas.microsoft.com/office/drawing/2014/main" id="{7D7FB247-2EE2-A560-6E4E-5EA9C774EE1C}"/>
                </a:ext>
              </a:extLst>
            </p:cNvPr>
            <p:cNvPicPr>
              <a:picLocks noChangeAspect="1"/>
            </p:cNvPicPr>
            <p:nvPr/>
          </p:nvPicPr>
          <p:blipFill>
            <a:blip r:embed="rId3"/>
            <a:stretch>
              <a:fillRect/>
            </a:stretch>
          </p:blipFill>
          <p:spPr>
            <a:xfrm>
              <a:off x="7848267" y="2089392"/>
              <a:ext cx="4237306" cy="1140586"/>
            </a:xfrm>
            <a:prstGeom prst="rect">
              <a:avLst/>
            </a:prstGeom>
          </p:spPr>
        </p:pic>
        <p:sp>
          <p:nvSpPr>
            <p:cNvPr id="5" name="TextBox 4">
              <a:extLst>
                <a:ext uri="{FF2B5EF4-FFF2-40B4-BE49-F238E27FC236}">
                  <a16:creationId xmlns:a16="http://schemas.microsoft.com/office/drawing/2014/main" id="{BB7DB2D1-F4BD-B8DB-0735-86D84226664D}"/>
                </a:ext>
              </a:extLst>
            </p:cNvPr>
            <p:cNvSpPr txBox="1"/>
            <p:nvPr/>
          </p:nvSpPr>
          <p:spPr>
            <a:xfrm>
              <a:off x="9914090" y="2866849"/>
              <a:ext cx="201334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grpSp>
      <p:pic>
        <p:nvPicPr>
          <p:cNvPr id="6" name="Content Placeholder 7">
            <a:extLst>
              <a:ext uri="{FF2B5EF4-FFF2-40B4-BE49-F238E27FC236}">
                <a16:creationId xmlns:a16="http://schemas.microsoft.com/office/drawing/2014/main" id="{F645D2E2-9B36-9E46-53CA-B84D3A1A4F9F}"/>
              </a:ext>
            </a:extLst>
          </p:cNvPr>
          <p:cNvPicPr>
            <a:picLocks noChangeAspect="1"/>
          </p:cNvPicPr>
          <p:nvPr/>
        </p:nvPicPr>
        <p:blipFill>
          <a:blip r:embed="rId4">
            <a:extLst>
              <a:ext uri="{28A0092B-C50C-407E-A947-70E740481C1C}">
                <a14:useLocalDpi xmlns:a14="http://schemas.microsoft.com/office/drawing/2010/main" val="0"/>
              </a:ext>
            </a:extLst>
          </a:blip>
          <a:srcRect l="37785" t="96370" r="54041"/>
          <a:stretch>
            <a:fillRect/>
          </a:stretch>
        </p:blipFill>
        <p:spPr>
          <a:xfrm>
            <a:off x="4941744" y="6120375"/>
            <a:ext cx="2445605" cy="725029"/>
          </a:xfrm>
          <a:prstGeom prst="rect">
            <a:avLst/>
          </a:prstGeom>
        </p:spPr>
      </p:pic>
      <p:grpSp>
        <p:nvGrpSpPr>
          <p:cNvPr id="7" name="Group 6">
            <a:extLst>
              <a:ext uri="{FF2B5EF4-FFF2-40B4-BE49-F238E27FC236}">
                <a16:creationId xmlns:a16="http://schemas.microsoft.com/office/drawing/2014/main" id="{3CF02F96-2304-13F0-82A0-65E8EAAA5D75}"/>
              </a:ext>
            </a:extLst>
          </p:cNvPr>
          <p:cNvGrpSpPr/>
          <p:nvPr/>
        </p:nvGrpSpPr>
        <p:grpSpPr>
          <a:xfrm>
            <a:off x="4005072" y="3483864"/>
            <a:ext cx="4012641" cy="2701251"/>
            <a:chOff x="3969679" y="2920518"/>
            <a:chExt cx="4012641" cy="2701251"/>
          </a:xfrm>
        </p:grpSpPr>
        <p:pic>
          <p:nvPicPr>
            <p:cNvPr id="8" name="Content Placeholder 11">
              <a:extLst>
                <a:ext uri="{FF2B5EF4-FFF2-40B4-BE49-F238E27FC236}">
                  <a16:creationId xmlns:a16="http://schemas.microsoft.com/office/drawing/2014/main" id="{AD015442-460A-C140-FDDA-B3DF453D04CA}"/>
                </a:ext>
              </a:extLst>
            </p:cNvPr>
            <p:cNvPicPr>
              <a:picLocks noChangeAspect="1"/>
            </p:cNvPicPr>
            <p:nvPr/>
          </p:nvPicPr>
          <p:blipFill>
            <a:blip r:embed="rId5">
              <a:extLst>
                <a:ext uri="{28A0092B-C50C-407E-A947-70E740481C1C}">
                  <a14:useLocalDpi xmlns:a14="http://schemas.microsoft.com/office/drawing/2010/main" val="0"/>
                </a:ext>
              </a:extLst>
            </a:blip>
            <a:srcRect l="22447" t="80792" r="57895" b="2785"/>
            <a:stretch>
              <a:fillRect/>
            </a:stretch>
          </p:blipFill>
          <p:spPr>
            <a:xfrm>
              <a:off x="4189173" y="3350419"/>
              <a:ext cx="3793147" cy="2139224"/>
            </a:xfrm>
            <a:prstGeom prst="rect">
              <a:avLst/>
            </a:prstGeom>
          </p:spPr>
        </p:pic>
        <p:pic>
          <p:nvPicPr>
            <p:cNvPr id="9" name="Content Placeholder 11">
              <a:extLst>
                <a:ext uri="{FF2B5EF4-FFF2-40B4-BE49-F238E27FC236}">
                  <a16:creationId xmlns:a16="http://schemas.microsoft.com/office/drawing/2014/main" id="{485C525F-3339-4D6B-29A0-9E27AEB443AB}"/>
                </a:ext>
              </a:extLst>
            </p:cNvPr>
            <p:cNvPicPr>
              <a:picLocks noChangeAspect="1"/>
            </p:cNvPicPr>
            <p:nvPr/>
          </p:nvPicPr>
          <p:blipFill>
            <a:blip r:embed="rId5">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10" name="Group 9">
            <a:extLst>
              <a:ext uri="{FF2B5EF4-FFF2-40B4-BE49-F238E27FC236}">
                <a16:creationId xmlns:a16="http://schemas.microsoft.com/office/drawing/2014/main" id="{6E8EC153-6A57-293A-5581-3D5EE96A85A0}"/>
              </a:ext>
            </a:extLst>
          </p:cNvPr>
          <p:cNvGrpSpPr/>
          <p:nvPr/>
        </p:nvGrpSpPr>
        <p:grpSpPr>
          <a:xfrm>
            <a:off x="8174736" y="3054096"/>
            <a:ext cx="3721895" cy="3506994"/>
            <a:chOff x="8137083" y="2517646"/>
            <a:chExt cx="3721895" cy="3506994"/>
          </a:xfrm>
        </p:grpSpPr>
        <p:pic>
          <p:nvPicPr>
            <p:cNvPr id="11" name="Content Placeholder 15">
              <a:extLst>
                <a:ext uri="{FF2B5EF4-FFF2-40B4-BE49-F238E27FC236}">
                  <a16:creationId xmlns:a16="http://schemas.microsoft.com/office/drawing/2014/main" id="{C8A0CB0E-7DAA-C7BF-D7A0-FB4F52972220}"/>
                </a:ext>
              </a:extLst>
            </p:cNvPr>
            <p:cNvPicPr>
              <a:picLocks noChangeAspect="1"/>
            </p:cNvPicPr>
            <p:nvPr/>
          </p:nvPicPr>
          <p:blipFill>
            <a:blip r:embed="rId6">
              <a:extLst>
                <a:ext uri="{28A0092B-C50C-407E-A947-70E740481C1C}">
                  <a14:useLocalDpi xmlns:a14="http://schemas.microsoft.com/office/drawing/2010/main" val="0"/>
                </a:ext>
              </a:extLst>
            </a:blip>
            <a:srcRect l="21679" t="80016" r="59161" b="2945"/>
            <a:stretch>
              <a:fillRect/>
            </a:stretch>
          </p:blipFill>
          <p:spPr>
            <a:xfrm>
              <a:off x="8442708" y="3228975"/>
              <a:ext cx="3416270" cy="2392794"/>
            </a:xfrm>
            <a:prstGeom prst="rect">
              <a:avLst/>
            </a:prstGeom>
          </p:spPr>
        </p:pic>
        <p:pic>
          <p:nvPicPr>
            <p:cNvPr id="12" name="Content Placeholder 15">
              <a:extLst>
                <a:ext uri="{FF2B5EF4-FFF2-40B4-BE49-F238E27FC236}">
                  <a16:creationId xmlns:a16="http://schemas.microsoft.com/office/drawing/2014/main" id="{1B063E98-7C5E-28ED-1421-93C679ED7BD8}"/>
                </a:ext>
              </a:extLst>
            </p:cNvPr>
            <p:cNvPicPr>
              <a:picLocks noChangeAspect="1"/>
            </p:cNvPicPr>
            <p:nvPr/>
          </p:nvPicPr>
          <p:blipFill>
            <a:blip r:embed="rId6">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13" name="Content Placeholder 7">
            <a:extLst>
              <a:ext uri="{FF2B5EF4-FFF2-40B4-BE49-F238E27FC236}">
                <a16:creationId xmlns:a16="http://schemas.microsoft.com/office/drawing/2014/main" id="{31036C86-6D35-4FCB-0C04-2F638706BC81}"/>
              </a:ext>
            </a:extLst>
          </p:cNvPr>
          <p:cNvPicPr>
            <a:picLocks noChangeAspect="1"/>
          </p:cNvPicPr>
          <p:nvPr/>
        </p:nvPicPr>
        <p:blipFill>
          <a:blip r:embed="rId4">
            <a:extLst>
              <a:ext uri="{28A0092B-C50C-407E-A947-70E740481C1C}">
                <a14:useLocalDpi xmlns:a14="http://schemas.microsoft.com/office/drawing/2010/main" val="0"/>
              </a:ext>
            </a:extLst>
          </a:blip>
          <a:srcRect l="81482" t="40110" r="1068" b="40966"/>
          <a:stretch>
            <a:fillRect/>
          </a:stretch>
        </p:blipFill>
        <p:spPr>
          <a:xfrm>
            <a:off x="1252728" y="2304288"/>
            <a:ext cx="2135750" cy="1545963"/>
          </a:xfrm>
          <a:prstGeom prst="rect">
            <a:avLst/>
          </a:prstGeom>
        </p:spPr>
      </p:pic>
      <p:grpSp>
        <p:nvGrpSpPr>
          <p:cNvPr id="14" name="Group 13">
            <a:extLst>
              <a:ext uri="{FF2B5EF4-FFF2-40B4-BE49-F238E27FC236}">
                <a16:creationId xmlns:a16="http://schemas.microsoft.com/office/drawing/2014/main" id="{3BDFBBBF-C89E-FE6F-C567-22A4268E2AE2}"/>
              </a:ext>
            </a:extLst>
          </p:cNvPr>
          <p:cNvGrpSpPr/>
          <p:nvPr/>
        </p:nvGrpSpPr>
        <p:grpSpPr>
          <a:xfrm>
            <a:off x="73152" y="3913632"/>
            <a:ext cx="3739054" cy="2271350"/>
            <a:chOff x="77272" y="3350419"/>
            <a:chExt cx="3739054" cy="2271350"/>
          </a:xfrm>
        </p:grpSpPr>
        <p:pic>
          <p:nvPicPr>
            <p:cNvPr id="15" name="Content Placeholder 7">
              <a:extLst>
                <a:ext uri="{FF2B5EF4-FFF2-40B4-BE49-F238E27FC236}">
                  <a16:creationId xmlns:a16="http://schemas.microsoft.com/office/drawing/2014/main" id="{A58DF5F1-31D0-0DB3-945C-04EC068BF872}"/>
                </a:ext>
              </a:extLst>
            </p:cNvPr>
            <p:cNvPicPr>
              <a:picLocks noChangeAspect="1"/>
            </p:cNvPicPr>
            <p:nvPr/>
          </p:nvPicPr>
          <p:blipFill>
            <a:blip r:embed="rId4">
              <a:extLst>
                <a:ext uri="{28A0092B-C50C-407E-A947-70E740481C1C}">
                  <a14:useLocalDpi xmlns:a14="http://schemas.microsoft.com/office/drawing/2010/main" val="0"/>
                </a:ext>
              </a:extLst>
            </a:blip>
            <a:srcRect l="1567" t="4256" r="96052" b="80479"/>
            <a:stretch>
              <a:fillRect/>
            </a:stretch>
          </p:blipFill>
          <p:spPr>
            <a:xfrm>
              <a:off x="371334" y="3350419"/>
              <a:ext cx="480820" cy="2035369"/>
            </a:xfrm>
            <a:prstGeom prst="rect">
              <a:avLst/>
            </a:prstGeom>
          </p:spPr>
        </p:pic>
        <p:pic>
          <p:nvPicPr>
            <p:cNvPr id="16" name="Content Placeholder 7">
              <a:extLst>
                <a:ext uri="{FF2B5EF4-FFF2-40B4-BE49-F238E27FC236}">
                  <a16:creationId xmlns:a16="http://schemas.microsoft.com/office/drawing/2014/main" id="{BD565184-2697-7E98-E442-8A99A42F7C9D}"/>
                </a:ext>
              </a:extLst>
            </p:cNvPr>
            <p:cNvPicPr>
              <a:picLocks noChangeAspect="1"/>
            </p:cNvPicPr>
            <p:nvPr/>
          </p:nvPicPr>
          <p:blipFill>
            <a:blip r:embed="rId4">
              <a:extLst>
                <a:ext uri="{28A0092B-C50C-407E-A947-70E740481C1C}">
                  <a14:useLocalDpi xmlns:a14="http://schemas.microsoft.com/office/drawing/2010/main" val="0"/>
                </a:ext>
              </a:extLst>
            </a:blip>
            <a:srcRect l="18734" t="80324" r="66039" b="2641"/>
            <a:stretch>
              <a:fillRect/>
            </a:stretch>
          </p:blipFill>
          <p:spPr>
            <a:xfrm>
              <a:off x="740656" y="3350419"/>
              <a:ext cx="3075670" cy="2271350"/>
            </a:xfrm>
            <a:prstGeom prst="rect">
              <a:avLst/>
            </a:prstGeom>
          </p:spPr>
        </p:pic>
        <p:pic>
          <p:nvPicPr>
            <p:cNvPr id="17" name="Content Placeholder 7">
              <a:extLst>
                <a:ext uri="{FF2B5EF4-FFF2-40B4-BE49-F238E27FC236}">
                  <a16:creationId xmlns:a16="http://schemas.microsoft.com/office/drawing/2014/main" id="{6E640D7D-AA1E-9C65-7348-561D0DAA7A9A}"/>
                </a:ext>
              </a:extLst>
            </p:cNvPr>
            <p:cNvPicPr>
              <a:picLocks noChangeAspect="1"/>
            </p:cNvPicPr>
            <p:nvPr/>
          </p:nvPicPr>
          <p:blipFill>
            <a:blip r:embed="rId4">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grpSp>
      <p:pic>
        <p:nvPicPr>
          <p:cNvPr id="18" name="Graphic 17" descr="Moon with solid fill">
            <a:extLst>
              <a:ext uri="{FF2B5EF4-FFF2-40B4-BE49-F238E27FC236}">
                <a16:creationId xmlns:a16="http://schemas.microsoft.com/office/drawing/2014/main" id="{1692423C-BA79-0A83-DA87-68FF54E15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4867" y="6088147"/>
            <a:ext cx="329564" cy="329564"/>
          </a:xfrm>
          <a:prstGeom prst="rect">
            <a:avLst/>
          </a:prstGeom>
        </p:spPr>
      </p:pic>
      <p:pic>
        <p:nvPicPr>
          <p:cNvPr id="19" name="Graphic 18" descr="Dim (Smaller Sun) with solid fill">
            <a:extLst>
              <a:ext uri="{FF2B5EF4-FFF2-40B4-BE49-F238E27FC236}">
                <a16:creationId xmlns:a16="http://schemas.microsoft.com/office/drawing/2014/main" id="{5DD408C7-8A4F-D075-03F9-C3952C10EB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74207" y="6014521"/>
            <a:ext cx="521122" cy="521122"/>
          </a:xfrm>
          <a:prstGeom prst="rect">
            <a:avLst/>
          </a:prstGeom>
        </p:spPr>
      </p:pic>
      <p:pic>
        <p:nvPicPr>
          <p:cNvPr id="20" name="Graphic 19" descr="Moon with solid fill">
            <a:extLst>
              <a:ext uri="{FF2B5EF4-FFF2-40B4-BE49-F238E27FC236}">
                <a16:creationId xmlns:a16="http://schemas.microsoft.com/office/drawing/2014/main" id="{81D6A4F2-43BA-B25B-B17A-CBFC1FCF3A3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4967" y="5965578"/>
            <a:ext cx="329564" cy="329564"/>
          </a:xfrm>
          <a:prstGeom prst="rect">
            <a:avLst/>
          </a:prstGeom>
        </p:spPr>
      </p:pic>
      <p:pic>
        <p:nvPicPr>
          <p:cNvPr id="21" name="Graphic 20" descr="Dim (Smaller Sun) with solid fill">
            <a:extLst>
              <a:ext uri="{FF2B5EF4-FFF2-40B4-BE49-F238E27FC236}">
                <a16:creationId xmlns:a16="http://schemas.microsoft.com/office/drawing/2014/main" id="{E448252F-456E-3D44-6A74-A2964D0BA8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18802" y="5890344"/>
            <a:ext cx="521122" cy="521122"/>
          </a:xfrm>
          <a:prstGeom prst="rect">
            <a:avLst/>
          </a:prstGeom>
        </p:spPr>
      </p:pic>
      <p:pic>
        <p:nvPicPr>
          <p:cNvPr id="22" name="Graphic 21" descr="Moon with solid fill">
            <a:extLst>
              <a:ext uri="{FF2B5EF4-FFF2-40B4-BE49-F238E27FC236}">
                <a16:creationId xmlns:a16="http://schemas.microsoft.com/office/drawing/2014/main" id="{71E01A91-6FB9-150C-DA72-D5CA9ACADD7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24724" y="6098919"/>
            <a:ext cx="329564" cy="329564"/>
          </a:xfrm>
          <a:prstGeom prst="rect">
            <a:avLst/>
          </a:prstGeom>
        </p:spPr>
      </p:pic>
      <p:pic>
        <p:nvPicPr>
          <p:cNvPr id="23" name="Graphic 22" descr="Dim (Smaller Sun) with solid fill">
            <a:extLst>
              <a:ext uri="{FF2B5EF4-FFF2-40B4-BE49-F238E27FC236}">
                <a16:creationId xmlns:a16="http://schemas.microsoft.com/office/drawing/2014/main" id="{A4D27C4B-4E71-E609-CFFE-4D5CFDE44D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61081" y="6025689"/>
            <a:ext cx="521122" cy="521122"/>
          </a:xfrm>
          <a:prstGeom prst="rect">
            <a:avLst/>
          </a:prstGeom>
        </p:spPr>
      </p:pic>
    </p:spTree>
    <p:extLst>
      <p:ext uri="{BB962C8B-B14F-4D97-AF65-F5344CB8AC3E}">
        <p14:creationId xmlns:p14="http://schemas.microsoft.com/office/powerpoint/2010/main" val="842900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1E06-2ECB-29CA-21A6-FF8EC17EA6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DB847-08C0-2D05-AB1E-E1644FEE9E8F}"/>
              </a:ext>
            </a:extLst>
          </p:cNvPr>
          <p:cNvSpPr>
            <a:spLocks noGrp="1"/>
          </p:cNvSpPr>
          <p:nvPr>
            <p:ph type="title" idx="4294967295"/>
          </p:nvPr>
        </p:nvSpPr>
        <p:spPr>
          <a:xfrm>
            <a:off x="914400" y="685800"/>
            <a:ext cx="6497638" cy="685800"/>
          </a:xfrm>
        </p:spPr>
        <p:txBody>
          <a:bodyPr/>
          <a:lstStyle/>
          <a:p>
            <a:pPr algn="l"/>
            <a:r>
              <a:rPr lang="en-US" sz="3600" dirty="0"/>
              <a:t>Conclusions – LFAs </a:t>
            </a:r>
          </a:p>
        </p:txBody>
      </p:sp>
      <p:sp>
        <p:nvSpPr>
          <p:cNvPr id="7" name="TextBox 6">
            <a:extLst>
              <a:ext uri="{FF2B5EF4-FFF2-40B4-BE49-F238E27FC236}">
                <a16:creationId xmlns:a16="http://schemas.microsoft.com/office/drawing/2014/main" id="{562E6FE1-E79E-2C23-4858-69D2CF9FABEF}"/>
              </a:ext>
            </a:extLst>
          </p:cNvPr>
          <p:cNvSpPr txBox="1"/>
          <p:nvPr/>
        </p:nvSpPr>
        <p:spPr>
          <a:xfrm>
            <a:off x="685800" y="1600200"/>
            <a:ext cx="10937081"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NCC ichthyoplankton cluster into ecologically distinct assemblages during winter</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Distributed according to adult habitat affinities</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Winter ichthyoplankton assemblages are significantly influenced by spatiotemporal and environmental factors</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Depth</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Temperature and DO</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Time of day</a:t>
            </a:r>
          </a:p>
        </p:txBody>
      </p:sp>
      <p:sp>
        <p:nvSpPr>
          <p:cNvPr id="9" name="TextBox 8">
            <a:extLst>
              <a:ext uri="{FF2B5EF4-FFF2-40B4-BE49-F238E27FC236}">
                <a16:creationId xmlns:a16="http://schemas.microsoft.com/office/drawing/2014/main" id="{CAC24A07-D36C-A0F6-B7DE-03BC0EB8F1FB}"/>
              </a:ext>
            </a:extLst>
          </p:cNvPr>
          <p:cNvSpPr txBox="1"/>
          <p:nvPr/>
        </p:nvSpPr>
        <p:spPr>
          <a:xfrm>
            <a:off x="914400" y="615178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Doyle et al., 2002; Thompson et al., 2014; Rodriguez et al., 2015; Auth, 2011; Chen et al., 2025</a:t>
            </a:r>
          </a:p>
        </p:txBody>
      </p:sp>
    </p:spTree>
    <p:extLst>
      <p:ext uri="{BB962C8B-B14F-4D97-AF65-F5344CB8AC3E}">
        <p14:creationId xmlns:p14="http://schemas.microsoft.com/office/powerpoint/2010/main" val="3017362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6027B-1377-8248-F05C-3AA3ABB074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43F0CE-1AA3-0BE1-A81C-93E5F393C510}"/>
              </a:ext>
            </a:extLst>
          </p:cNvPr>
          <p:cNvSpPr>
            <a:spLocks noGrp="1"/>
          </p:cNvSpPr>
          <p:nvPr>
            <p:ph type="title" idx="4294967295"/>
          </p:nvPr>
        </p:nvSpPr>
        <p:spPr>
          <a:xfrm>
            <a:off x="914400" y="685800"/>
            <a:ext cx="6497638" cy="685800"/>
          </a:xfrm>
        </p:spPr>
        <p:txBody>
          <a:bodyPr/>
          <a:lstStyle/>
          <a:p>
            <a:pPr algn="l"/>
            <a:r>
              <a:rPr lang="en-US" sz="3600" dirty="0"/>
              <a:t>Conclusions – DVM </a:t>
            </a:r>
          </a:p>
        </p:txBody>
      </p:sp>
      <p:sp>
        <p:nvSpPr>
          <p:cNvPr id="7" name="TextBox 6">
            <a:extLst>
              <a:ext uri="{FF2B5EF4-FFF2-40B4-BE49-F238E27FC236}">
                <a16:creationId xmlns:a16="http://schemas.microsoft.com/office/drawing/2014/main" id="{F5422D6D-E803-C29D-69AA-22B262FBC465}"/>
              </a:ext>
            </a:extLst>
          </p:cNvPr>
          <p:cNvSpPr txBox="1"/>
          <p:nvPr/>
        </p:nvSpPr>
        <p:spPr>
          <a:xfrm>
            <a:off x="685800" y="1600200"/>
            <a:ext cx="10937081"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Some taxa exhibited a distribution opposite of expected DVM---shallow during day and deep at night</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Previously observed, coined reverse or type-II DVM</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Several taxa exhibited only part of the DVM cycle---abundant near surface at night but absent during day</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Daytime absence due to migration below 100 m? Unlikely. </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Visual net avoidance?</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Potential seasonal difference in adaptive advantages of DVM</a:t>
            </a:r>
          </a:p>
        </p:txBody>
      </p:sp>
      <p:sp>
        <p:nvSpPr>
          <p:cNvPr id="9" name="TextBox 8">
            <a:extLst>
              <a:ext uri="{FF2B5EF4-FFF2-40B4-BE49-F238E27FC236}">
                <a16:creationId xmlns:a16="http://schemas.microsoft.com/office/drawing/2014/main" id="{4BBA23A4-D238-C898-0DF3-82E15CB6EE89}"/>
              </a:ext>
            </a:extLst>
          </p:cNvPr>
          <p:cNvSpPr txBox="1"/>
          <p:nvPr/>
        </p:nvSpPr>
        <p:spPr>
          <a:xfrm>
            <a:off x="914400" y="615178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Auth et al., 2007; Auth and Brodeur, 2006; Thompson et al., 2014</a:t>
            </a:r>
          </a:p>
        </p:txBody>
      </p:sp>
    </p:spTree>
    <p:extLst>
      <p:ext uri="{BB962C8B-B14F-4D97-AF65-F5344CB8AC3E}">
        <p14:creationId xmlns:p14="http://schemas.microsoft.com/office/powerpoint/2010/main" val="26939027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154C6-5481-9AB1-28DC-9BC72FEDC6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29F97-F01C-5C26-AC07-DD0549788C6C}"/>
              </a:ext>
            </a:extLst>
          </p:cNvPr>
          <p:cNvSpPr>
            <a:spLocks noGrp="1"/>
          </p:cNvSpPr>
          <p:nvPr>
            <p:ph type="title"/>
          </p:nvPr>
        </p:nvSpPr>
        <p:spPr>
          <a:xfrm>
            <a:off x="956928" y="685800"/>
            <a:ext cx="6497200" cy="685800"/>
          </a:xfrm>
        </p:spPr>
        <p:txBody>
          <a:bodyPr/>
          <a:lstStyle/>
          <a:p>
            <a:pPr algn="l"/>
            <a:r>
              <a:rPr lang="en-US" sz="3600" dirty="0"/>
              <a:t>Acknowledgements</a:t>
            </a:r>
          </a:p>
        </p:txBody>
      </p:sp>
      <p:sp>
        <p:nvSpPr>
          <p:cNvPr id="5" name="TextBox 4">
            <a:extLst>
              <a:ext uri="{FF2B5EF4-FFF2-40B4-BE49-F238E27FC236}">
                <a16:creationId xmlns:a16="http://schemas.microsoft.com/office/drawing/2014/main" id="{31370B19-831C-BABF-2FF0-071304F02470}"/>
              </a:ext>
            </a:extLst>
          </p:cNvPr>
          <p:cNvSpPr txBox="1"/>
          <p:nvPr/>
        </p:nvSpPr>
        <p:spPr>
          <a:xfrm>
            <a:off x="1024128" y="1486791"/>
            <a:ext cx="1051560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National Science Foundation for funding</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Crew of R/V </a:t>
            </a:r>
            <a:r>
              <a:rPr lang="en-US" sz="2800" i="1" dirty="0" err="1">
                <a:latin typeface="Calibri" panose="020F0502020204030204" pitchFamily="34" charset="0"/>
                <a:ea typeface="Calibri" panose="020F0502020204030204" pitchFamily="34" charset="0"/>
                <a:cs typeface="Calibri" panose="020F0502020204030204" pitchFamily="34" charset="0"/>
              </a:rPr>
              <a:t>Sikuliaq</a:t>
            </a:r>
            <a:r>
              <a:rPr lang="en-US" sz="2800" dirty="0">
                <a:latin typeface="Calibri" panose="020F0502020204030204" pitchFamily="34" charset="0"/>
                <a:ea typeface="Calibri" panose="020F0502020204030204" pitchFamily="34" charset="0"/>
                <a:cs typeface="Calibri" panose="020F0502020204030204" pitchFamily="34" charset="0"/>
              </a:rPr>
              <a:t> for facilitating sample collection</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Student volunteers and other OSU Plankton Lab members for sample collection and processing</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PICES for supporting my attendance</a:t>
            </a:r>
          </a:p>
        </p:txBody>
      </p:sp>
      <p:sp>
        <p:nvSpPr>
          <p:cNvPr id="7" name="Title 1">
            <a:extLst>
              <a:ext uri="{FF2B5EF4-FFF2-40B4-BE49-F238E27FC236}">
                <a16:creationId xmlns:a16="http://schemas.microsoft.com/office/drawing/2014/main" id="{523C9B0F-EDC6-46CA-E08C-A7D22F8D6BBB}"/>
              </a:ext>
            </a:extLst>
          </p:cNvPr>
          <p:cNvSpPr txBox="1">
            <a:spLocks/>
          </p:cNvSpPr>
          <p:nvPr/>
        </p:nvSpPr>
        <p:spPr>
          <a:xfrm>
            <a:off x="1185539" y="3637665"/>
            <a:ext cx="10515600" cy="95488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b="1" dirty="0">
                <a:latin typeface="Poppins" panose="00000500000000000000" pitchFamily="2" charset="0"/>
                <a:cs typeface="Poppins" panose="00000500000000000000" pitchFamily="2" charset="0"/>
              </a:rPr>
              <a:t>Thank you for your attention!</a:t>
            </a:r>
          </a:p>
        </p:txBody>
      </p:sp>
      <p:sp>
        <p:nvSpPr>
          <p:cNvPr id="14" name="TextBox 13">
            <a:extLst>
              <a:ext uri="{FF2B5EF4-FFF2-40B4-BE49-F238E27FC236}">
                <a16:creationId xmlns:a16="http://schemas.microsoft.com/office/drawing/2014/main" id="{C42C40DB-968C-9129-7B35-C3A39FE7B638}"/>
              </a:ext>
            </a:extLst>
          </p:cNvPr>
          <p:cNvSpPr txBox="1"/>
          <p:nvPr/>
        </p:nvSpPr>
        <p:spPr>
          <a:xfrm>
            <a:off x="8867553" y="144371"/>
            <a:ext cx="3324447"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This presentation template was created by </a:t>
            </a:r>
            <a:r>
              <a:rPr lang="en-US" sz="1200" b="1" u="sng" dirty="0">
                <a:latin typeface="Calibri Light" panose="020F0302020204030204" pitchFamily="34" charset="0"/>
                <a:ea typeface="Calibri Light" panose="020F0302020204030204" pitchFamily="34" charset="0"/>
                <a:cs typeface="Calibri Light" panose="020F0302020204030204" pitchFamily="34" charset="0"/>
              </a:rPr>
              <a:t>Slidesgo</a:t>
            </a:r>
            <a:endParaRPr lang="en-US" sz="1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16" name="Picture 15">
            <a:extLst>
              <a:ext uri="{FF2B5EF4-FFF2-40B4-BE49-F238E27FC236}">
                <a16:creationId xmlns:a16="http://schemas.microsoft.com/office/drawing/2014/main" id="{76C2A58C-C80C-736D-9478-2C6DFECE4F3C}"/>
              </a:ext>
            </a:extLst>
          </p:cNvPr>
          <p:cNvPicPr>
            <a:picLocks noChangeAspect="1"/>
          </p:cNvPicPr>
          <p:nvPr/>
        </p:nvPicPr>
        <p:blipFill>
          <a:blip r:embed="rId3"/>
          <a:srcRect l="3447" t="6306" r="9469"/>
          <a:stretch>
            <a:fillRect/>
          </a:stretch>
        </p:blipFill>
        <p:spPr>
          <a:xfrm>
            <a:off x="1105786" y="4449792"/>
            <a:ext cx="2332074" cy="2408208"/>
          </a:xfrm>
          <a:prstGeom prst="rect">
            <a:avLst/>
          </a:prstGeom>
        </p:spPr>
      </p:pic>
      <p:pic>
        <p:nvPicPr>
          <p:cNvPr id="17" name="Picture 16">
            <a:extLst>
              <a:ext uri="{FF2B5EF4-FFF2-40B4-BE49-F238E27FC236}">
                <a16:creationId xmlns:a16="http://schemas.microsoft.com/office/drawing/2014/main" id="{8A1221CB-5549-1912-B0A5-5E151670CC63}"/>
              </a:ext>
            </a:extLst>
          </p:cNvPr>
          <p:cNvPicPr>
            <a:picLocks noChangeAspect="1"/>
          </p:cNvPicPr>
          <p:nvPr/>
        </p:nvPicPr>
        <p:blipFill>
          <a:blip r:embed="rId4"/>
          <a:stretch>
            <a:fillRect/>
          </a:stretch>
        </p:blipFill>
        <p:spPr>
          <a:xfrm>
            <a:off x="9491934" y="4403813"/>
            <a:ext cx="2414617" cy="2309816"/>
          </a:xfrm>
          <a:prstGeom prst="rect">
            <a:avLst/>
          </a:prstGeom>
        </p:spPr>
      </p:pic>
      <p:pic>
        <p:nvPicPr>
          <p:cNvPr id="18" name="Picture 17" descr="NSF_Official_logo_CMYK.eps">
            <a:extLst>
              <a:ext uri="{FF2B5EF4-FFF2-40B4-BE49-F238E27FC236}">
                <a16:creationId xmlns:a16="http://schemas.microsoft.com/office/drawing/2014/main" id="{7E53816D-11A7-7F73-BDFB-C30EA5252896}"/>
              </a:ext>
            </a:extLst>
          </p:cNvPr>
          <p:cNvPicPr>
            <a:picLocks noChangeAspect="1"/>
          </p:cNvPicPr>
          <p:nvPr/>
        </p:nvPicPr>
        <p:blipFill>
          <a:blip r:embed="rId5"/>
          <a:stretch>
            <a:fillRect/>
          </a:stretch>
        </p:blipFill>
        <p:spPr>
          <a:xfrm>
            <a:off x="5139959" y="4399974"/>
            <a:ext cx="2400181" cy="2408208"/>
          </a:xfrm>
          <a:prstGeom prst="rect">
            <a:avLst/>
          </a:prstGeom>
        </p:spPr>
      </p:pic>
    </p:spTree>
    <p:extLst>
      <p:ext uri="{BB962C8B-B14F-4D97-AF65-F5344CB8AC3E}">
        <p14:creationId xmlns:p14="http://schemas.microsoft.com/office/powerpoint/2010/main" val="513927195"/>
      </p:ext>
    </p:extLst>
  </p:cSld>
  <p:clrMapOvr>
    <a:masterClrMapping/>
  </p:clrMapOvr>
</p:sld>
</file>

<file path=ppt/theme/theme1.xml><?xml version="1.0" encoding="utf-8"?>
<a:theme xmlns:a="http://schemas.openxmlformats.org/drawingml/2006/main" name="Cycle Diagrams Theme for a Business Plan by Slidesgo">
  <a:themeElements>
    <a:clrScheme name="Custom 2">
      <a:dk1>
        <a:srgbClr val="1B1B1B"/>
      </a:dk1>
      <a:lt1>
        <a:srgbClr val="FFFFFF"/>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Cycle Diagrams Theme for a Business Plan by Slidesgo</Template>
  <TotalTime>35210</TotalTime>
  <Words>2979</Words>
  <Application>Microsoft Office PowerPoint</Application>
  <PresentationFormat>Widescreen</PresentationFormat>
  <Paragraphs>261</Paragraphs>
  <Slides>18</Slides>
  <Notes>18</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18</vt:i4>
      </vt:variant>
    </vt:vector>
  </HeadingPairs>
  <TitlesOfParts>
    <vt:vector size="29" baseType="lpstr">
      <vt:lpstr>Aptos</vt:lpstr>
      <vt:lpstr>Arial</vt:lpstr>
      <vt:lpstr>Calibri</vt:lpstr>
      <vt:lpstr>Calibri Light</vt:lpstr>
      <vt:lpstr>Didact Gothic</vt:lpstr>
      <vt:lpstr>Libre Franklin</vt:lpstr>
      <vt:lpstr>Poppins</vt:lpstr>
      <vt:lpstr>Proxima Nova</vt:lpstr>
      <vt:lpstr>Raleway</vt:lpstr>
      <vt:lpstr>Cycle Diagrams Theme for a Business Plan by Slidesgo</vt:lpstr>
      <vt:lpstr>Slidesgo Final Pages</vt:lpstr>
      <vt:lpstr>Environmental and spatiotemporal influences on winter ichthyoplankton assemblages of the northern California Current ecosystem</vt:lpstr>
      <vt:lpstr>Introduction – Larval Fish Assemblages</vt:lpstr>
      <vt:lpstr>Introduction – NCC LFAs</vt:lpstr>
      <vt:lpstr>Objectives</vt:lpstr>
      <vt:lpstr>Sampling and Data Collection</vt:lpstr>
      <vt:lpstr>Data Analyses</vt:lpstr>
      <vt:lpstr>Cluster Composition</vt:lpstr>
      <vt:lpstr>Cluster Distribution</vt:lpstr>
      <vt:lpstr>PowerPoint Presentation</vt:lpstr>
      <vt:lpstr>Db-RDA and VPA</vt:lpstr>
      <vt:lpstr>PowerPoint Presentation</vt:lpstr>
      <vt:lpstr>Negative binomial GLMM</vt:lpstr>
      <vt:lpstr>PowerPoint Presentation</vt:lpstr>
      <vt:lpstr>Lestidiops ringens (Slender barracudina) – most abundant at shallowest depths at night</vt:lpstr>
      <vt:lpstr>Stenobrachius leucopsarus (Northern lampfish) – most abundant at deepest depths at night AND shallowest depths during the day</vt:lpstr>
      <vt:lpstr>Conclusions – LFAs </vt:lpstr>
      <vt:lpstr>Conclusions – DVM </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2026-09-28T21:43:59Z</dcterms:created>
  <dcterms:modified xsi:type="dcterms:W3CDTF">2026-10-25T15:04:51Z</dcterms:modified>
</cp:coreProperties>
</file>