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0_E033BACA.xml" ContentType="application/vnd.ms-powerpoint.comments+xml"/>
  <Override PartName="/ppt/comments/modernComment_101_F7DFE6DD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63" r:id="rId4"/>
    <p:sldId id="258" r:id="rId5"/>
    <p:sldId id="259" r:id="rId6"/>
    <p:sldId id="264" r:id="rId7"/>
    <p:sldId id="260" r:id="rId8"/>
    <p:sldId id="262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FD40F21-D16F-913E-F6A3-417C7EBBEA4C}" name="McCloskey, Ross" initials="RM" userId="S::mccloskw@oregonstate.edu::b1990487-ee44-4922-b58f-5b2980a027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79952D-B28F-4DB6-B5D8-EB674AB8FC15}" v="52" dt="2026-09-28T22:44:32.9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60" y="12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cCloskey, Ross" userId="b1990487-ee44-4922-b58f-5b2980a02730" providerId="ADAL" clId="{7D443C21-FD7D-4E65-8C72-B41829F67170}"/>
    <pc:docChg chg="undo custSel addSld delSld modSld modMainMaster">
      <pc:chgData name="McCloskey, Ross" userId="b1990487-ee44-4922-b58f-5b2980a02730" providerId="ADAL" clId="{7D443C21-FD7D-4E65-8C72-B41829F67170}" dt="2026-09-28T23:18:26.872" v="4817" actId="20577"/>
      <pc:docMkLst>
        <pc:docMk/>
      </pc:docMkLst>
      <pc:sldChg chg="modSp new del">
        <pc:chgData name="McCloskey, Ross" userId="b1990487-ee44-4922-b58f-5b2980a02730" providerId="ADAL" clId="{7D443C21-FD7D-4E65-8C72-B41829F67170}" dt="2026-09-28T21:46:37.946" v="35" actId="680"/>
        <pc:sldMkLst>
          <pc:docMk/>
          <pc:sldMk cId="922353491" sldId="256"/>
        </pc:sldMkLst>
        <pc:spChg chg="mod">
          <ac:chgData name="McCloskey, Ross" userId="b1990487-ee44-4922-b58f-5b2980a02730" providerId="ADAL" clId="{7D443C21-FD7D-4E65-8C72-B41829F67170}" dt="2026-09-28T21:46:37.782" v="34"/>
          <ac:spMkLst>
            <pc:docMk/>
            <pc:sldMk cId="922353491" sldId="256"/>
            <ac:spMk id="2" creationId="{5E3B3D48-D8F2-CC93-6752-9366905133E7}"/>
          </ac:spMkLst>
        </pc:spChg>
        <pc:spChg chg="mod">
          <ac:chgData name="McCloskey, Ross" userId="b1990487-ee44-4922-b58f-5b2980a02730" providerId="ADAL" clId="{7D443C21-FD7D-4E65-8C72-B41829F67170}" dt="2026-09-28T21:46:37.782" v="34"/>
          <ac:spMkLst>
            <pc:docMk/>
            <pc:sldMk cId="922353491" sldId="256"/>
            <ac:spMk id="3" creationId="{EF354BED-F965-EE4A-DF40-1739E7C6C405}"/>
          </ac:spMkLst>
        </pc:spChg>
      </pc:sldChg>
      <pc:sldChg chg="modSp new mod">
        <pc:chgData name="McCloskey, Ross" userId="b1990487-ee44-4922-b58f-5b2980a02730" providerId="ADAL" clId="{7D443C21-FD7D-4E65-8C72-B41829F67170}" dt="2026-09-28T22:15:01.494" v="73" actId="27636"/>
        <pc:sldMkLst>
          <pc:docMk/>
          <pc:sldMk cId="3761486538" sldId="256"/>
        </pc:sldMkLst>
        <pc:spChg chg="mod">
          <ac:chgData name="McCloskey, Ross" userId="b1990487-ee44-4922-b58f-5b2980a02730" providerId="ADAL" clId="{7D443C21-FD7D-4E65-8C72-B41829F67170}" dt="2026-09-28T22:15:01.494" v="73" actId="27636"/>
          <ac:spMkLst>
            <pc:docMk/>
            <pc:sldMk cId="3761486538" sldId="256"/>
            <ac:spMk id="2" creationId="{9414B15A-1BA8-FAE0-F178-B785304BAB9C}"/>
          </ac:spMkLst>
        </pc:spChg>
        <pc:spChg chg="mod">
          <ac:chgData name="McCloskey, Ross" userId="b1990487-ee44-4922-b58f-5b2980a02730" providerId="ADAL" clId="{7D443C21-FD7D-4E65-8C72-B41829F67170}" dt="2026-09-28T22:14:45.435" v="70" actId="1076"/>
          <ac:spMkLst>
            <pc:docMk/>
            <pc:sldMk cId="3761486538" sldId="256"/>
            <ac:spMk id="3" creationId="{762E0F39-94FA-771E-FB61-BEBEF98967E4}"/>
          </ac:spMkLst>
        </pc:spChg>
      </pc:sldChg>
      <pc:sldChg chg="new add del">
        <pc:chgData name="McCloskey, Ross" userId="b1990487-ee44-4922-b58f-5b2980a02730" providerId="ADAL" clId="{7D443C21-FD7D-4E65-8C72-B41829F67170}" dt="2026-09-28T21:46:35.724" v="23" actId="680"/>
        <pc:sldMkLst>
          <pc:docMk/>
          <pc:sldMk cId="3428912071" sldId="257"/>
        </pc:sldMkLst>
      </pc:sldChg>
      <pc:sldChg chg="modSp new mod modClrScheme chgLayout">
        <pc:chgData name="McCloskey, Ross" userId="b1990487-ee44-4922-b58f-5b2980a02730" providerId="ADAL" clId="{7D443C21-FD7D-4E65-8C72-B41829F67170}" dt="2026-09-28T23:01:57.985" v="3267" actId="255"/>
        <pc:sldMkLst>
          <pc:docMk/>
          <pc:sldMk cId="4158645981" sldId="257"/>
        </pc:sldMkLst>
        <pc:spChg chg="mod ord">
          <ac:chgData name="McCloskey, Ross" userId="b1990487-ee44-4922-b58f-5b2980a02730" providerId="ADAL" clId="{7D443C21-FD7D-4E65-8C72-B41829F67170}" dt="2026-09-28T22:39:49.788" v="971" actId="700"/>
          <ac:spMkLst>
            <pc:docMk/>
            <pc:sldMk cId="4158645981" sldId="257"/>
            <ac:spMk id="2" creationId="{CF81FE7A-9C51-A2F5-5A24-379FB7082CB8}"/>
          </ac:spMkLst>
        </pc:spChg>
        <pc:spChg chg="mod ord">
          <ac:chgData name="McCloskey, Ross" userId="b1990487-ee44-4922-b58f-5b2980a02730" providerId="ADAL" clId="{7D443C21-FD7D-4E65-8C72-B41829F67170}" dt="2026-09-28T23:01:57.985" v="3267" actId="255"/>
          <ac:spMkLst>
            <pc:docMk/>
            <pc:sldMk cId="4158645981" sldId="257"/>
            <ac:spMk id="3" creationId="{A57A7D49-2131-463F-4C9D-F7C5639F17BA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28T23:02:06.208" v="3268" actId="255"/>
        <pc:sldMkLst>
          <pc:docMk/>
          <pc:sldMk cId="44376489" sldId="258"/>
        </pc:sldMkLst>
        <pc:spChg chg="mod">
          <ac:chgData name="McCloskey, Ross" userId="b1990487-ee44-4922-b58f-5b2980a02730" providerId="ADAL" clId="{7D443C21-FD7D-4E65-8C72-B41829F67170}" dt="2026-09-28T22:18:37.465" v="252" actId="20577"/>
          <ac:spMkLst>
            <pc:docMk/>
            <pc:sldMk cId="44376489" sldId="258"/>
            <ac:spMk id="2" creationId="{F63A7BD9-A216-C803-5B99-4B6B1936302A}"/>
          </ac:spMkLst>
        </pc:spChg>
        <pc:spChg chg="mod">
          <ac:chgData name="McCloskey, Ross" userId="b1990487-ee44-4922-b58f-5b2980a02730" providerId="ADAL" clId="{7D443C21-FD7D-4E65-8C72-B41829F67170}" dt="2026-09-28T23:02:06.208" v="3268" actId="255"/>
          <ac:spMkLst>
            <pc:docMk/>
            <pc:sldMk cId="44376489" sldId="258"/>
            <ac:spMk id="3" creationId="{E199FAA9-8CCF-7FDF-EDB5-A953AF356B0E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28T23:02:12.469" v="3270" actId="255"/>
        <pc:sldMkLst>
          <pc:docMk/>
          <pc:sldMk cId="2055671180" sldId="259"/>
        </pc:sldMkLst>
        <pc:spChg chg="mod">
          <ac:chgData name="McCloskey, Ross" userId="b1990487-ee44-4922-b58f-5b2980a02730" providerId="ADAL" clId="{7D443C21-FD7D-4E65-8C72-B41829F67170}" dt="2026-09-28T22:21:43.564" v="356" actId="20577"/>
          <ac:spMkLst>
            <pc:docMk/>
            <pc:sldMk cId="2055671180" sldId="259"/>
            <ac:spMk id="2" creationId="{1B7B1884-9909-6996-B1EF-F9DB304B33C9}"/>
          </ac:spMkLst>
        </pc:spChg>
        <pc:spChg chg="mod">
          <ac:chgData name="McCloskey, Ross" userId="b1990487-ee44-4922-b58f-5b2980a02730" providerId="ADAL" clId="{7D443C21-FD7D-4E65-8C72-B41829F67170}" dt="2026-09-28T22:33:16.345" v="748" actId="20577"/>
          <ac:spMkLst>
            <pc:docMk/>
            <pc:sldMk cId="2055671180" sldId="259"/>
            <ac:spMk id="3" creationId="{8ABD6A78-7D89-0D0C-9654-28524A21C501}"/>
          </ac:spMkLst>
        </pc:spChg>
        <pc:spChg chg="mod">
          <ac:chgData name="McCloskey, Ross" userId="b1990487-ee44-4922-b58f-5b2980a02730" providerId="ADAL" clId="{7D443C21-FD7D-4E65-8C72-B41829F67170}" dt="2026-09-28T23:02:12.469" v="3270" actId="255"/>
          <ac:spMkLst>
            <pc:docMk/>
            <pc:sldMk cId="2055671180" sldId="259"/>
            <ac:spMk id="4" creationId="{BB902A2A-9B25-5B79-B90D-5A644898C111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28T23:02:20.030" v="3271" actId="255"/>
        <pc:sldMkLst>
          <pc:docMk/>
          <pc:sldMk cId="3460423272" sldId="260"/>
        </pc:sldMkLst>
        <pc:spChg chg="mod">
          <ac:chgData name="McCloskey, Ross" userId="b1990487-ee44-4922-b58f-5b2980a02730" providerId="ADAL" clId="{7D443C21-FD7D-4E65-8C72-B41829F67170}" dt="2026-09-28T22:23:27.436" v="425" actId="20577"/>
          <ac:spMkLst>
            <pc:docMk/>
            <pc:sldMk cId="3460423272" sldId="260"/>
            <ac:spMk id="2" creationId="{751DC292-6437-72C8-FE7E-358DAA2DE035}"/>
          </ac:spMkLst>
        </pc:spChg>
        <pc:spChg chg="mod">
          <ac:chgData name="McCloskey, Ross" userId="b1990487-ee44-4922-b58f-5b2980a02730" providerId="ADAL" clId="{7D443C21-FD7D-4E65-8C72-B41829F67170}" dt="2026-09-28T23:02:20.030" v="3271" actId="255"/>
          <ac:spMkLst>
            <pc:docMk/>
            <pc:sldMk cId="3460423272" sldId="260"/>
            <ac:spMk id="3" creationId="{ECB50B18-4FB1-0283-6385-E05038C7DFF4}"/>
          </ac:spMkLst>
        </pc:spChg>
      </pc:sldChg>
      <pc:sldChg chg="modSp new del mod">
        <pc:chgData name="McCloskey, Ross" userId="b1990487-ee44-4922-b58f-5b2980a02730" providerId="ADAL" clId="{7D443C21-FD7D-4E65-8C72-B41829F67170}" dt="2026-09-28T22:24:01.229" v="448" actId="47"/>
        <pc:sldMkLst>
          <pc:docMk/>
          <pc:sldMk cId="590180673" sldId="261"/>
        </pc:sldMkLst>
        <pc:spChg chg="mod">
          <ac:chgData name="McCloskey, Ross" userId="b1990487-ee44-4922-b58f-5b2980a02730" providerId="ADAL" clId="{7D443C21-FD7D-4E65-8C72-B41829F67170}" dt="2026-09-28T22:23:43.218" v="446" actId="20577"/>
          <ac:spMkLst>
            <pc:docMk/>
            <pc:sldMk cId="590180673" sldId="261"/>
            <ac:spMk id="2" creationId="{CF18B297-3481-BDDE-4D1B-41EFC71D8C3D}"/>
          </ac:spMkLst>
        </pc:spChg>
      </pc:sldChg>
      <pc:sldChg chg="addSp delSp modSp new mod modNotesTx">
        <pc:chgData name="McCloskey, Ross" userId="b1990487-ee44-4922-b58f-5b2980a02730" providerId="ADAL" clId="{7D443C21-FD7D-4E65-8C72-B41829F67170}" dt="2026-09-28T23:02:38.662" v="3274" actId="255"/>
        <pc:sldMkLst>
          <pc:docMk/>
          <pc:sldMk cId="3958860892" sldId="262"/>
        </pc:sldMkLst>
        <pc:spChg chg="mod">
          <ac:chgData name="McCloskey, Ross" userId="b1990487-ee44-4922-b58f-5b2980a02730" providerId="ADAL" clId="{7D443C21-FD7D-4E65-8C72-B41829F67170}" dt="2026-09-28T22:24:30.491" v="465" actId="20577"/>
          <ac:spMkLst>
            <pc:docMk/>
            <pc:sldMk cId="3958860892" sldId="262"/>
            <ac:spMk id="2" creationId="{ED8F4F21-E44A-8428-88A9-5472B256D169}"/>
          </ac:spMkLst>
        </pc:spChg>
        <pc:spChg chg="mod">
          <ac:chgData name="McCloskey, Ross" userId="b1990487-ee44-4922-b58f-5b2980a02730" providerId="ADAL" clId="{7D443C21-FD7D-4E65-8C72-B41829F67170}" dt="2026-09-28T22:29:52.235" v="694" actId="255"/>
          <ac:spMkLst>
            <pc:docMk/>
            <pc:sldMk cId="3958860892" sldId="262"/>
            <ac:spMk id="3" creationId="{811B784F-B0FE-B134-DE85-B82BC9CF9725}"/>
          </ac:spMkLst>
        </pc:spChg>
        <pc:spChg chg="mod">
          <ac:chgData name="McCloskey, Ross" userId="b1990487-ee44-4922-b58f-5b2980a02730" providerId="ADAL" clId="{7D443C21-FD7D-4E65-8C72-B41829F67170}" dt="2026-09-28T23:02:25.852" v="3272" actId="255"/>
          <ac:spMkLst>
            <pc:docMk/>
            <pc:sldMk cId="3958860892" sldId="262"/>
            <ac:spMk id="4" creationId="{9E5096C5-3BD2-27F3-58AD-14865937D002}"/>
          </ac:spMkLst>
        </pc:spChg>
        <pc:spChg chg="add del mod">
          <ac:chgData name="McCloskey, Ross" userId="b1990487-ee44-4922-b58f-5b2980a02730" providerId="ADAL" clId="{7D443C21-FD7D-4E65-8C72-B41829F67170}" dt="2026-09-28T22:29:59.904" v="695" actId="255"/>
          <ac:spMkLst>
            <pc:docMk/>
            <pc:sldMk cId="3958860892" sldId="262"/>
            <ac:spMk id="5" creationId="{941A9FE0-0831-3314-E63A-403E0F0F6E75}"/>
          </ac:spMkLst>
        </pc:spChg>
        <pc:spChg chg="mod">
          <ac:chgData name="McCloskey, Ross" userId="b1990487-ee44-4922-b58f-5b2980a02730" providerId="ADAL" clId="{7D443C21-FD7D-4E65-8C72-B41829F67170}" dt="2026-09-28T23:02:32.431" v="3273" actId="255"/>
          <ac:spMkLst>
            <pc:docMk/>
            <pc:sldMk cId="3958860892" sldId="262"/>
            <ac:spMk id="6" creationId="{E709375E-380E-E0E4-AABB-C3C82F7FD360}"/>
          </ac:spMkLst>
        </pc:spChg>
        <pc:spChg chg="add del mod">
          <ac:chgData name="McCloskey, Ross" userId="b1990487-ee44-4922-b58f-5b2980a02730" providerId="ADAL" clId="{7D443C21-FD7D-4E65-8C72-B41829F67170}" dt="2026-09-28T22:26:22.346" v="539" actId="478"/>
          <ac:spMkLst>
            <pc:docMk/>
            <pc:sldMk cId="3958860892" sldId="262"/>
            <ac:spMk id="8" creationId="{39639299-C996-1378-976B-D81E64C50F12}"/>
          </ac:spMkLst>
        </pc:spChg>
        <pc:spChg chg="add del mod">
          <ac:chgData name="McCloskey, Ross" userId="b1990487-ee44-4922-b58f-5b2980a02730" providerId="ADAL" clId="{7D443C21-FD7D-4E65-8C72-B41829F67170}" dt="2026-09-28T22:26:40.432" v="578" actId="478"/>
          <ac:spMkLst>
            <pc:docMk/>
            <pc:sldMk cId="3958860892" sldId="262"/>
            <ac:spMk id="9" creationId="{42FD1317-0088-31FF-267B-0284B13B2BF6}"/>
          </ac:spMkLst>
        </pc:spChg>
        <pc:spChg chg="add mod">
          <ac:chgData name="McCloskey, Ross" userId="b1990487-ee44-4922-b58f-5b2980a02730" providerId="ADAL" clId="{7D443C21-FD7D-4E65-8C72-B41829F67170}" dt="2026-09-28T22:30:10.489" v="702" actId="255"/>
          <ac:spMkLst>
            <pc:docMk/>
            <pc:sldMk cId="3958860892" sldId="262"/>
            <ac:spMk id="10" creationId="{4897BA95-02F0-B7E1-1044-1BA7DA428238}"/>
          </ac:spMkLst>
        </pc:spChg>
        <pc:spChg chg="add del mod">
          <ac:chgData name="McCloskey, Ross" userId="b1990487-ee44-4922-b58f-5b2980a02730" providerId="ADAL" clId="{7D443C21-FD7D-4E65-8C72-B41829F67170}" dt="2026-09-28T22:32:26.724" v="716" actId="478"/>
          <ac:spMkLst>
            <pc:docMk/>
            <pc:sldMk cId="3958860892" sldId="262"/>
            <ac:spMk id="13" creationId="{CFF47BC2-ABC1-10D6-8B7C-EDAD87DB2C09}"/>
          </ac:spMkLst>
        </pc:spChg>
        <pc:spChg chg="add mod">
          <ac:chgData name="McCloskey, Ross" userId="b1990487-ee44-4922-b58f-5b2980a02730" providerId="ADAL" clId="{7D443C21-FD7D-4E65-8C72-B41829F67170}" dt="2026-09-28T23:02:38.662" v="3274" actId="255"/>
          <ac:spMkLst>
            <pc:docMk/>
            <pc:sldMk cId="3958860892" sldId="262"/>
            <ac:spMk id="14" creationId="{B6290506-0F17-7A96-BD89-BF7282E95E12}"/>
          </ac:spMkLst>
        </pc:spChg>
        <pc:picChg chg="add del mod">
          <ac:chgData name="McCloskey, Ross" userId="b1990487-ee44-4922-b58f-5b2980a02730" providerId="ADAL" clId="{7D443C21-FD7D-4E65-8C72-B41829F67170}" dt="2026-09-28T22:31:03.278" v="707" actId="478"/>
          <ac:picMkLst>
            <pc:docMk/>
            <pc:sldMk cId="3958860892" sldId="262"/>
            <ac:picMk id="12" creationId="{58FEA708-960E-DBAE-070F-14C0AB1BB388}"/>
          </ac:picMkLst>
        </pc:picChg>
        <pc:cxnChg chg="add mod">
          <ac:chgData name="McCloskey, Ross" userId="b1990487-ee44-4922-b58f-5b2980a02730" providerId="ADAL" clId="{7D443C21-FD7D-4E65-8C72-B41829F67170}" dt="2026-09-28T22:44:29.434" v="1291" actId="13822"/>
          <ac:cxnSpMkLst>
            <pc:docMk/>
            <pc:sldMk cId="3958860892" sldId="262"/>
            <ac:cxnSpMk id="16" creationId="{50253486-C68C-51C9-A40E-06E059ABBD6E}"/>
          </ac:cxnSpMkLst>
        </pc:cxnChg>
        <pc:cxnChg chg="add mod">
          <ac:chgData name="McCloskey, Ross" userId="b1990487-ee44-4922-b58f-5b2980a02730" providerId="ADAL" clId="{7D443C21-FD7D-4E65-8C72-B41829F67170}" dt="2026-09-28T22:44:39.326" v="1294" actId="1076"/>
          <ac:cxnSpMkLst>
            <pc:docMk/>
            <pc:sldMk cId="3958860892" sldId="262"/>
            <ac:cxnSpMk id="17" creationId="{4338D88A-853D-90FD-85D3-713F2340645C}"/>
          </ac:cxnSpMkLst>
        </pc:cxnChg>
        <pc:cxnChg chg="add mod">
          <ac:chgData name="McCloskey, Ross" userId="b1990487-ee44-4922-b58f-5b2980a02730" providerId="ADAL" clId="{7D443C21-FD7D-4E65-8C72-B41829F67170}" dt="2026-09-28T22:44:49.810" v="1295" actId="1076"/>
          <ac:cxnSpMkLst>
            <pc:docMk/>
            <pc:sldMk cId="3958860892" sldId="262"/>
            <ac:cxnSpMk id="18" creationId="{50713E81-6361-0A83-AB67-A91F8B3DCF06}"/>
          </ac:cxnSpMkLst>
        </pc:cxnChg>
      </pc:sldChg>
      <pc:sldChg chg="modSp new mod">
        <pc:chgData name="McCloskey, Ross" userId="b1990487-ee44-4922-b58f-5b2980a02730" providerId="ADAL" clId="{7D443C21-FD7D-4E65-8C72-B41829F67170}" dt="2026-09-28T22:40:58.686" v="1000" actId="122"/>
        <pc:sldMkLst>
          <pc:docMk/>
          <pc:sldMk cId="537475907" sldId="263"/>
        </pc:sldMkLst>
        <pc:spChg chg="mod">
          <ac:chgData name="McCloskey, Ross" userId="b1990487-ee44-4922-b58f-5b2980a02730" providerId="ADAL" clId="{7D443C21-FD7D-4E65-8C72-B41829F67170}" dt="2026-09-28T22:40:58.686" v="1000" actId="122"/>
          <ac:spMkLst>
            <pc:docMk/>
            <pc:sldMk cId="537475907" sldId="263"/>
            <ac:spMk id="2" creationId="{DABE3F03-D8C1-AD38-095D-B69CB01CC9C5}"/>
          </ac:spMkLst>
        </pc:spChg>
      </pc:sldChg>
      <pc:sldChg chg="addSp delSp modSp new del mod modClrScheme chgLayout">
        <pc:chgData name="McCloskey, Ross" userId="b1990487-ee44-4922-b58f-5b2980a02730" providerId="ADAL" clId="{7D443C21-FD7D-4E65-8C72-B41829F67170}" dt="2026-09-28T22:39:41.581" v="969" actId="47"/>
        <pc:sldMkLst>
          <pc:docMk/>
          <pc:sldMk cId="2507513957" sldId="263"/>
        </pc:sldMkLst>
        <pc:spChg chg="mod ord">
          <ac:chgData name="McCloskey, Ross" userId="b1990487-ee44-4922-b58f-5b2980a02730" providerId="ADAL" clId="{7D443C21-FD7D-4E65-8C72-B41829F67170}" dt="2026-09-28T22:34:55.491" v="795" actId="20577"/>
          <ac:spMkLst>
            <pc:docMk/>
            <pc:sldMk cId="2507513957" sldId="263"/>
            <ac:spMk id="2" creationId="{983DFDF9-F9BE-F000-DF13-B9C6F8554D48}"/>
          </ac:spMkLst>
        </pc:spChg>
        <pc:spChg chg="del mod ord">
          <ac:chgData name="McCloskey, Ross" userId="b1990487-ee44-4922-b58f-5b2980a02730" providerId="ADAL" clId="{7D443C21-FD7D-4E65-8C72-B41829F67170}" dt="2026-09-28T22:33:42.824" v="786" actId="700"/>
          <ac:spMkLst>
            <pc:docMk/>
            <pc:sldMk cId="2507513957" sldId="263"/>
            <ac:spMk id="3" creationId="{619ED8E3-7376-3F7D-2FE4-813C9A3B8E15}"/>
          </ac:spMkLst>
        </pc:spChg>
        <pc:spChg chg="del mod ord">
          <ac:chgData name="McCloskey, Ross" userId="b1990487-ee44-4922-b58f-5b2980a02730" providerId="ADAL" clId="{7D443C21-FD7D-4E65-8C72-B41829F67170}" dt="2026-09-28T22:33:42.824" v="786" actId="700"/>
          <ac:spMkLst>
            <pc:docMk/>
            <pc:sldMk cId="2507513957" sldId="263"/>
            <ac:spMk id="4" creationId="{513018C3-A61C-BD9E-07BE-25A3D9BCDA4D}"/>
          </ac:spMkLst>
        </pc:spChg>
        <pc:spChg chg="add del mod ord">
          <ac:chgData name="McCloskey, Ross" userId="b1990487-ee44-4922-b58f-5b2980a02730" providerId="ADAL" clId="{7D443C21-FD7D-4E65-8C72-B41829F67170}" dt="2026-09-28T22:34:50.835" v="787" actId="700"/>
          <ac:spMkLst>
            <pc:docMk/>
            <pc:sldMk cId="2507513957" sldId="263"/>
            <ac:spMk id="5" creationId="{0267C6BC-CC9E-12BD-A7FE-B84B8B9D07F3}"/>
          </ac:spMkLst>
        </pc:spChg>
        <pc:spChg chg="add del mod ord">
          <ac:chgData name="McCloskey, Ross" userId="b1990487-ee44-4922-b58f-5b2980a02730" providerId="ADAL" clId="{7D443C21-FD7D-4E65-8C72-B41829F67170}" dt="2026-09-28T22:34:50.835" v="787" actId="700"/>
          <ac:spMkLst>
            <pc:docMk/>
            <pc:sldMk cId="2507513957" sldId="263"/>
            <ac:spMk id="6" creationId="{FCE5BD8B-76AF-5A6E-6230-C7453E281F19}"/>
          </ac:spMkLst>
        </pc:spChg>
        <pc:spChg chg="add mod ord">
          <ac:chgData name="McCloskey, Ross" userId="b1990487-ee44-4922-b58f-5b2980a02730" providerId="ADAL" clId="{7D443C21-FD7D-4E65-8C72-B41829F67170}" dt="2026-09-28T22:34:50.835" v="787" actId="700"/>
          <ac:spMkLst>
            <pc:docMk/>
            <pc:sldMk cId="2507513957" sldId="263"/>
            <ac:spMk id="7" creationId="{A358105E-7CB6-C83F-1C87-541CD5257B1D}"/>
          </ac:spMkLst>
        </pc:spChg>
      </pc:sldChg>
      <pc:sldChg chg="modSp new mod">
        <pc:chgData name="McCloskey, Ross" userId="b1990487-ee44-4922-b58f-5b2980a02730" providerId="ADAL" clId="{7D443C21-FD7D-4E65-8C72-B41829F67170}" dt="2026-09-28T22:41:28.300" v="1047" actId="122"/>
        <pc:sldMkLst>
          <pc:docMk/>
          <pc:sldMk cId="4095987181" sldId="264"/>
        </pc:sldMkLst>
        <pc:spChg chg="mod">
          <ac:chgData name="McCloskey, Ross" userId="b1990487-ee44-4922-b58f-5b2980a02730" providerId="ADAL" clId="{7D443C21-FD7D-4E65-8C72-B41829F67170}" dt="2026-09-28T22:41:28.300" v="1047" actId="122"/>
          <ac:spMkLst>
            <pc:docMk/>
            <pc:sldMk cId="4095987181" sldId="264"/>
            <ac:spMk id="2" creationId="{3990C8C9-DCCB-9092-1633-D30892F6B909}"/>
          </ac:spMkLst>
        </pc:spChg>
      </pc:sldChg>
      <pc:sldChg chg="addSp delSp modSp new mod modClrScheme chgLayout">
        <pc:chgData name="McCloskey, Ross" userId="b1990487-ee44-4922-b58f-5b2980a02730" providerId="ADAL" clId="{7D443C21-FD7D-4E65-8C72-B41829F67170}" dt="2026-09-28T22:45:57.269" v="1304" actId="700"/>
        <pc:sldMkLst>
          <pc:docMk/>
          <pc:sldMk cId="552340326" sldId="265"/>
        </pc:sldMkLst>
        <pc:spChg chg="mod ord">
          <ac:chgData name="McCloskey, Ross" userId="b1990487-ee44-4922-b58f-5b2980a02730" providerId="ADAL" clId="{7D443C21-FD7D-4E65-8C72-B41829F67170}" dt="2026-09-28T22:45:57.269" v="1304" actId="700"/>
          <ac:spMkLst>
            <pc:docMk/>
            <pc:sldMk cId="552340326" sldId="265"/>
            <ac:spMk id="2" creationId="{5E491BF2-BE1A-1528-5C92-EB5549F9C0A6}"/>
          </ac:spMkLst>
        </pc:spChg>
        <pc:spChg chg="add del mod ord">
          <ac:chgData name="McCloskey, Ross" userId="b1990487-ee44-4922-b58f-5b2980a02730" providerId="ADAL" clId="{7D443C21-FD7D-4E65-8C72-B41829F67170}" dt="2026-09-28T22:45:57.269" v="1304" actId="700"/>
          <ac:spMkLst>
            <pc:docMk/>
            <pc:sldMk cId="552340326" sldId="265"/>
            <ac:spMk id="3" creationId="{D1AEFAF1-D499-19A9-E3D2-E4A0A61A88F8}"/>
          </ac:spMkLst>
        </pc:spChg>
        <pc:spChg chg="add del mod ord">
          <ac:chgData name="McCloskey, Ross" userId="b1990487-ee44-4922-b58f-5b2980a02730" providerId="ADAL" clId="{7D443C21-FD7D-4E65-8C72-B41829F67170}" dt="2026-09-28T22:45:57.269" v="1304" actId="700"/>
          <ac:spMkLst>
            <pc:docMk/>
            <pc:sldMk cId="552340326" sldId="265"/>
            <ac:spMk id="4" creationId="{10E6A8DA-76F2-E4BE-DDFB-C7227723CDB0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28T23:02:47.926" v="3275" actId="255"/>
        <pc:sldMkLst>
          <pc:docMk/>
          <pc:sldMk cId="1943530923" sldId="266"/>
        </pc:sldMkLst>
        <pc:spChg chg="mod">
          <ac:chgData name="McCloskey, Ross" userId="b1990487-ee44-4922-b58f-5b2980a02730" providerId="ADAL" clId="{7D443C21-FD7D-4E65-8C72-B41829F67170}" dt="2026-09-28T22:46:09.482" v="1329" actId="20577"/>
          <ac:spMkLst>
            <pc:docMk/>
            <pc:sldMk cId="1943530923" sldId="266"/>
            <ac:spMk id="2" creationId="{942C52EC-1B0B-CAE3-D686-BE73422DB350}"/>
          </ac:spMkLst>
        </pc:spChg>
        <pc:spChg chg="mod">
          <ac:chgData name="McCloskey, Ross" userId="b1990487-ee44-4922-b58f-5b2980a02730" providerId="ADAL" clId="{7D443C21-FD7D-4E65-8C72-B41829F67170}" dt="2026-09-28T23:02:47.926" v="3275" actId="255"/>
          <ac:spMkLst>
            <pc:docMk/>
            <pc:sldMk cId="1943530923" sldId="266"/>
            <ac:spMk id="3" creationId="{9FF00D4B-CEFF-9983-910F-ABF6C598D1C9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28T23:02:58.966" v="3276" actId="255"/>
        <pc:sldMkLst>
          <pc:docMk/>
          <pc:sldMk cId="3090335228" sldId="267"/>
        </pc:sldMkLst>
        <pc:spChg chg="mod">
          <ac:chgData name="McCloskey, Ross" userId="b1990487-ee44-4922-b58f-5b2980a02730" providerId="ADAL" clId="{7D443C21-FD7D-4E65-8C72-B41829F67170}" dt="2026-09-28T22:46:51.631" v="1437" actId="20577"/>
          <ac:spMkLst>
            <pc:docMk/>
            <pc:sldMk cId="3090335228" sldId="267"/>
            <ac:spMk id="2" creationId="{A4CFD3E4-2EFF-D8D3-5184-E3EC6B860EEB}"/>
          </ac:spMkLst>
        </pc:spChg>
        <pc:spChg chg="mod">
          <ac:chgData name="McCloskey, Ross" userId="b1990487-ee44-4922-b58f-5b2980a02730" providerId="ADAL" clId="{7D443C21-FD7D-4E65-8C72-B41829F67170}" dt="2026-09-28T23:02:58.966" v="3276" actId="255"/>
          <ac:spMkLst>
            <pc:docMk/>
            <pc:sldMk cId="3090335228" sldId="267"/>
            <ac:spMk id="3" creationId="{BE9147C8-0BE9-DE97-2161-A659EC41FC24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28T23:04:19.238" v="3416" actId="20577"/>
        <pc:sldMkLst>
          <pc:docMk/>
          <pc:sldMk cId="2246688222" sldId="268"/>
        </pc:sldMkLst>
        <pc:spChg chg="mod">
          <ac:chgData name="McCloskey, Ross" userId="b1990487-ee44-4922-b58f-5b2980a02730" providerId="ADAL" clId="{7D443C21-FD7D-4E65-8C72-B41829F67170}" dt="2026-09-28T22:47:56.378" v="1536" actId="20577"/>
          <ac:spMkLst>
            <pc:docMk/>
            <pc:sldMk cId="2246688222" sldId="268"/>
            <ac:spMk id="2" creationId="{F2990784-4E31-B4BA-6288-7565D689B707}"/>
          </ac:spMkLst>
        </pc:spChg>
        <pc:spChg chg="mod">
          <ac:chgData name="McCloskey, Ross" userId="b1990487-ee44-4922-b58f-5b2980a02730" providerId="ADAL" clId="{7D443C21-FD7D-4E65-8C72-B41829F67170}" dt="2026-09-28T23:03:06.427" v="3277" actId="255"/>
          <ac:spMkLst>
            <pc:docMk/>
            <pc:sldMk cId="2246688222" sldId="268"/>
            <ac:spMk id="3" creationId="{3E2C210A-4F9D-84CB-CCDE-57A33032D43F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28T23:17:24.279" v="4626" actId="20577"/>
        <pc:sldMkLst>
          <pc:docMk/>
          <pc:sldMk cId="2453236817" sldId="269"/>
        </pc:sldMkLst>
        <pc:spChg chg="mod">
          <ac:chgData name="McCloskey, Ross" userId="b1990487-ee44-4922-b58f-5b2980a02730" providerId="ADAL" clId="{7D443C21-FD7D-4E65-8C72-B41829F67170}" dt="2026-09-28T22:49:43.504" v="1819" actId="20577"/>
          <ac:spMkLst>
            <pc:docMk/>
            <pc:sldMk cId="2453236817" sldId="269"/>
            <ac:spMk id="2" creationId="{894A7BD2-3123-DBC7-0364-6D50EC9EC777}"/>
          </ac:spMkLst>
        </pc:spChg>
        <pc:spChg chg="mod">
          <ac:chgData name="McCloskey, Ross" userId="b1990487-ee44-4922-b58f-5b2980a02730" providerId="ADAL" clId="{7D443C21-FD7D-4E65-8C72-B41829F67170}" dt="2026-09-28T22:49:55.203" v="1861" actId="20577"/>
          <ac:spMkLst>
            <pc:docMk/>
            <pc:sldMk cId="2453236817" sldId="269"/>
            <ac:spMk id="3" creationId="{49C733D4-541E-6B5C-3F35-44B27BE9E251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28T23:18:26.872" v="4817" actId="20577"/>
        <pc:sldMkLst>
          <pc:docMk/>
          <pc:sldMk cId="411295622" sldId="270"/>
        </pc:sldMkLst>
        <pc:spChg chg="mod">
          <ac:chgData name="McCloskey, Ross" userId="b1990487-ee44-4922-b58f-5b2980a02730" providerId="ADAL" clId="{7D443C21-FD7D-4E65-8C72-B41829F67170}" dt="2026-09-28T22:50:06.295" v="1890" actId="20577"/>
          <ac:spMkLst>
            <pc:docMk/>
            <pc:sldMk cId="411295622" sldId="270"/>
            <ac:spMk id="2" creationId="{9EC43C86-2320-5407-CAF1-6355534B70FE}"/>
          </ac:spMkLst>
        </pc:spChg>
        <pc:spChg chg="mod">
          <ac:chgData name="McCloskey, Ross" userId="b1990487-ee44-4922-b58f-5b2980a02730" providerId="ADAL" clId="{7D443C21-FD7D-4E65-8C72-B41829F67170}" dt="2026-09-28T22:52:55.269" v="2207" actId="20577"/>
          <ac:spMkLst>
            <pc:docMk/>
            <pc:sldMk cId="411295622" sldId="270"/>
            <ac:spMk id="3" creationId="{AD63B79D-B185-6AAA-3C10-32DDE99D7C09}"/>
          </ac:spMkLst>
        </pc:spChg>
      </pc:sldChg>
      <pc:sldMasterChg chg="setBg">
        <pc:chgData name="McCloskey, Ross" userId="b1990487-ee44-4922-b58f-5b2980a02730" providerId="ADAL" clId="{7D443C21-FD7D-4E65-8C72-B41829F67170}" dt="2026-09-28T21:47:51.713" v="40"/>
        <pc:sldMasterMkLst>
          <pc:docMk/>
          <pc:sldMasterMk cId="3422265695" sldId="2147483648"/>
        </pc:sldMasterMkLst>
      </pc:sldMasterChg>
      <pc:sldMasterChg chg="modSldLayout">
        <pc:chgData name="McCloskey, Ross" userId="b1990487-ee44-4922-b58f-5b2980a02730" providerId="ADAL" clId="{7D443C21-FD7D-4E65-8C72-B41829F67170}" dt="2026-09-28T21:46:36.876" v="28"/>
        <pc:sldMasterMkLst>
          <pc:docMk/>
          <pc:sldMasterMk cId="3359830260" sldId="2147483744"/>
        </pc:sldMasterMkLst>
        <pc:sldLayoutChg chg="addSp delSp">
          <pc:chgData name="McCloskey, Ross" userId="b1990487-ee44-4922-b58f-5b2980a02730" providerId="ADAL" clId="{7D443C21-FD7D-4E65-8C72-B41829F67170}" dt="2026-09-28T21:46:36.876" v="28"/>
          <pc:sldLayoutMkLst>
            <pc:docMk/>
            <pc:sldMasterMk cId="3359830260" sldId="2147483744"/>
            <pc:sldLayoutMk cId="3489264726" sldId="2147483756"/>
          </pc:sldLayoutMkLst>
          <pc:picChg chg="add del">
            <ac:chgData name="McCloskey, Ross" userId="b1990487-ee44-4922-b58f-5b2980a02730" providerId="ADAL" clId="{7D443C21-FD7D-4E65-8C72-B41829F67170}" dt="2026-09-28T21:46:36.876" v="28"/>
            <ac:picMkLst>
              <pc:docMk/>
              <pc:sldMasterMk cId="3359830260" sldId="2147483744"/>
              <pc:sldLayoutMk cId="3489264726" sldId="2147483756"/>
              <ac:picMk id="7" creationId="{D29E0058-93A2-5291-6ACA-A0430862664F}"/>
            </ac:picMkLst>
          </pc:picChg>
        </pc:sldLayoutChg>
      </pc:sldMasterChg>
    </pc:docChg>
  </pc:docChgLst>
</pc:chgInfo>
</file>

<file path=ppt/comments/modernComment_100_E033BAC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D0D287-8A7F-4D96-8CA6-44EED8DF63F0}" authorId="{1FD40F21-D16F-913E-F6A3-417C7EBBEA4C}" created="2026-09-28T22:14:30.19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61486538" sldId="256"/>
      <ac:spMk id="3" creationId="{762E0F39-94FA-771E-FB61-BEBEF98967E4}"/>
    </ac:deMkLst>
    <p188:txBody>
      <a:bodyPr/>
      <a:lstStyle/>
      <a:p>
        <a:r>
          <a:rPr lang="en-US"/>
          <a:t>Not sure if this is right or if I include affilliations</a:t>
        </a:r>
      </a:p>
    </p188:txBody>
  </p188:cm>
</p188:cmLst>
</file>

<file path=ppt/comments/modernComment_101_F7DFE6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EEAD5F-7AF7-45B0-929D-D4287E272475}" authorId="{1FD40F21-D16F-913E-F6A3-417C7EBBEA4C}" created="2026-09-28T22:17:09.383">
    <pc:sldMkLst xmlns:pc="http://schemas.microsoft.com/office/powerpoint/2013/main/command">
      <pc:docMk/>
      <pc:sldMk cId="4158645981" sldId="257"/>
    </pc:sldMkLst>
    <p188:replyLst>
      <p188:reply id="{C3E1EC91-91D0-42F6-8280-BB54003BFC02}" authorId="{1FD40F21-D16F-913E-F6A3-417C7EBBEA4C}" created="2026-09-28T22:40:49.689">
        <p188:txBody>
          <a:bodyPr/>
          <a:lstStyle/>
          <a:p>
            <a:r>
              <a:rPr lang="en-US"/>
              <a:t>Likewise, are section header slides necessary?</a:t>
            </a:r>
          </a:p>
        </p188:txBody>
      </p188:reply>
    </p188:replyLst>
    <p188:txBody>
      <a:bodyPr/>
      <a:lstStyle/>
      <a:p>
        <a:r>
          <a:rPr lang="en-US"/>
          <a:t>Not sure if a slide like this is necessary. Lot’s of my classes recommended them but in a conference talk context is the outline kind of assumed?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F02B8-4FA1-4FC2-9CCB-CC07671CD3E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1AA38-86D1-4674-9C68-DF52A9C1CC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62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WINTER! DEPTH-STRATIFIED!!!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50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NCC ecosystem and show sampling area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108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sampling and identification. Explain collection of environmental covariates. Describe data wrangling (grouping and thresholding)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03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each analysis and its intended 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08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Discuss/point out major trends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137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use of ISA to define representational taxa for each cluster. Mention single-sample clusters (4 and 7) and their subsequent exclusion. Overview fig 2A.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740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detail on associations seen, </a:t>
            </a:r>
            <a:r>
              <a:rPr lang="en-US" dirty="0" err="1"/>
              <a:t>esp</a:t>
            </a:r>
            <a:r>
              <a:rPr lang="en-US" dirty="0"/>
              <a:t> those that connect to previous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1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Spatiotemporal variables in base </a:t>
            </a:r>
            <a:r>
              <a:rPr lang="en-US" dirty="0" err="1"/>
              <a:t>dbRDA</a:t>
            </a:r>
            <a:r>
              <a:rPr lang="en-US" dirty="0"/>
              <a:t> model explain significant amount of variation in assemblage composition. Full </a:t>
            </a:r>
            <a:r>
              <a:rPr lang="en-US" dirty="0" err="1"/>
              <a:t>db</a:t>
            </a:r>
            <a:r>
              <a:rPr lang="en-US" dirty="0"/>
              <a:t>-RDA model also significant and explained a significant amount of ADDITIONAL variation in assemblage composition. Variance partitioning… 1.57% of variation in assemblage composition was explained by spatiotemporal and environmental covariates together, 3.72% by spatiotemporal covariates alone, and 1.92% by environmental covariates alone. The full model explained 8.78% of variation in assemblage composition and all of these amounts are statistically significant.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045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covariates significant have significant effects in the full </a:t>
            </a:r>
            <a:r>
              <a:rPr lang="en-US" dirty="0" err="1"/>
              <a:t>dbRDA</a:t>
            </a:r>
            <a:r>
              <a:rPr lang="en-US" dirty="0"/>
              <a:t> model. Discuss effects as visualized on </a:t>
            </a:r>
            <a:r>
              <a:rPr lang="en-US" dirty="0" err="1"/>
              <a:t>dbRDA</a:t>
            </a:r>
            <a:r>
              <a:rPr lang="en-US"/>
              <a:t> plot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840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519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48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67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322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81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56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801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7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088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074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702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CC774E-A65B-4DD3-BE4B-56D545A0DA29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427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0_E033BACA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F7DFE6DD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4B15A-1BA8-FAE0-F178-B785304BA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679" y="1136984"/>
            <a:ext cx="10912642" cy="3058779"/>
          </a:xfrm>
        </p:spPr>
        <p:txBody>
          <a:bodyPr>
            <a:normAutofit/>
          </a:bodyPr>
          <a:lstStyle/>
          <a:p>
            <a:r>
              <a:rPr lang="en-US" sz="5200" dirty="0"/>
              <a:t>Environmental and spatiotemporal influences on winter ichthyoplankton assemblages of the northern California Current Ecosystem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E0F39-94FA-771E-FB61-BEBEF98967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90895"/>
            <a:ext cx="9144000" cy="773216"/>
          </a:xfrm>
        </p:spPr>
        <p:txBody>
          <a:bodyPr/>
          <a:lstStyle/>
          <a:p>
            <a:r>
              <a:rPr lang="en-US" dirty="0"/>
              <a:t>William R. McCloskey, Luke A. Bobay, Nicholas F. Howard, Robert K. Cowen and Su Sponaugle</a:t>
            </a:r>
          </a:p>
        </p:txBody>
      </p:sp>
    </p:spTree>
    <p:extLst>
      <p:ext uri="{BB962C8B-B14F-4D97-AF65-F5344CB8AC3E}">
        <p14:creationId xmlns:p14="http://schemas.microsoft.com/office/powerpoint/2010/main" val="37614865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FE7A-9C51-A2F5-5A24-379FB7082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A7D49-2131-463F-4C9D-F7C5639F1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Introduction and background</a:t>
            </a:r>
          </a:p>
          <a:p>
            <a:r>
              <a:rPr lang="en-US" sz="2400" dirty="0"/>
              <a:t>Sampling and analysis methods</a:t>
            </a:r>
          </a:p>
          <a:p>
            <a:r>
              <a:rPr lang="en-US" sz="2400" dirty="0"/>
              <a:t>Results and discussion</a:t>
            </a:r>
          </a:p>
        </p:txBody>
      </p:sp>
    </p:spTree>
    <p:extLst>
      <p:ext uri="{BB962C8B-B14F-4D97-AF65-F5344CB8AC3E}">
        <p14:creationId xmlns:p14="http://schemas.microsoft.com/office/powerpoint/2010/main" val="41586459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E3F03-D8C1-AD38-095D-B69CB01CC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Introduction and Background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62BD9-2371-7068-6CAF-8F7AEBE51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4759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A7BD9-A216-C803-5B99-4B6B19363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LFC knowledge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9FAA9-8CCF-7FDF-EDB5-A953AF35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Current knowledge on LFC</a:t>
            </a:r>
          </a:p>
          <a:p>
            <a:r>
              <a:rPr lang="en-US" sz="2400" dirty="0"/>
              <a:t>What knowledge gap(s) did we aim to fill? Why this project?</a:t>
            </a:r>
          </a:p>
        </p:txBody>
      </p:sp>
    </p:spTree>
    <p:extLst>
      <p:ext uri="{BB962C8B-B14F-4D97-AF65-F5344CB8AC3E}">
        <p14:creationId xmlns:p14="http://schemas.microsoft.com/office/powerpoint/2010/main" val="44376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B1884-9909-6996-B1EF-F9DB304B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Study area – northern California Current ecosystem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D6A78-7D89-0D0C-9654-28524A21C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Add Fig. 1 here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902A2A-9B25-5B79-B90D-5A644898C11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5671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0C8C9-DCCB-9092-1633-D30892F6B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Sampling and Analysis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B53ED4-1760-1D89-0CC2-26434F23C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87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DC292-6437-72C8-FE7E-358DAA2DE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and data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50B18-4FB1-0283-6385-E05038C7D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Describe tows (MOCNESS, when, mesh and mouth size?)</a:t>
            </a:r>
          </a:p>
          <a:p>
            <a:r>
              <a:rPr lang="en-US" sz="2400" dirty="0"/>
              <a:t>Visual identification of specimens</a:t>
            </a:r>
          </a:p>
          <a:p>
            <a:r>
              <a:rPr lang="en-US" sz="2400" dirty="0"/>
              <a:t>Environmental sampling</a:t>
            </a:r>
          </a:p>
          <a:p>
            <a:r>
              <a:rPr lang="en-US" sz="2400" dirty="0"/>
              <a:t>Data filtering/thresholding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0423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F4F21-E44A-8428-88A9-5472B256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B784F-B0FE-B134-DE85-B82BC9CF9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930" y="1681163"/>
            <a:ext cx="3642951" cy="823912"/>
          </a:xfrm>
        </p:spPr>
        <p:txBody>
          <a:bodyPr>
            <a:noAutofit/>
          </a:bodyPr>
          <a:lstStyle/>
          <a:p>
            <a:pPr algn="ctr"/>
            <a:r>
              <a:rPr lang="en-US" sz="2800" dirty="0"/>
              <a:t>Characterizing assemblages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5096C5-3BD2-27F3-58AD-14865937D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930" y="2707871"/>
            <a:ext cx="3642951" cy="1981008"/>
          </a:xfrm>
        </p:spPr>
        <p:txBody>
          <a:bodyPr>
            <a:normAutofit/>
          </a:bodyPr>
          <a:lstStyle/>
          <a:p>
            <a:r>
              <a:rPr lang="en-US" sz="2400" dirty="0"/>
              <a:t>Cluster analysis</a:t>
            </a:r>
          </a:p>
          <a:p>
            <a:r>
              <a:rPr lang="en-US" sz="2400" dirty="0"/>
              <a:t>Indicator Species Analysis</a:t>
            </a:r>
          </a:p>
          <a:p>
            <a:r>
              <a:rPr lang="en-US" sz="2400" dirty="0"/>
              <a:t>NMDS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A9FE0-0831-3314-E63A-403E0F0F6E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52881" y="1619794"/>
            <a:ext cx="3642951" cy="823912"/>
          </a:xfrm>
        </p:spPr>
        <p:txBody>
          <a:bodyPr>
            <a:noAutofit/>
          </a:bodyPr>
          <a:lstStyle/>
          <a:p>
            <a:pPr algn="ctr"/>
            <a:r>
              <a:rPr lang="en-US" sz="2800" dirty="0"/>
              <a:t>Influences on assemblages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09375E-380E-E0E4-AABB-C3C82F7FD3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74524" y="2707871"/>
            <a:ext cx="3642951" cy="2373767"/>
          </a:xfrm>
        </p:spPr>
        <p:txBody>
          <a:bodyPr>
            <a:normAutofit/>
          </a:bodyPr>
          <a:lstStyle/>
          <a:p>
            <a:r>
              <a:rPr lang="en-US" sz="2400" dirty="0"/>
              <a:t>Distance-based RDA</a:t>
            </a:r>
          </a:p>
          <a:p>
            <a:r>
              <a:rPr lang="en-US" sz="2400" dirty="0"/>
              <a:t>Permutation-based ANOVA</a:t>
            </a:r>
          </a:p>
          <a:p>
            <a:r>
              <a:rPr lang="en-US" sz="2400" dirty="0"/>
              <a:t>Variance Partitioning Analysis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4897BA95-02F0-B7E1-1044-1BA7DA428238}"/>
              </a:ext>
            </a:extLst>
          </p:cNvPr>
          <p:cNvSpPr txBox="1">
            <a:spLocks/>
          </p:cNvSpPr>
          <p:nvPr/>
        </p:nvSpPr>
        <p:spPr>
          <a:xfrm>
            <a:off x="7939119" y="1655241"/>
            <a:ext cx="3642951" cy="82391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dirty="0"/>
              <a:t>Diel variation in vertical distribution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B6290506-0F17-7A96-BD89-BF7282E95E12}"/>
              </a:ext>
            </a:extLst>
          </p:cNvPr>
          <p:cNvSpPr txBox="1">
            <a:spLocks/>
          </p:cNvSpPr>
          <p:nvPr/>
        </p:nvSpPr>
        <p:spPr>
          <a:xfrm>
            <a:off x="7939118" y="2707871"/>
            <a:ext cx="3642951" cy="2324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Distance-based RDA</a:t>
            </a:r>
          </a:p>
          <a:p>
            <a:r>
              <a:rPr lang="en-US" sz="2400" dirty="0"/>
              <a:t>Permutation-based ANOVA</a:t>
            </a:r>
          </a:p>
          <a:p>
            <a:r>
              <a:rPr lang="en-US" sz="2400" dirty="0"/>
              <a:t>Variance Partitioning Analysis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0253486-C68C-51C9-A40E-06E059ABBD6E}"/>
              </a:ext>
            </a:extLst>
          </p:cNvPr>
          <p:cNvCxnSpPr/>
          <p:nvPr/>
        </p:nvCxnSpPr>
        <p:spPr>
          <a:xfrm>
            <a:off x="839788" y="2505075"/>
            <a:ext cx="31798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338D88A-853D-90FD-85D3-713F2340645C}"/>
              </a:ext>
            </a:extLst>
          </p:cNvPr>
          <p:cNvCxnSpPr/>
          <p:nvPr/>
        </p:nvCxnSpPr>
        <p:spPr>
          <a:xfrm>
            <a:off x="4506055" y="2505075"/>
            <a:ext cx="31798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0713E81-6361-0A83-AB67-A91F8B3DCF06}"/>
              </a:ext>
            </a:extLst>
          </p:cNvPr>
          <p:cNvCxnSpPr/>
          <p:nvPr/>
        </p:nvCxnSpPr>
        <p:spPr>
          <a:xfrm>
            <a:off x="8175498" y="2505075"/>
            <a:ext cx="31798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860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91BF2-BE1A-1528-5C92-EB5549F9C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Results and Discussion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FAF1-D499-19A9-E3D2-E4A0A61A8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340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C52EC-1B0B-CAE3-D686-BE73422DB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00D4B-CEFF-9983-910F-ABF6C598D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3 and caption</a:t>
            </a:r>
          </a:p>
        </p:txBody>
      </p:sp>
    </p:spTree>
    <p:extLst>
      <p:ext uri="{BB962C8B-B14F-4D97-AF65-F5344CB8AC3E}">
        <p14:creationId xmlns:p14="http://schemas.microsoft.com/office/powerpoint/2010/main" val="1943530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FD3E4-2EFF-D8D3-5184-E3EC6B86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147C8-0BE9-DE97-2161-A659EC41F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Overview ISA results</a:t>
            </a:r>
          </a:p>
          <a:p>
            <a:r>
              <a:rPr lang="en-US" sz="2400" dirty="0"/>
              <a:t>Add fig 2A and caption</a:t>
            </a:r>
          </a:p>
        </p:txBody>
      </p:sp>
    </p:spTree>
    <p:extLst>
      <p:ext uri="{BB962C8B-B14F-4D97-AF65-F5344CB8AC3E}">
        <p14:creationId xmlns:p14="http://schemas.microsoft.com/office/powerpoint/2010/main" val="3090335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90784-4E31-B4BA-6288-7565D689B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and spatiotemporal associations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C210A-4F9D-84CB-CCDE-57A33032D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4 and caption</a:t>
            </a:r>
          </a:p>
          <a:p>
            <a:r>
              <a:rPr lang="en-US" sz="2400" dirty="0"/>
              <a:t>Textual overview of major take aways?</a:t>
            </a:r>
          </a:p>
        </p:txBody>
      </p:sp>
    </p:spTree>
    <p:extLst>
      <p:ext uri="{BB962C8B-B14F-4D97-AF65-F5344CB8AC3E}">
        <p14:creationId xmlns:p14="http://schemas.microsoft.com/office/powerpoint/2010/main" val="2246688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A7BD2-3123-DBC7-0364-6D50EC9E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Db-RDA and VPA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733D4-541E-6B5C-3F35-44B27BE9E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Textual overview of results</a:t>
            </a:r>
          </a:p>
        </p:txBody>
      </p:sp>
    </p:spTree>
    <p:extLst>
      <p:ext uri="{BB962C8B-B14F-4D97-AF65-F5344CB8AC3E}">
        <p14:creationId xmlns:p14="http://schemas.microsoft.com/office/powerpoint/2010/main" val="2453236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43C86-2320-5407-CAF1-6355534B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ANOVA of variables and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3B79D-B185-6AAA-3C10-32DDE99D7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fig 5 and caption</a:t>
            </a:r>
          </a:p>
          <a:p>
            <a:r>
              <a:rPr lang="en-US" dirty="0"/>
              <a:t>Mention ANOVA result – all covariates found to have significant effects on full </a:t>
            </a:r>
            <a:r>
              <a:rPr lang="en-US" dirty="0" err="1"/>
              <a:t>dbRDA</a:t>
            </a:r>
            <a:r>
              <a:rPr lang="en-US" dirty="0"/>
              <a:t> model</a:t>
            </a:r>
          </a:p>
          <a:p>
            <a:r>
              <a:rPr lang="en-US" dirty="0"/>
              <a:t>Textual overview of major relationships in figure 5</a:t>
            </a:r>
          </a:p>
        </p:txBody>
      </p:sp>
    </p:spTree>
    <p:extLst>
      <p:ext uri="{BB962C8B-B14F-4D97-AF65-F5344CB8AC3E}">
        <p14:creationId xmlns:p14="http://schemas.microsoft.com/office/powerpoint/2010/main" val="411295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94</TotalTime>
  <Words>424</Words>
  <Application>Microsoft Office PowerPoint</Application>
  <PresentationFormat>Widescreen</PresentationFormat>
  <Paragraphs>64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Calibri Light</vt:lpstr>
      <vt:lpstr>Office 2013 - 2022 Theme</vt:lpstr>
      <vt:lpstr>Environmental and spatiotemporal influences on winter ichthyoplankton assemblages of the northern California Current Ecosystem</vt:lpstr>
      <vt:lpstr>Outline</vt:lpstr>
      <vt:lpstr>Introduction and Background</vt:lpstr>
      <vt:lpstr>State of LFC knowledge </vt:lpstr>
      <vt:lpstr>Study area – northern California Current ecosystem</vt:lpstr>
      <vt:lpstr>Sampling and Analysis Methods</vt:lpstr>
      <vt:lpstr>Sampling and data collection</vt:lpstr>
      <vt:lpstr>Data Analyses</vt:lpstr>
      <vt:lpstr>Results and Discussion</vt:lpstr>
      <vt:lpstr>Cluster Distribution</vt:lpstr>
      <vt:lpstr>Cluster composition</vt:lpstr>
      <vt:lpstr>Cluster and spatiotemporal associations</vt:lpstr>
      <vt:lpstr>Db-RDA and VPA</vt:lpstr>
      <vt:lpstr>ANOVA of variables and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McCloskey, Ross</dc:creator>
  <cp:lastModifiedBy>McCloskey, Ross</cp:lastModifiedBy>
  <cp:revision>1</cp:revision>
  <dcterms:created xsi:type="dcterms:W3CDTF">2026-09-28T21:43:59Z</dcterms:created>
  <dcterms:modified xsi:type="dcterms:W3CDTF">2026-09-28T23:18:31Z</dcterms:modified>
</cp:coreProperties>
</file>