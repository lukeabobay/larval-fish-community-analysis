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58" r:id="rId6"/>
    <p:sldId id="263" r:id="rId7"/>
    <p:sldId id="261" r:id="rId8"/>
    <p:sldId id="285" r:id="rId9"/>
    <p:sldId id="262" r:id="rId10"/>
    <p:sldId id="264" r:id="rId11"/>
    <p:sldId id="287" r:id="rId12"/>
    <p:sldId id="288" r:id="rId13"/>
    <p:sldId id="260" r:id="rId14"/>
    <p:sldId id="28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3" d="100"/>
          <a:sy n="53" d="100"/>
        </p:scale>
        <p:origin x="40" y="1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8/24/2026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a:t>
            </a:r>
            <a:endParaRPr lang="en-US" sz="1800" b="1" dirty="0"/>
          </a:p>
        </p:txBody>
      </p:sp>
      <p:pic>
        <p:nvPicPr>
          <p:cNvPr id="11" name="Picture 10">
            <a:extLst>
              <a:ext uri="{FF2B5EF4-FFF2-40B4-BE49-F238E27FC236}">
                <a16:creationId xmlns:a16="http://schemas.microsoft.com/office/drawing/2014/main" id="{9182B9B8-5528-4D4F-D771-5556DD67EE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2415" y="1685124"/>
            <a:ext cx="7607170" cy="5172876"/>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4" name="Picture 3">
            <a:extLst>
              <a:ext uri="{FF2B5EF4-FFF2-40B4-BE49-F238E27FC236}">
                <a16:creationId xmlns:a16="http://schemas.microsoft.com/office/drawing/2014/main" id="{505DB7AE-32B4-0DD1-7939-4F0FDCAD4E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A20AA7C5-2BE5-EC28-81CC-CC4F01F5B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log-transformed abundance of each taxon at combinations of depth and time of day predicted from GLMM.</a:t>
            </a:r>
          </a:p>
        </p:txBody>
      </p:sp>
      <p:pic>
        <p:nvPicPr>
          <p:cNvPr id="5" name="Picture 4">
            <a:extLst>
              <a:ext uri="{FF2B5EF4-FFF2-40B4-BE49-F238E27FC236}">
                <a16:creationId xmlns:a16="http://schemas.microsoft.com/office/drawing/2014/main" id="{C1735C20-EE71-237D-B33E-31977871BB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5" name="Picture 4">
            <a:extLst>
              <a:ext uri="{FF2B5EF4-FFF2-40B4-BE49-F238E27FC236}">
                <a16:creationId xmlns:a16="http://schemas.microsoft.com/office/drawing/2014/main" id="{94CCDB45-C503-1684-2D63-63B47370ED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7932" y="1700576"/>
            <a:ext cx="7736135" cy="5157424"/>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5" name="Picture 4">
            <a:extLst>
              <a:ext uri="{FF2B5EF4-FFF2-40B4-BE49-F238E27FC236}">
                <a16:creationId xmlns:a16="http://schemas.microsoft.com/office/drawing/2014/main" id="{E06CEE14-A71B-7E59-525F-A0453DFB9B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9"/>
            <a:ext cx="7750967" cy="5167311"/>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2985</TotalTime>
  <Words>604</Words>
  <Application>Microsoft Office PowerPoint</Application>
  <PresentationFormat>Widescreen</PresentationFormat>
  <Paragraphs>107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log-transformed abundance of each taxon at combinations of depth and time of day predicted from GLMM.</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McCloskey, Ross</cp:lastModifiedBy>
  <cp:revision>14</cp:revision>
  <dcterms:created xsi:type="dcterms:W3CDTF">2026-08-12T08:12:03Z</dcterms:created>
  <dcterms:modified xsi:type="dcterms:W3CDTF">2026-08-24T19:16:28Z</dcterms:modified>
</cp:coreProperties>
</file>