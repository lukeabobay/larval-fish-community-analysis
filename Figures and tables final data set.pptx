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58" r:id="rId7"/>
    <p:sldId id="263" r:id="rId8"/>
    <p:sldId id="261" r:id="rId9"/>
    <p:sldId id="285" r:id="rId10"/>
    <p:sldId id="262" r:id="rId11"/>
    <p:sldId id="264" r:id="rId12"/>
    <p:sldId id="287" r:id="rId13"/>
    <p:sldId id="288" r:id="rId14"/>
    <p:sldId id="260"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55" d="100"/>
          <a:sy n="55" d="100"/>
        </p:scale>
        <p:origin x="10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a:t>
            </a:r>
            <a:endParaRPr lang="en-US" sz="1800" b="1" dirty="0"/>
          </a:p>
        </p:txBody>
      </p:sp>
      <p:pic>
        <p:nvPicPr>
          <p:cNvPr id="11" name="Picture 10">
            <a:extLst>
              <a:ext uri="{FF2B5EF4-FFF2-40B4-BE49-F238E27FC236}">
                <a16:creationId xmlns:a16="http://schemas.microsoft.com/office/drawing/2014/main" id="{9182B9B8-5528-4D4F-D771-5556DD67EE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2415" y="1685124"/>
            <a:ext cx="7607170" cy="5172876"/>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10" name="Picture 9">
            <a:extLst>
              <a:ext uri="{FF2B5EF4-FFF2-40B4-BE49-F238E27FC236}">
                <a16:creationId xmlns:a16="http://schemas.microsoft.com/office/drawing/2014/main" id="{ECC175CB-0844-990F-ABA6-DC44316B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AF71EAE9-90FF-CABE-25EE-3F7A9B6CC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7" name="Picture 6">
            <a:extLst>
              <a:ext uri="{FF2B5EF4-FFF2-40B4-BE49-F238E27FC236}">
                <a16:creationId xmlns:a16="http://schemas.microsoft.com/office/drawing/2014/main" id="{DB35A8A2-2930-058C-853A-E48ED8778E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abundance of each taxon predicted from GLMM, normalized to the highest predicted abundance of each taxon, at combinations of depth and time of day.</a:t>
            </a:r>
          </a:p>
        </p:txBody>
      </p:sp>
      <p:pic>
        <p:nvPicPr>
          <p:cNvPr id="7" name="Picture 6">
            <a:extLst>
              <a:ext uri="{FF2B5EF4-FFF2-40B4-BE49-F238E27FC236}">
                <a16:creationId xmlns:a16="http://schemas.microsoft.com/office/drawing/2014/main" id="{C79A5566-967B-61DD-211A-AEEC2BA3E4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7" cy="5167311"/>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4" name="Picture 3">
            <a:extLst>
              <a:ext uri="{FF2B5EF4-FFF2-40B4-BE49-F238E27FC236}">
                <a16:creationId xmlns:a16="http://schemas.microsoft.com/office/drawing/2014/main" id="{1F998BE2-2618-76EA-D3C9-0787354F9C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16559" y="1690688"/>
            <a:ext cx="7758881" cy="5172587"/>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4" name="Picture 3">
            <a:extLst>
              <a:ext uri="{FF2B5EF4-FFF2-40B4-BE49-F238E27FC236}">
                <a16:creationId xmlns:a16="http://schemas.microsoft.com/office/drawing/2014/main" id="{1ADFC5EA-21DD-6CFF-B84B-D38FE4B8EC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3104</TotalTime>
  <Words>632</Words>
  <Application>Microsoft Office PowerPoint</Application>
  <PresentationFormat>Widescreen</PresentationFormat>
  <Paragraphs>110</Paragraphs>
  <Slides>15</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abundance of each taxon predicted from GLMM, normalized to the highest predicted abundance of each taxon, at combinations of depth and time of day.</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16</cp:revision>
  <dcterms:created xsi:type="dcterms:W3CDTF">2026-08-12T08:12:03Z</dcterms:created>
  <dcterms:modified xsi:type="dcterms:W3CDTF">2026-08-25T19:31:26Z</dcterms:modified>
</cp:coreProperties>
</file>