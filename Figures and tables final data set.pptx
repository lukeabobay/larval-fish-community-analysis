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6" r:id="rId4"/>
    <p:sldId id="259" r:id="rId5"/>
    <p:sldId id="258" r:id="rId6"/>
    <p:sldId id="263" r:id="rId7"/>
    <p:sldId id="261" r:id="rId8"/>
    <p:sldId id="285" r:id="rId9"/>
    <p:sldId id="262" r:id="rId10"/>
    <p:sldId id="264" r:id="rId11"/>
    <p:sldId id="287" r:id="rId12"/>
    <p:sldId id="288" r:id="rId13"/>
    <p:sldId id="260" r:id="rId14"/>
    <p:sldId id="28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8" d="100"/>
          <a:sy n="58" d="100"/>
        </p:scale>
        <p:origin x="920" y="1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89411-DCB3-973A-69D4-ED97015BD29C}"/>
              </a:ext>
            </a:extLst>
          </p:cNvPr>
          <p:cNvSpPr>
            <a:spLocks noGrp="1"/>
          </p:cNvSpPr>
          <p:nvPr>
            <p:ph type="title"/>
          </p:nvPr>
        </p:nvSpPr>
        <p:spPr>
          <a:xfrm>
            <a:off x="6096000" y="365125"/>
            <a:ext cx="5257799" cy="1325563"/>
          </a:xfrm>
        </p:spPr>
        <p:txBody>
          <a:bodyPr>
            <a:normAutofit fontScale="90000"/>
          </a:bodyPr>
          <a:lstStyle/>
          <a:p>
            <a:r>
              <a:rPr lang="en-US" sz="1800" b="1" dirty="0"/>
              <a:t>Fig. 1. </a:t>
            </a:r>
            <a:r>
              <a:rPr lang="en-US" sz="1800" dirty="0"/>
              <a:t>Locations sampled during each year and sampling replicate. Symbols indicate year.</a:t>
            </a:r>
            <a:br>
              <a:rPr lang="en-US" sz="1800" dirty="0"/>
            </a:br>
            <a:r>
              <a:rPr lang="en-US" sz="1800" dirty="0"/>
              <a:t>Add scatter plots of temperature, salinity, dissolved oxygen, and chlorophyll vs. depth, colored by seafloor depth</a:t>
            </a:r>
          </a:p>
        </p:txBody>
      </p:sp>
      <p:pic>
        <p:nvPicPr>
          <p:cNvPr id="5" name="Picture 4">
            <a:extLst>
              <a:ext uri="{FF2B5EF4-FFF2-40B4-BE49-F238E27FC236}">
                <a16:creationId xmlns:a16="http://schemas.microsoft.com/office/drawing/2014/main" id="{74071427-C575-59FF-8210-285CFAE9E5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0" cy="6858000"/>
          </a:xfrm>
          <a:prstGeom prst="rect">
            <a:avLst/>
          </a:prstGeom>
        </p:spPr>
      </p:pic>
    </p:spTree>
    <p:extLst>
      <p:ext uri="{BB962C8B-B14F-4D97-AF65-F5344CB8AC3E}">
        <p14:creationId xmlns:p14="http://schemas.microsoft.com/office/powerpoint/2010/main" val="3222044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4" name="Picture 3">
            <a:extLst>
              <a:ext uri="{FF2B5EF4-FFF2-40B4-BE49-F238E27FC236}">
                <a16:creationId xmlns:a16="http://schemas.microsoft.com/office/drawing/2014/main" id="{505DB7AE-32B4-0DD1-7939-4F0FDCAD4E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A20AA7C5-2BE5-EC28-81CC-CC4F01F5B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log-transformed abundance of each taxon at combinations of depth and time of day predicted from GLMM.</a:t>
            </a:r>
          </a:p>
        </p:txBody>
      </p:sp>
      <p:pic>
        <p:nvPicPr>
          <p:cNvPr id="5" name="Picture 4">
            <a:extLst>
              <a:ext uri="{FF2B5EF4-FFF2-40B4-BE49-F238E27FC236}">
                <a16:creationId xmlns:a16="http://schemas.microsoft.com/office/drawing/2014/main" id="{C1735C20-EE71-237D-B33E-31977871BB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5" name="Picture 4">
            <a:extLst>
              <a:ext uri="{FF2B5EF4-FFF2-40B4-BE49-F238E27FC236}">
                <a16:creationId xmlns:a16="http://schemas.microsoft.com/office/drawing/2014/main" id="{94CCDB45-C503-1684-2D63-63B47370ED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7932" y="1700576"/>
            <a:ext cx="7736135" cy="5157424"/>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5" name="Picture 4">
            <a:extLst>
              <a:ext uri="{FF2B5EF4-FFF2-40B4-BE49-F238E27FC236}">
                <a16:creationId xmlns:a16="http://schemas.microsoft.com/office/drawing/2014/main" id="{E06CEE14-A71B-7E59-525F-A0453DFB9B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9"/>
            <a:ext cx="7750967" cy="5167311"/>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2805</TotalTime>
  <Words>560</Words>
  <Application>Microsoft Office PowerPoint</Application>
  <PresentationFormat>Widescreen</PresentationFormat>
  <Paragraphs>107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Figures made using final data set</vt:lpstr>
      <vt:lpstr>Fig. 1. Locations sampled during each year and sampling replicate. Symbols indicate year. Add scatter plots of temperature, salinity, dissolved oxygen, and chlorophyll vs. depth, colored by seafloor depth</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log-transformed abundance of each taxon at combinations of depth and time of day predicted from GLMM.</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12</cp:revision>
  <dcterms:created xsi:type="dcterms:W3CDTF">2026-08-12T08:12:03Z</dcterms:created>
  <dcterms:modified xsi:type="dcterms:W3CDTF">2026-08-14T14:47:15Z</dcterms:modified>
</cp:coreProperties>
</file>