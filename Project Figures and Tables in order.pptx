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70" r:id="rId4"/>
    <p:sldId id="271" r:id="rId5"/>
    <p:sldId id="266" r:id="rId6"/>
    <p:sldId id="273" r:id="rId7"/>
    <p:sldId id="283" r:id="rId8"/>
    <p:sldId id="267" r:id="rId9"/>
    <p:sldId id="280" r:id="rId10"/>
    <p:sldId id="281" r:id="rId11"/>
    <p:sldId id="260" r:id="rId12"/>
    <p:sldId id="258" r:id="rId13"/>
    <p:sldId id="259" r:id="rId14"/>
    <p:sldId id="261" r:id="rId15"/>
    <p:sldId id="262" r:id="rId16"/>
    <p:sldId id="263" r:id="rId17"/>
    <p:sldId id="264" r:id="rId18"/>
    <p:sldId id="265" r:id="rId19"/>
    <p:sldId id="272" r:id="rId20"/>
    <p:sldId id="268" r:id="rId21"/>
    <p:sldId id="269" r:id="rId22"/>
    <p:sldId id="275" r:id="rId23"/>
    <p:sldId id="274" r:id="rId24"/>
    <p:sldId id="277" r:id="rId25"/>
    <p:sldId id="276" r:id="rId26"/>
    <p:sldId id="284" r:id="rId27"/>
    <p:sldId id="282" r:id="rId28"/>
    <p:sldId id="278" r:id="rId29"/>
    <p:sldId id="279"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7FD033-AE7A-42AD-8267-2A3E028CA24F}" v="47" dt="2026-08-11T20:15:26.5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6" d="100"/>
          <a:sy n="106" d="100"/>
        </p:scale>
        <p:origin x="96"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cCloskey, Ross" userId="b1990487-ee44-4922-b58f-5b2980a02730" providerId="ADAL" clId="{7D443C21-FD7D-4E65-8C72-B41829F67170}"/>
    <pc:docChg chg="undo redo custSel addSld delSld modSld sldOrd">
      <pc:chgData name="McCloskey, Ross" userId="b1990487-ee44-4922-b58f-5b2980a02730" providerId="ADAL" clId="{7D443C21-FD7D-4E65-8C72-B41829F67170}" dt="2026-08-11T20:15:26.569" v="7538" actId="14826"/>
      <pc:docMkLst>
        <pc:docMk/>
      </pc:docMkLst>
      <pc:sldChg chg="addSp delSp modSp new mod modClrScheme chgLayout">
        <pc:chgData name="McCloskey, Ross" userId="b1990487-ee44-4922-b58f-5b2980a02730" providerId="ADAL" clId="{7D443C21-FD7D-4E65-8C72-B41829F67170}" dt="2026-07-20T15:43:06.966" v="164" actId="20577"/>
        <pc:sldMkLst>
          <pc:docMk/>
          <pc:sldMk cId="3129493839" sldId="256"/>
        </pc:sldMkLst>
        <pc:spChg chg="add mod ord">
          <ac:chgData name="McCloskey, Ross" userId="b1990487-ee44-4922-b58f-5b2980a02730" providerId="ADAL" clId="{7D443C21-FD7D-4E65-8C72-B41829F67170}" dt="2026-07-20T15:42:45.443" v="63" actId="20577"/>
          <ac:spMkLst>
            <pc:docMk/>
            <pc:sldMk cId="3129493839" sldId="256"/>
            <ac:spMk id="10" creationId="{86CF2C98-1257-521C-B293-2EE84DB04338}"/>
          </ac:spMkLst>
        </pc:spChg>
        <pc:spChg chg="add mod ord">
          <ac:chgData name="McCloskey, Ross" userId="b1990487-ee44-4922-b58f-5b2980a02730" providerId="ADAL" clId="{7D443C21-FD7D-4E65-8C72-B41829F67170}" dt="2026-07-20T15:43:06.966" v="164" actId="20577"/>
          <ac:spMkLst>
            <pc:docMk/>
            <pc:sldMk cId="3129493839" sldId="256"/>
            <ac:spMk id="11" creationId="{6ABAB03A-FD40-9D26-1216-57BA4D911184}"/>
          </ac:spMkLst>
        </pc:spChg>
      </pc:sldChg>
      <pc:sldChg chg="addSp delSp modSp new mod modClrScheme chgLayout">
        <pc:chgData name="McCloskey, Ross" userId="b1990487-ee44-4922-b58f-5b2980a02730" providerId="ADAL" clId="{7D443C21-FD7D-4E65-8C72-B41829F67170}" dt="2026-07-20T15:44:17.729" v="182" actId="20577"/>
        <pc:sldMkLst>
          <pc:docMk/>
          <pc:sldMk cId="3855106060" sldId="257"/>
        </pc:sldMkLst>
        <pc:spChg chg="add mod ord">
          <ac:chgData name="McCloskey, Ross" userId="b1990487-ee44-4922-b58f-5b2980a02730" providerId="ADAL" clId="{7D443C21-FD7D-4E65-8C72-B41829F67170}" dt="2026-07-20T15:43:31.131" v="179" actId="20577"/>
          <ac:spMkLst>
            <pc:docMk/>
            <pc:sldMk cId="3855106060" sldId="257"/>
            <ac:spMk id="4" creationId="{27327F4C-8CFB-29AB-26AF-8A3F74D52947}"/>
          </ac:spMkLst>
        </pc:spChg>
        <pc:spChg chg="add mod ord">
          <ac:chgData name="McCloskey, Ross" userId="b1990487-ee44-4922-b58f-5b2980a02730" providerId="ADAL" clId="{7D443C21-FD7D-4E65-8C72-B41829F67170}" dt="2026-07-20T15:44:17.729" v="182" actId="20577"/>
          <ac:spMkLst>
            <pc:docMk/>
            <pc:sldMk cId="3855106060" sldId="257"/>
            <ac:spMk id="5" creationId="{6D431BD1-EDD7-656F-872B-64AF546E62D1}"/>
          </ac:spMkLst>
        </pc:spChg>
      </pc:sldChg>
      <pc:sldChg chg="addSp delSp modSp new mod ord modClrScheme chgLayout">
        <pc:chgData name="McCloskey, Ross" userId="b1990487-ee44-4922-b58f-5b2980a02730" providerId="ADAL" clId="{7D443C21-FD7D-4E65-8C72-B41829F67170}" dt="2026-07-20T15:54:06.578" v="1063" actId="20577"/>
        <pc:sldMkLst>
          <pc:docMk/>
          <pc:sldMk cId="2678185482" sldId="258"/>
        </pc:sldMkLst>
        <pc:spChg chg="add mod ord">
          <ac:chgData name="McCloskey, Ross" userId="b1990487-ee44-4922-b58f-5b2980a02730" providerId="ADAL" clId="{7D443C21-FD7D-4E65-8C72-B41829F67170}" dt="2026-07-20T15:54:06.578" v="1063" actId="20577"/>
          <ac:spMkLst>
            <pc:docMk/>
            <pc:sldMk cId="2678185482" sldId="258"/>
            <ac:spMk id="4" creationId="{EDDB168F-090B-8349-E312-F69F26946C3F}"/>
          </ac:spMkLst>
        </pc:spChg>
        <pc:picChg chg="add mod">
          <ac:chgData name="McCloskey, Ross" userId="b1990487-ee44-4922-b58f-5b2980a02730" providerId="ADAL" clId="{7D443C21-FD7D-4E65-8C72-B41829F67170}" dt="2026-07-20T15:49:38.945" v="564" actId="1076"/>
          <ac:picMkLst>
            <pc:docMk/>
            <pc:sldMk cId="2678185482" sldId="258"/>
            <ac:picMk id="6" creationId="{B5968C40-8389-8F68-939C-DEB8F1E37677}"/>
          </ac:picMkLst>
        </pc:picChg>
      </pc:sldChg>
      <pc:sldChg chg="addSp delSp modSp add mod ord">
        <pc:chgData name="McCloskey, Ross" userId="b1990487-ee44-4922-b58f-5b2980a02730" providerId="ADAL" clId="{7D443C21-FD7D-4E65-8C72-B41829F67170}" dt="2026-07-20T15:58:17.632" v="1339" actId="139"/>
        <pc:sldMkLst>
          <pc:docMk/>
          <pc:sldMk cId="577290267" sldId="259"/>
        </pc:sldMkLst>
        <pc:spChg chg="mod">
          <ac:chgData name="McCloskey, Ross" userId="b1990487-ee44-4922-b58f-5b2980a02730" providerId="ADAL" clId="{7D443C21-FD7D-4E65-8C72-B41829F67170}" dt="2026-07-20T15:58:17.632" v="1339" actId="139"/>
          <ac:spMkLst>
            <pc:docMk/>
            <pc:sldMk cId="577290267" sldId="259"/>
            <ac:spMk id="4" creationId="{A3343693-B3FA-A565-EB07-9C12C768B2F8}"/>
          </ac:spMkLst>
        </pc:spChg>
        <pc:picChg chg="add mod">
          <ac:chgData name="McCloskey, Ross" userId="b1990487-ee44-4922-b58f-5b2980a02730" providerId="ADAL" clId="{7D443C21-FD7D-4E65-8C72-B41829F67170}" dt="2026-07-20T15:52:41.391" v="960" actId="1076"/>
          <ac:picMkLst>
            <pc:docMk/>
            <pc:sldMk cId="577290267" sldId="259"/>
            <ac:picMk id="3" creationId="{9137BD2B-CCA5-A589-559E-B0961F839FEF}"/>
          </ac:picMkLst>
        </pc:picChg>
      </pc:sldChg>
      <pc:sldChg chg="delSp modSp new mod">
        <pc:chgData name="McCloskey, Ross" userId="b1990487-ee44-4922-b58f-5b2980a02730" providerId="ADAL" clId="{7D443C21-FD7D-4E65-8C72-B41829F67170}" dt="2026-07-20T15:53:39.252" v="1032" actId="478"/>
        <pc:sldMkLst>
          <pc:docMk/>
          <pc:sldMk cId="3704713804" sldId="260"/>
        </pc:sldMkLst>
        <pc:spChg chg="mod">
          <ac:chgData name="McCloskey, Ross" userId="b1990487-ee44-4922-b58f-5b2980a02730" providerId="ADAL" clId="{7D443C21-FD7D-4E65-8C72-B41829F67170}" dt="2026-07-20T15:53:34.050" v="1031" actId="20577"/>
          <ac:spMkLst>
            <pc:docMk/>
            <pc:sldMk cId="3704713804" sldId="260"/>
            <ac:spMk id="2" creationId="{390EDCA6-D3C7-70FE-0875-F42EDD39F4A9}"/>
          </ac:spMkLst>
        </pc:spChg>
      </pc:sldChg>
      <pc:sldChg chg="addSp delSp modSp add mod">
        <pc:chgData name="McCloskey, Ross" userId="b1990487-ee44-4922-b58f-5b2980a02730" providerId="ADAL" clId="{7D443C21-FD7D-4E65-8C72-B41829F67170}" dt="2026-08-05T18:55:51.991" v="3710" actId="166"/>
        <pc:sldMkLst>
          <pc:docMk/>
          <pc:sldMk cId="3258157237" sldId="261"/>
        </pc:sldMkLst>
        <pc:spChg chg="mod">
          <ac:chgData name="McCloskey, Ross" userId="b1990487-ee44-4922-b58f-5b2980a02730" providerId="ADAL" clId="{7D443C21-FD7D-4E65-8C72-B41829F67170}" dt="2026-07-20T15:57:06.249" v="1256" actId="20577"/>
          <ac:spMkLst>
            <pc:docMk/>
            <pc:sldMk cId="3258157237" sldId="261"/>
            <ac:spMk id="4" creationId="{4915F585-4BB4-5F27-9541-63B76984517E}"/>
          </ac:spMkLst>
        </pc:spChg>
        <pc:picChg chg="add mod ord">
          <ac:chgData name="McCloskey, Ross" userId="b1990487-ee44-4922-b58f-5b2980a02730" providerId="ADAL" clId="{7D443C21-FD7D-4E65-8C72-B41829F67170}" dt="2026-08-05T18:55:51.991" v="3710" actId="166"/>
          <ac:picMkLst>
            <pc:docMk/>
            <pc:sldMk cId="3258157237" sldId="261"/>
            <ac:picMk id="10" creationId="{9C6A8FAE-3197-53DB-081A-9F9B8B47FDB8}"/>
          </ac:picMkLst>
        </pc:picChg>
        <pc:picChg chg="add mod">
          <ac:chgData name="McCloskey, Ross" userId="b1990487-ee44-4922-b58f-5b2980a02730" providerId="ADAL" clId="{7D443C21-FD7D-4E65-8C72-B41829F67170}" dt="2026-08-05T18:55:47.011" v="3709" actId="1076"/>
          <ac:picMkLst>
            <pc:docMk/>
            <pc:sldMk cId="3258157237" sldId="261"/>
            <ac:picMk id="12" creationId="{75358480-967E-EB28-E15E-D655C65A741E}"/>
          </ac:picMkLst>
        </pc:picChg>
      </pc:sldChg>
      <pc:sldChg chg="addSp delSp modSp add mod">
        <pc:chgData name="McCloskey, Ross" userId="b1990487-ee44-4922-b58f-5b2980a02730" providerId="ADAL" clId="{7D443C21-FD7D-4E65-8C72-B41829F67170}" dt="2026-08-05T19:11:23.381" v="3722" actId="1076"/>
        <pc:sldMkLst>
          <pc:docMk/>
          <pc:sldMk cId="669740212" sldId="262"/>
        </pc:sldMkLst>
        <pc:spChg chg="mod">
          <ac:chgData name="McCloskey, Ross" userId="b1990487-ee44-4922-b58f-5b2980a02730" providerId="ADAL" clId="{7D443C21-FD7D-4E65-8C72-B41829F67170}" dt="2026-07-20T15:58:05.549" v="1338" actId="255"/>
          <ac:spMkLst>
            <pc:docMk/>
            <pc:sldMk cId="669740212" sldId="262"/>
            <ac:spMk id="4" creationId="{AFCAC89D-0816-F188-BFEB-DE08AFA05A8D}"/>
          </ac:spMkLst>
        </pc:spChg>
        <pc:picChg chg="add mod">
          <ac:chgData name="McCloskey, Ross" userId="b1990487-ee44-4922-b58f-5b2980a02730" providerId="ADAL" clId="{7D443C21-FD7D-4E65-8C72-B41829F67170}" dt="2026-08-05T19:11:06.098" v="3719" actId="1076"/>
          <ac:picMkLst>
            <pc:docMk/>
            <pc:sldMk cId="669740212" sldId="262"/>
            <ac:picMk id="6" creationId="{4B26AA83-1CB4-189B-1A11-1A9E458DE720}"/>
          </ac:picMkLst>
        </pc:picChg>
        <pc:picChg chg="add mod">
          <ac:chgData name="McCloskey, Ross" userId="b1990487-ee44-4922-b58f-5b2980a02730" providerId="ADAL" clId="{7D443C21-FD7D-4E65-8C72-B41829F67170}" dt="2026-08-05T19:11:23.381" v="3722" actId="1076"/>
          <ac:picMkLst>
            <pc:docMk/>
            <pc:sldMk cId="669740212" sldId="262"/>
            <ac:picMk id="8" creationId="{FCDC7F1C-0850-D1F0-004B-C25FF84E6A24}"/>
          </ac:picMkLst>
        </pc:picChg>
      </pc:sldChg>
      <pc:sldChg chg="addSp modSp add mod">
        <pc:chgData name="McCloskey, Ross" userId="b1990487-ee44-4922-b58f-5b2980a02730" providerId="ADAL" clId="{7D443C21-FD7D-4E65-8C72-B41829F67170}" dt="2026-08-11T19:16:11.498" v="6585" actId="20577"/>
        <pc:sldMkLst>
          <pc:docMk/>
          <pc:sldMk cId="1660356394" sldId="263"/>
        </pc:sldMkLst>
        <pc:spChg chg="mod">
          <ac:chgData name="McCloskey, Ross" userId="b1990487-ee44-4922-b58f-5b2980a02730" providerId="ADAL" clId="{7D443C21-FD7D-4E65-8C72-B41829F67170}" dt="2026-07-20T16:03:25.794" v="1904" actId="20577"/>
          <ac:spMkLst>
            <pc:docMk/>
            <pc:sldMk cId="1660356394" sldId="263"/>
            <ac:spMk id="4" creationId="{648F083A-692A-C5EF-ED97-F63B76F80265}"/>
          </ac:spMkLst>
        </pc:spChg>
        <pc:graphicFrameChg chg="add mod modGraphic">
          <ac:chgData name="McCloskey, Ross" userId="b1990487-ee44-4922-b58f-5b2980a02730" providerId="ADAL" clId="{7D443C21-FD7D-4E65-8C72-B41829F67170}" dt="2026-08-11T19:16:11.498" v="6585" actId="20577"/>
          <ac:graphicFrameMkLst>
            <pc:docMk/>
            <pc:sldMk cId="1660356394" sldId="263"/>
            <ac:graphicFrameMk id="2" creationId="{C8F4AD93-7124-DF47-70F0-EAFA46198C62}"/>
          </ac:graphicFrameMkLst>
        </pc:graphicFrameChg>
      </pc:sldChg>
      <pc:sldChg chg="addSp modSp add mod">
        <pc:chgData name="McCloskey, Ross" userId="b1990487-ee44-4922-b58f-5b2980a02730" providerId="ADAL" clId="{7D443C21-FD7D-4E65-8C72-B41829F67170}" dt="2026-08-11T19:16:07.847" v="6583" actId="20577"/>
        <pc:sldMkLst>
          <pc:docMk/>
          <pc:sldMk cId="646512240" sldId="264"/>
        </pc:sldMkLst>
        <pc:spChg chg="mod">
          <ac:chgData name="McCloskey, Ross" userId="b1990487-ee44-4922-b58f-5b2980a02730" providerId="ADAL" clId="{7D443C21-FD7D-4E65-8C72-B41829F67170}" dt="2026-08-05T18:18:42.024" v="3684" actId="1076"/>
          <ac:spMkLst>
            <pc:docMk/>
            <pc:sldMk cId="646512240" sldId="264"/>
            <ac:spMk id="4" creationId="{C2166C8B-63A5-630A-051D-AED281BA7F24}"/>
          </ac:spMkLst>
        </pc:spChg>
        <pc:graphicFrameChg chg="add mod modGraphic">
          <ac:chgData name="McCloskey, Ross" userId="b1990487-ee44-4922-b58f-5b2980a02730" providerId="ADAL" clId="{7D443C21-FD7D-4E65-8C72-B41829F67170}" dt="2026-08-11T19:16:07.847" v="6583" actId="20577"/>
          <ac:graphicFrameMkLst>
            <pc:docMk/>
            <pc:sldMk cId="646512240" sldId="264"/>
            <ac:graphicFrameMk id="3" creationId="{30DB109B-E96C-1C40-5475-7D086EA7FA15}"/>
          </ac:graphicFrameMkLst>
        </pc:graphicFrameChg>
      </pc:sldChg>
      <pc:sldChg chg="addSp delSp modSp add mod ord modNotesTx">
        <pc:chgData name="McCloskey, Ross" userId="b1990487-ee44-4922-b58f-5b2980a02730" providerId="ADAL" clId="{7D443C21-FD7D-4E65-8C72-B41829F67170}" dt="2026-08-06T18:05:05.119" v="4999" actId="20577"/>
        <pc:sldMkLst>
          <pc:docMk/>
          <pc:sldMk cId="3392081390" sldId="265"/>
        </pc:sldMkLst>
        <pc:spChg chg="mod">
          <ac:chgData name="McCloskey, Ross" userId="b1990487-ee44-4922-b58f-5b2980a02730" providerId="ADAL" clId="{7D443C21-FD7D-4E65-8C72-B41829F67170}" dt="2026-07-20T16:08:46.340" v="2452" actId="1076"/>
          <ac:spMkLst>
            <pc:docMk/>
            <pc:sldMk cId="3392081390" sldId="265"/>
            <ac:spMk id="4" creationId="{F1810874-F6CD-271A-95D0-412424B52466}"/>
          </ac:spMkLst>
        </pc:spChg>
        <pc:picChg chg="add mod">
          <ac:chgData name="McCloskey, Ross" userId="b1990487-ee44-4922-b58f-5b2980a02730" providerId="ADAL" clId="{7D443C21-FD7D-4E65-8C72-B41829F67170}" dt="2026-07-20T16:09:41.479" v="2457" actId="1076"/>
          <ac:picMkLst>
            <pc:docMk/>
            <pc:sldMk cId="3392081390" sldId="265"/>
            <ac:picMk id="6" creationId="{946A4565-A6A7-3A5C-1C1C-69D7C68A2EB1}"/>
          </ac:picMkLst>
        </pc:picChg>
      </pc:sldChg>
      <pc:sldChg chg="modSp add mod">
        <pc:chgData name="McCloskey, Ross" userId="b1990487-ee44-4922-b58f-5b2980a02730" providerId="ADAL" clId="{7D443C21-FD7D-4E65-8C72-B41829F67170}" dt="2026-08-05T17:35:22.724" v="2580" actId="20577"/>
        <pc:sldMkLst>
          <pc:docMk/>
          <pc:sldMk cId="4010563470" sldId="266"/>
        </pc:sldMkLst>
        <pc:spChg chg="mod">
          <ac:chgData name="McCloskey, Ross" userId="b1990487-ee44-4922-b58f-5b2980a02730" providerId="ADAL" clId="{7D443C21-FD7D-4E65-8C72-B41829F67170}" dt="2026-08-05T17:34:39.944" v="2461" actId="20577"/>
          <ac:spMkLst>
            <pc:docMk/>
            <pc:sldMk cId="4010563470" sldId="266"/>
            <ac:spMk id="4" creationId="{EED71206-5DEB-59B9-58B9-E3E8535388C6}"/>
          </ac:spMkLst>
        </pc:spChg>
        <pc:spChg chg="mod">
          <ac:chgData name="McCloskey, Ross" userId="b1990487-ee44-4922-b58f-5b2980a02730" providerId="ADAL" clId="{7D443C21-FD7D-4E65-8C72-B41829F67170}" dt="2026-08-05T17:35:22.724" v="2580" actId="20577"/>
          <ac:spMkLst>
            <pc:docMk/>
            <pc:sldMk cId="4010563470" sldId="266"/>
            <ac:spMk id="5" creationId="{6D82CA60-3EAB-EE79-1D86-2021B3B5417A}"/>
          </ac:spMkLst>
        </pc:spChg>
      </pc:sldChg>
      <pc:sldChg chg="modSp add mod">
        <pc:chgData name="McCloskey, Ross" userId="b1990487-ee44-4922-b58f-5b2980a02730" providerId="ADAL" clId="{7D443C21-FD7D-4E65-8C72-B41829F67170}" dt="2026-08-05T17:36:29.443" v="2679" actId="20577"/>
        <pc:sldMkLst>
          <pc:docMk/>
          <pc:sldMk cId="2827154758" sldId="267"/>
        </pc:sldMkLst>
        <pc:spChg chg="mod">
          <ac:chgData name="McCloskey, Ross" userId="b1990487-ee44-4922-b58f-5b2980a02730" providerId="ADAL" clId="{7D443C21-FD7D-4E65-8C72-B41829F67170}" dt="2026-08-05T17:34:44.497" v="2463" actId="20577"/>
          <ac:spMkLst>
            <pc:docMk/>
            <pc:sldMk cId="2827154758" sldId="267"/>
            <ac:spMk id="4" creationId="{DD50304E-E4A7-EF2C-3D5C-CB8F9AA1E942}"/>
          </ac:spMkLst>
        </pc:spChg>
        <pc:spChg chg="mod">
          <ac:chgData name="McCloskey, Ross" userId="b1990487-ee44-4922-b58f-5b2980a02730" providerId="ADAL" clId="{7D443C21-FD7D-4E65-8C72-B41829F67170}" dt="2026-08-05T17:36:29.443" v="2679" actId="20577"/>
          <ac:spMkLst>
            <pc:docMk/>
            <pc:sldMk cId="2827154758" sldId="267"/>
            <ac:spMk id="5" creationId="{96598701-C0E7-8830-851B-70B89A3BCD13}"/>
          </ac:spMkLst>
        </pc:spChg>
      </pc:sldChg>
      <pc:sldChg chg="add del">
        <pc:chgData name="McCloskey, Ross" userId="b1990487-ee44-4922-b58f-5b2980a02730" providerId="ADAL" clId="{7D443C21-FD7D-4E65-8C72-B41829F67170}" dt="2026-08-11T20:03:13.984" v="7470"/>
        <pc:sldMkLst>
          <pc:docMk/>
          <pc:sldMk cId="631075324" sldId="268"/>
        </pc:sldMkLst>
      </pc:sldChg>
      <pc:sldChg chg="modSp add del mod">
        <pc:chgData name="McCloskey, Ross" userId="b1990487-ee44-4922-b58f-5b2980a02730" providerId="ADAL" clId="{7D443C21-FD7D-4E65-8C72-B41829F67170}" dt="2026-08-11T20:03:14.930" v="7472" actId="2696"/>
        <pc:sldMkLst>
          <pc:docMk/>
          <pc:sldMk cId="2916805096" sldId="268"/>
        </pc:sldMkLst>
        <pc:spChg chg="mod">
          <ac:chgData name="McCloskey, Ross" userId="b1990487-ee44-4922-b58f-5b2980a02730" providerId="ADAL" clId="{7D443C21-FD7D-4E65-8C72-B41829F67170}" dt="2026-08-10T20:10:54.621" v="6232" actId="20577"/>
          <ac:spMkLst>
            <pc:docMk/>
            <pc:sldMk cId="2916805096" sldId="268"/>
            <ac:spMk id="9" creationId="{931FC060-0F15-22F0-8087-8A1D9E74F4C5}"/>
          </ac:spMkLst>
        </pc:spChg>
        <pc:picChg chg="mod">
          <ac:chgData name="McCloskey, Ross" userId="b1990487-ee44-4922-b58f-5b2980a02730" providerId="ADAL" clId="{7D443C21-FD7D-4E65-8C72-B41829F67170}" dt="2026-08-10T20:39:15.460" v="6312" actId="14826"/>
          <ac:picMkLst>
            <pc:docMk/>
            <pc:sldMk cId="2916805096" sldId="268"/>
            <ac:picMk id="3" creationId="{17A37444-75A9-E022-AFD2-E79F94D4930D}"/>
          </ac:picMkLst>
        </pc:picChg>
      </pc:sldChg>
      <pc:sldChg chg="addSp delSp modSp add del mod">
        <pc:chgData name="McCloskey, Ross" userId="b1990487-ee44-4922-b58f-5b2980a02730" providerId="ADAL" clId="{7D443C21-FD7D-4E65-8C72-B41829F67170}" dt="2026-08-10T20:10:26.287" v="6216" actId="2696"/>
        <pc:sldMkLst>
          <pc:docMk/>
          <pc:sldMk cId="3884581046" sldId="268"/>
        </pc:sldMkLst>
      </pc:sldChg>
      <pc:sldChg chg="addSp delSp modSp add del mod ord">
        <pc:chgData name="McCloskey, Ross" userId="b1990487-ee44-4922-b58f-5b2980a02730" providerId="ADAL" clId="{7D443C21-FD7D-4E65-8C72-B41829F67170}" dt="2026-08-10T20:11:03.029" v="6233" actId="2696"/>
        <pc:sldMkLst>
          <pc:docMk/>
          <pc:sldMk cId="463559054" sldId="269"/>
        </pc:sldMkLst>
      </pc:sldChg>
      <pc:sldChg chg="modSp add mod">
        <pc:chgData name="McCloskey, Ross" userId="b1990487-ee44-4922-b58f-5b2980a02730" providerId="ADAL" clId="{7D443C21-FD7D-4E65-8C72-B41829F67170}" dt="2026-08-10T20:11:35.571" v="6274" actId="20577"/>
        <pc:sldMkLst>
          <pc:docMk/>
          <pc:sldMk cId="3141285032" sldId="269"/>
        </pc:sldMkLst>
        <pc:spChg chg="mod">
          <ac:chgData name="McCloskey, Ross" userId="b1990487-ee44-4922-b58f-5b2980a02730" providerId="ADAL" clId="{7D443C21-FD7D-4E65-8C72-B41829F67170}" dt="2026-08-10T20:11:35.571" v="6274" actId="20577"/>
          <ac:spMkLst>
            <pc:docMk/>
            <pc:sldMk cId="3141285032" sldId="269"/>
            <ac:spMk id="6" creationId="{4EEF9698-ADA8-F6AA-B627-FB393B67AA1C}"/>
          </ac:spMkLst>
        </pc:spChg>
      </pc:sldChg>
      <pc:sldChg chg="addSp delSp modSp add mod">
        <pc:chgData name="McCloskey, Ross" userId="b1990487-ee44-4922-b58f-5b2980a02730" providerId="ADAL" clId="{7D443C21-FD7D-4E65-8C72-B41829F67170}" dt="2026-08-11T20:15:01.788" v="7535" actId="14826"/>
        <pc:sldMkLst>
          <pc:docMk/>
          <pc:sldMk cId="4234093276" sldId="270"/>
        </pc:sldMkLst>
        <pc:spChg chg="add mod">
          <ac:chgData name="McCloskey, Ross" userId="b1990487-ee44-4922-b58f-5b2980a02730" providerId="ADAL" clId="{7D443C21-FD7D-4E65-8C72-B41829F67170}" dt="2026-08-10T20:11:07.639" v="6235" actId="20577"/>
          <ac:spMkLst>
            <pc:docMk/>
            <pc:sldMk cId="4234093276" sldId="270"/>
            <ac:spMk id="6" creationId="{7EEF0BA1-2118-D4A1-2E36-931DCD0505BF}"/>
          </ac:spMkLst>
        </pc:spChg>
        <pc:picChg chg="mod">
          <ac:chgData name="McCloskey, Ross" userId="b1990487-ee44-4922-b58f-5b2980a02730" providerId="ADAL" clId="{7D443C21-FD7D-4E65-8C72-B41829F67170}" dt="2026-08-11T20:15:01.788" v="7535" actId="14826"/>
          <ac:picMkLst>
            <pc:docMk/>
            <pc:sldMk cId="4234093276" sldId="270"/>
            <ac:picMk id="3" creationId="{A0EC6F9A-D6EC-D432-F00D-FCD38A874771}"/>
          </ac:picMkLst>
        </pc:picChg>
      </pc:sldChg>
      <pc:sldChg chg="modSp add mod">
        <pc:chgData name="McCloskey, Ross" userId="b1990487-ee44-4922-b58f-5b2980a02730" providerId="ADAL" clId="{7D443C21-FD7D-4E65-8C72-B41829F67170}" dt="2026-08-10T20:42:32.929" v="6314" actId="14826"/>
        <pc:sldMkLst>
          <pc:docMk/>
          <pc:sldMk cId="1627871917" sldId="271"/>
        </pc:sldMkLst>
        <pc:spChg chg="mod">
          <ac:chgData name="McCloskey, Ross" userId="b1990487-ee44-4922-b58f-5b2980a02730" providerId="ADAL" clId="{7D443C21-FD7D-4E65-8C72-B41829F67170}" dt="2026-08-10T20:11:11.143" v="6237" actId="20577"/>
          <ac:spMkLst>
            <pc:docMk/>
            <pc:sldMk cId="1627871917" sldId="271"/>
            <ac:spMk id="4" creationId="{1001BA8A-1EBD-17A7-97C8-3787D27604A8}"/>
          </ac:spMkLst>
        </pc:spChg>
        <pc:picChg chg="mod">
          <ac:chgData name="McCloskey, Ross" userId="b1990487-ee44-4922-b58f-5b2980a02730" providerId="ADAL" clId="{7D443C21-FD7D-4E65-8C72-B41829F67170}" dt="2026-08-10T20:42:32.929" v="6314" actId="14826"/>
          <ac:picMkLst>
            <pc:docMk/>
            <pc:sldMk cId="1627871917" sldId="271"/>
            <ac:picMk id="3" creationId="{75FCD20C-6DBD-D15A-A88B-18AAB7953FA6}"/>
          </ac:picMkLst>
        </pc:picChg>
      </pc:sldChg>
      <pc:sldChg chg="delSp modSp add mod">
        <pc:chgData name="McCloskey, Ross" userId="b1990487-ee44-4922-b58f-5b2980a02730" providerId="ADAL" clId="{7D443C21-FD7D-4E65-8C72-B41829F67170}" dt="2026-08-06T18:07:32.125" v="5095" actId="14100"/>
        <pc:sldMkLst>
          <pc:docMk/>
          <pc:sldMk cId="3364595763" sldId="272"/>
        </pc:sldMkLst>
        <pc:spChg chg="mod">
          <ac:chgData name="McCloskey, Ross" userId="b1990487-ee44-4922-b58f-5b2980a02730" providerId="ADAL" clId="{7D443C21-FD7D-4E65-8C72-B41829F67170}" dt="2026-08-06T18:07:32.125" v="5095" actId="14100"/>
          <ac:spMkLst>
            <pc:docMk/>
            <pc:sldMk cId="3364595763" sldId="272"/>
            <ac:spMk id="4" creationId="{D00ACA70-A2C0-F61A-DC73-D4C722F8DFAA}"/>
          </ac:spMkLst>
        </pc:spChg>
      </pc:sldChg>
      <pc:sldChg chg="addSp delSp modSp add mod">
        <pc:chgData name="McCloskey, Ross" userId="b1990487-ee44-4922-b58f-5b2980a02730" providerId="ADAL" clId="{7D443C21-FD7D-4E65-8C72-B41829F67170}" dt="2026-08-11T20:15:26.569" v="7538" actId="14826"/>
        <pc:sldMkLst>
          <pc:docMk/>
          <pc:sldMk cId="3912962035" sldId="273"/>
        </pc:sldMkLst>
        <pc:spChg chg="mod">
          <ac:chgData name="McCloskey, Ross" userId="b1990487-ee44-4922-b58f-5b2980a02730" providerId="ADAL" clId="{7D443C21-FD7D-4E65-8C72-B41829F67170}" dt="2026-08-10T20:11:14.824" v="6239" actId="20577"/>
          <ac:spMkLst>
            <pc:docMk/>
            <pc:sldMk cId="3912962035" sldId="273"/>
            <ac:spMk id="4" creationId="{CB943673-FBCC-BD2E-3210-0E8A8E181104}"/>
          </ac:spMkLst>
        </pc:spChg>
        <pc:picChg chg="add mod">
          <ac:chgData name="McCloskey, Ross" userId="b1990487-ee44-4922-b58f-5b2980a02730" providerId="ADAL" clId="{7D443C21-FD7D-4E65-8C72-B41829F67170}" dt="2026-08-11T20:15:26.569" v="7538" actId="14826"/>
          <ac:picMkLst>
            <pc:docMk/>
            <pc:sldMk cId="3912962035" sldId="273"/>
            <ac:picMk id="5" creationId="{20EACEAD-1A98-A3B0-0E0B-AB61012716B2}"/>
          </ac:picMkLst>
        </pc:picChg>
      </pc:sldChg>
      <pc:sldChg chg="addSp delSp modSp add mod ord">
        <pc:chgData name="McCloskey, Ross" userId="b1990487-ee44-4922-b58f-5b2980a02730" providerId="ADAL" clId="{7D443C21-FD7D-4E65-8C72-B41829F67170}" dt="2026-08-11T19:16:20.921" v="6586" actId="113"/>
        <pc:sldMkLst>
          <pc:docMk/>
          <pc:sldMk cId="2382660794" sldId="274"/>
        </pc:sldMkLst>
        <pc:spChg chg="mod">
          <ac:chgData name="McCloskey, Ross" userId="b1990487-ee44-4922-b58f-5b2980a02730" providerId="ADAL" clId="{7D443C21-FD7D-4E65-8C72-B41829F67170}" dt="2026-08-06T18:22:36.415" v="5965" actId="1076"/>
          <ac:spMkLst>
            <pc:docMk/>
            <pc:sldMk cId="2382660794" sldId="274"/>
            <ac:spMk id="4" creationId="{85A97ED2-1CCD-E203-57F1-E06601DAEC74}"/>
          </ac:spMkLst>
        </pc:spChg>
        <pc:graphicFrameChg chg="add mod modGraphic">
          <ac:chgData name="McCloskey, Ross" userId="b1990487-ee44-4922-b58f-5b2980a02730" providerId="ADAL" clId="{7D443C21-FD7D-4E65-8C72-B41829F67170}" dt="2026-08-11T19:16:20.921" v="6586" actId="113"/>
          <ac:graphicFrameMkLst>
            <pc:docMk/>
            <pc:sldMk cId="2382660794" sldId="274"/>
            <ac:graphicFrameMk id="3" creationId="{B183631E-C341-F610-F6B1-787FACB9DAAF}"/>
          </ac:graphicFrameMkLst>
        </pc:graphicFrameChg>
      </pc:sldChg>
      <pc:sldChg chg="addSp delSp modSp add mod">
        <pc:chgData name="McCloskey, Ross" userId="b1990487-ee44-4922-b58f-5b2980a02730" providerId="ADAL" clId="{7D443C21-FD7D-4E65-8C72-B41829F67170}" dt="2026-08-11T19:16:26.885" v="6587" actId="113"/>
        <pc:sldMkLst>
          <pc:docMk/>
          <pc:sldMk cId="3428650872" sldId="275"/>
        </pc:sldMkLst>
        <pc:spChg chg="mod">
          <ac:chgData name="McCloskey, Ross" userId="b1990487-ee44-4922-b58f-5b2980a02730" providerId="ADAL" clId="{7D443C21-FD7D-4E65-8C72-B41829F67170}" dt="2026-08-11T19:01:27.600" v="6432" actId="20577"/>
          <ac:spMkLst>
            <pc:docMk/>
            <pc:sldMk cId="3428650872" sldId="275"/>
            <ac:spMk id="4" creationId="{1AFB6C60-8C3A-11C7-5174-7C2C627DB4FC}"/>
          </ac:spMkLst>
        </pc:spChg>
        <pc:graphicFrameChg chg="add modGraphic">
          <ac:chgData name="McCloskey, Ross" userId="b1990487-ee44-4922-b58f-5b2980a02730" providerId="ADAL" clId="{7D443C21-FD7D-4E65-8C72-B41829F67170}" dt="2026-08-11T19:16:26.885" v="6587" actId="113"/>
          <ac:graphicFrameMkLst>
            <pc:docMk/>
            <pc:sldMk cId="3428650872" sldId="275"/>
            <ac:graphicFrameMk id="3" creationId="{3EA5DA7D-C888-41B6-BF9A-01DF35DF6220}"/>
          </ac:graphicFrameMkLst>
        </pc:graphicFrameChg>
      </pc:sldChg>
      <pc:sldChg chg="addSp delSp modSp add mod ord">
        <pc:chgData name="McCloskey, Ross" userId="b1990487-ee44-4922-b58f-5b2980a02730" providerId="ADAL" clId="{7D443C21-FD7D-4E65-8C72-B41829F67170}" dt="2026-08-10T20:11:42.504" v="6276" actId="20577"/>
        <pc:sldMkLst>
          <pc:docMk/>
          <pc:sldMk cId="3841745347" sldId="276"/>
        </pc:sldMkLst>
        <pc:spChg chg="mod">
          <ac:chgData name="McCloskey, Ross" userId="b1990487-ee44-4922-b58f-5b2980a02730" providerId="ADAL" clId="{7D443C21-FD7D-4E65-8C72-B41829F67170}" dt="2026-08-10T20:11:42.504" v="6276" actId="20577"/>
          <ac:spMkLst>
            <pc:docMk/>
            <pc:sldMk cId="3841745347" sldId="276"/>
            <ac:spMk id="4" creationId="{0ACB5261-49E8-88CB-ABBE-5EF5A5A64391}"/>
          </ac:spMkLst>
        </pc:spChg>
        <pc:picChg chg="add mod">
          <ac:chgData name="McCloskey, Ross" userId="b1990487-ee44-4922-b58f-5b2980a02730" providerId="ADAL" clId="{7D443C21-FD7D-4E65-8C72-B41829F67170}" dt="2026-08-06T18:27:31.234" v="6145" actId="1076"/>
          <ac:picMkLst>
            <pc:docMk/>
            <pc:sldMk cId="3841745347" sldId="276"/>
            <ac:picMk id="3" creationId="{A62ECEEF-CA1F-794B-9BB8-315B0B92C354}"/>
          </ac:picMkLst>
        </pc:picChg>
      </pc:sldChg>
      <pc:sldChg chg="delSp modSp add mod">
        <pc:chgData name="McCloskey, Ross" userId="b1990487-ee44-4922-b58f-5b2980a02730" providerId="ADAL" clId="{7D443C21-FD7D-4E65-8C72-B41829F67170}" dt="2026-08-10T20:11:46.841" v="6278" actId="20577"/>
        <pc:sldMkLst>
          <pc:docMk/>
          <pc:sldMk cId="3473142146" sldId="277"/>
        </pc:sldMkLst>
        <pc:spChg chg="mod">
          <ac:chgData name="McCloskey, Ross" userId="b1990487-ee44-4922-b58f-5b2980a02730" providerId="ADAL" clId="{7D443C21-FD7D-4E65-8C72-B41829F67170}" dt="2026-08-10T20:11:46.841" v="6278" actId="20577"/>
          <ac:spMkLst>
            <pc:docMk/>
            <pc:sldMk cId="3473142146" sldId="277"/>
            <ac:spMk id="4" creationId="{D1B51D22-66E7-D157-2905-3E0C8D2E7A1E}"/>
          </ac:spMkLst>
        </pc:spChg>
      </pc:sldChg>
      <pc:sldChg chg="modSp add mod">
        <pc:chgData name="McCloskey, Ross" userId="b1990487-ee44-4922-b58f-5b2980a02730" providerId="ADAL" clId="{7D443C21-FD7D-4E65-8C72-B41829F67170}" dt="2026-08-10T20:32:12.657" v="6293" actId="20577"/>
        <pc:sldMkLst>
          <pc:docMk/>
          <pc:sldMk cId="1764722811" sldId="278"/>
        </pc:sldMkLst>
        <pc:spChg chg="mod">
          <ac:chgData name="McCloskey, Ross" userId="b1990487-ee44-4922-b58f-5b2980a02730" providerId="ADAL" clId="{7D443C21-FD7D-4E65-8C72-B41829F67170}" dt="2026-08-10T20:32:12.657" v="6293" actId="20577"/>
          <ac:spMkLst>
            <pc:docMk/>
            <pc:sldMk cId="1764722811" sldId="278"/>
            <ac:spMk id="4" creationId="{4824A791-F98E-4A32-D7F3-982A7AD2F76A}"/>
          </ac:spMkLst>
        </pc:spChg>
      </pc:sldChg>
      <pc:sldChg chg="addSp delSp modSp add del mod">
        <pc:chgData name="McCloskey, Ross" userId="b1990487-ee44-4922-b58f-5b2980a02730" providerId="ADAL" clId="{7D443C21-FD7D-4E65-8C72-B41829F67170}" dt="2026-08-10T20:31:52.446" v="6279" actId="2696"/>
        <pc:sldMkLst>
          <pc:docMk/>
          <pc:sldMk cId="2824560223" sldId="278"/>
        </pc:sldMkLst>
      </pc:sldChg>
      <pc:sldChg chg="addSp delSp modSp add del mod">
        <pc:chgData name="McCloskey, Ross" userId="b1990487-ee44-4922-b58f-5b2980a02730" providerId="ADAL" clId="{7D443C21-FD7D-4E65-8C72-B41829F67170}" dt="2026-08-10T20:32:18.639" v="6294" actId="2696"/>
        <pc:sldMkLst>
          <pc:docMk/>
          <pc:sldMk cId="1970612841" sldId="279"/>
        </pc:sldMkLst>
      </pc:sldChg>
      <pc:sldChg chg="modSp add mod">
        <pc:chgData name="McCloskey, Ross" userId="b1990487-ee44-4922-b58f-5b2980a02730" providerId="ADAL" clId="{7D443C21-FD7D-4E65-8C72-B41829F67170}" dt="2026-08-10T20:32:32.198" v="6310" actId="20577"/>
        <pc:sldMkLst>
          <pc:docMk/>
          <pc:sldMk cId="2973620686" sldId="279"/>
        </pc:sldMkLst>
        <pc:spChg chg="mod">
          <ac:chgData name="McCloskey, Ross" userId="b1990487-ee44-4922-b58f-5b2980a02730" providerId="ADAL" clId="{7D443C21-FD7D-4E65-8C72-B41829F67170}" dt="2026-08-10T20:32:32.198" v="6310" actId="20577"/>
          <ac:spMkLst>
            <pc:docMk/>
            <pc:sldMk cId="2973620686" sldId="279"/>
            <ac:spMk id="4" creationId="{EEE883F7-0F6A-4852-AC54-1C2B6F01E2FF}"/>
          </ac:spMkLst>
        </pc:spChg>
      </pc:sldChg>
      <pc:sldChg chg="modSp add mod">
        <pc:chgData name="McCloskey, Ross" userId="b1990487-ee44-4922-b58f-5b2980a02730" providerId="ADAL" clId="{7D443C21-FD7D-4E65-8C72-B41829F67170}" dt="2026-08-06T18:39:09.371" v="6215" actId="20577"/>
        <pc:sldMkLst>
          <pc:docMk/>
          <pc:sldMk cId="3296296591" sldId="280"/>
        </pc:sldMkLst>
        <pc:spChg chg="mod">
          <ac:chgData name="McCloskey, Ross" userId="b1990487-ee44-4922-b58f-5b2980a02730" providerId="ADAL" clId="{7D443C21-FD7D-4E65-8C72-B41829F67170}" dt="2026-08-06T18:39:09.371" v="6215" actId="20577"/>
          <ac:spMkLst>
            <pc:docMk/>
            <pc:sldMk cId="3296296591" sldId="280"/>
            <ac:spMk id="4" creationId="{9C4D8E2F-F80D-D189-0F43-62C72AA3358E}"/>
          </ac:spMkLst>
        </pc:spChg>
        <pc:picChg chg="mod">
          <ac:chgData name="McCloskey, Ross" userId="b1990487-ee44-4922-b58f-5b2980a02730" providerId="ADAL" clId="{7D443C21-FD7D-4E65-8C72-B41829F67170}" dt="2026-08-06T18:39:00.929" v="6213" actId="1076"/>
          <ac:picMkLst>
            <pc:docMk/>
            <pc:sldMk cId="3296296591" sldId="280"/>
            <ac:picMk id="5" creationId="{286623E9-72C2-0189-F750-364765262E36}"/>
          </ac:picMkLst>
        </pc:picChg>
      </pc:sldChg>
      <pc:sldChg chg="addSp delSp modSp add mod">
        <pc:chgData name="McCloskey, Ross" userId="b1990487-ee44-4922-b58f-5b2980a02730" providerId="ADAL" clId="{7D443C21-FD7D-4E65-8C72-B41829F67170}" dt="2026-08-11T19:39:19.477" v="7463"/>
        <pc:sldMkLst>
          <pc:docMk/>
          <pc:sldMk cId="890702664" sldId="281"/>
        </pc:sldMkLst>
        <pc:spChg chg="mod">
          <ac:chgData name="McCloskey, Ross" userId="b1990487-ee44-4922-b58f-5b2980a02730" providerId="ADAL" clId="{7D443C21-FD7D-4E65-8C72-B41829F67170}" dt="2026-08-11T19:24:05.113" v="7054" actId="1076"/>
          <ac:spMkLst>
            <pc:docMk/>
            <pc:sldMk cId="890702664" sldId="281"/>
            <ac:spMk id="4" creationId="{91156D1B-BC5F-42E4-610E-A9729A332E17}"/>
          </ac:spMkLst>
        </pc:spChg>
        <pc:graphicFrameChg chg="del mod modGraphic">
          <ac:chgData name="McCloskey, Ross" userId="b1990487-ee44-4922-b58f-5b2980a02730" providerId="ADAL" clId="{7D443C21-FD7D-4E65-8C72-B41829F67170}" dt="2026-08-11T19:14:35.072" v="6526" actId="478"/>
          <ac:graphicFrameMkLst>
            <pc:docMk/>
            <pc:sldMk cId="890702664" sldId="281"/>
            <ac:graphicFrameMk id="2" creationId="{AFA6C18B-6F60-8FF5-B046-2EE198E6CF99}"/>
          </ac:graphicFrameMkLst>
        </pc:graphicFrameChg>
        <pc:graphicFrameChg chg="add mod modGraphic">
          <ac:chgData name="McCloskey, Ross" userId="b1990487-ee44-4922-b58f-5b2980a02730" providerId="ADAL" clId="{7D443C21-FD7D-4E65-8C72-B41829F67170}" dt="2026-08-11T19:26:16.914" v="7120" actId="1037"/>
          <ac:graphicFrameMkLst>
            <pc:docMk/>
            <pc:sldMk cId="890702664" sldId="281"/>
            <ac:graphicFrameMk id="3" creationId="{0124561C-6D0B-9189-E98A-CC57F9DCE616}"/>
          </ac:graphicFrameMkLst>
        </pc:graphicFrameChg>
        <pc:graphicFrameChg chg="add mod modGraphic">
          <ac:chgData name="McCloskey, Ross" userId="b1990487-ee44-4922-b58f-5b2980a02730" providerId="ADAL" clId="{7D443C21-FD7D-4E65-8C72-B41829F67170}" dt="2026-08-11T19:29:19.060" v="7308" actId="20577"/>
          <ac:graphicFrameMkLst>
            <pc:docMk/>
            <pc:sldMk cId="890702664" sldId="281"/>
            <ac:graphicFrameMk id="6" creationId="{AA4F880B-067C-903E-58F4-C8F68692B98D}"/>
          </ac:graphicFrameMkLst>
        </pc:graphicFrameChg>
        <pc:graphicFrameChg chg="add mod modGraphic">
          <ac:chgData name="McCloskey, Ross" userId="b1990487-ee44-4922-b58f-5b2980a02730" providerId="ADAL" clId="{7D443C21-FD7D-4E65-8C72-B41829F67170}" dt="2026-08-11T19:31:42.734" v="7423" actId="20577"/>
          <ac:graphicFrameMkLst>
            <pc:docMk/>
            <pc:sldMk cId="890702664" sldId="281"/>
            <ac:graphicFrameMk id="8" creationId="{F4B227D9-8B3A-3303-E975-E4A4422DE26D}"/>
          </ac:graphicFrameMkLst>
        </pc:graphicFrameChg>
        <pc:graphicFrameChg chg="add mod modGraphic">
          <ac:chgData name="McCloskey, Ross" userId="b1990487-ee44-4922-b58f-5b2980a02730" providerId="ADAL" clId="{7D443C21-FD7D-4E65-8C72-B41829F67170}" dt="2026-08-11T19:39:19.477" v="7463"/>
          <ac:graphicFrameMkLst>
            <pc:docMk/>
            <pc:sldMk cId="890702664" sldId="281"/>
            <ac:graphicFrameMk id="10" creationId="{3263BDF7-59CF-2944-1FBF-34146D9F2381}"/>
          </ac:graphicFrameMkLst>
        </pc:graphicFrameChg>
      </pc:sldChg>
      <pc:sldChg chg="modSp add del mod">
        <pc:chgData name="McCloskey, Ross" userId="b1990487-ee44-4922-b58f-5b2980a02730" providerId="ADAL" clId="{7D443C21-FD7D-4E65-8C72-B41829F67170}" dt="2026-08-11T20:06:44.236" v="7523" actId="14826"/>
        <pc:sldMkLst>
          <pc:docMk/>
          <pc:sldMk cId="1232489020" sldId="282"/>
        </pc:sldMkLst>
        <pc:spChg chg="mod">
          <ac:chgData name="McCloskey, Ross" userId="b1990487-ee44-4922-b58f-5b2980a02730" providerId="ADAL" clId="{7D443C21-FD7D-4E65-8C72-B41829F67170}" dt="2026-08-11T20:06:31.189" v="7522" actId="5793"/>
          <ac:spMkLst>
            <pc:docMk/>
            <pc:sldMk cId="1232489020" sldId="282"/>
            <ac:spMk id="4" creationId="{7F33CFF0-D039-651E-0A39-7CB8E5A7A395}"/>
          </ac:spMkLst>
        </pc:spChg>
        <pc:picChg chg="mod">
          <ac:chgData name="McCloskey, Ross" userId="b1990487-ee44-4922-b58f-5b2980a02730" providerId="ADAL" clId="{7D443C21-FD7D-4E65-8C72-B41829F67170}" dt="2026-08-11T20:06:44.236" v="7523" actId="14826"/>
          <ac:picMkLst>
            <pc:docMk/>
            <pc:sldMk cId="1232489020" sldId="282"/>
            <ac:picMk id="3" creationId="{24C47753-29C9-AA85-5540-41049C00AE82}"/>
          </ac:picMkLst>
        </pc:picChg>
      </pc:sldChg>
      <pc:sldChg chg="modSp add del mod">
        <pc:chgData name="McCloskey, Ross" userId="b1990487-ee44-4922-b58f-5b2980a02730" providerId="ADAL" clId="{7D443C21-FD7D-4E65-8C72-B41829F67170}" dt="2026-08-11T20:03:48.340" v="7497" actId="47"/>
        <pc:sldMkLst>
          <pc:docMk/>
          <pc:sldMk cId="1457240050" sldId="283"/>
        </pc:sldMkLst>
        <pc:spChg chg="mod">
          <ac:chgData name="McCloskey, Ross" userId="b1990487-ee44-4922-b58f-5b2980a02730" providerId="ADAL" clId="{7D443C21-FD7D-4E65-8C72-B41829F67170}" dt="2026-08-11T20:03:38.718" v="7496" actId="20577"/>
          <ac:spMkLst>
            <pc:docMk/>
            <pc:sldMk cId="1457240050" sldId="283"/>
            <ac:spMk id="4" creationId="{4062FFC7-DDB0-A6A9-D57A-B6CA45D9A6AC}"/>
          </ac:spMkLst>
        </pc:spChg>
      </pc:sldChg>
      <pc:sldChg chg="modSp add mod">
        <pc:chgData name="McCloskey, Ross" userId="b1990487-ee44-4922-b58f-5b2980a02730" providerId="ADAL" clId="{7D443C21-FD7D-4E65-8C72-B41829F67170}" dt="2026-08-11T20:06:01.991" v="7516" actId="14826"/>
        <pc:sldMkLst>
          <pc:docMk/>
          <pc:sldMk cId="1991655161" sldId="283"/>
        </pc:sldMkLst>
        <pc:spChg chg="mod">
          <ac:chgData name="McCloskey, Ross" userId="b1990487-ee44-4922-b58f-5b2980a02730" providerId="ADAL" clId="{7D443C21-FD7D-4E65-8C72-B41829F67170}" dt="2026-08-11T20:05:43.739" v="7515" actId="20577"/>
          <ac:spMkLst>
            <pc:docMk/>
            <pc:sldMk cId="1991655161" sldId="283"/>
            <ac:spMk id="4" creationId="{E4939E1F-BBCD-EA2D-6279-17496494CB8D}"/>
          </ac:spMkLst>
        </pc:spChg>
        <pc:picChg chg="mod">
          <ac:chgData name="McCloskey, Ross" userId="b1990487-ee44-4922-b58f-5b2980a02730" providerId="ADAL" clId="{7D443C21-FD7D-4E65-8C72-B41829F67170}" dt="2026-08-11T20:06:01.991" v="7516" actId="14826"/>
          <ac:picMkLst>
            <pc:docMk/>
            <pc:sldMk cId="1991655161" sldId="283"/>
            <ac:picMk id="5" creationId="{CAD61DE3-8194-9DF9-E680-871735C97232}"/>
          </ac:picMkLst>
        </pc:picChg>
      </pc:sldChg>
      <pc:sldChg chg="modSp add mod ord">
        <pc:chgData name="McCloskey, Ross" userId="b1990487-ee44-4922-b58f-5b2980a02730" providerId="ADAL" clId="{7D443C21-FD7D-4E65-8C72-B41829F67170}" dt="2026-08-11T20:15:07.015" v="7537" actId="14826"/>
        <pc:sldMkLst>
          <pc:docMk/>
          <pc:sldMk cId="443359706" sldId="284"/>
        </pc:sldMkLst>
        <pc:spChg chg="mod">
          <ac:chgData name="McCloskey, Ross" userId="b1990487-ee44-4922-b58f-5b2980a02730" providerId="ADAL" clId="{7D443C21-FD7D-4E65-8C72-B41829F67170}" dt="2026-08-11T20:06:55.572" v="7531" actId="20577"/>
          <ac:spMkLst>
            <pc:docMk/>
            <pc:sldMk cId="443359706" sldId="284"/>
            <ac:spMk id="4" creationId="{C374D9AC-221A-59D1-9808-E97D1A9150A7}"/>
          </ac:spMkLst>
        </pc:spChg>
        <pc:picChg chg="mod">
          <ac:chgData name="McCloskey, Ross" userId="b1990487-ee44-4922-b58f-5b2980a02730" providerId="ADAL" clId="{7D443C21-FD7D-4E65-8C72-B41829F67170}" dt="2026-08-11T20:15:07.015" v="7537" actId="14826"/>
          <ac:picMkLst>
            <pc:docMk/>
            <pc:sldMk cId="443359706" sldId="284"/>
            <ac:picMk id="3" creationId="{713ED0E2-6413-E9EC-4DC1-A3090B5D994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BF7636-2C8E-41E2-872B-0E93E5DDB2DA}" type="datetimeFigureOut">
              <a:rPr lang="en-US" smtClean="0"/>
              <a:t>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D820BE-AC4B-42B1-9591-F2FD6B4F3CB9}" type="slidenum">
              <a:rPr lang="en-US" smtClean="0"/>
              <a:t>‹#›</a:t>
            </a:fld>
            <a:endParaRPr lang="en-US"/>
          </a:p>
        </p:txBody>
      </p:sp>
    </p:spTree>
    <p:extLst>
      <p:ext uri="{BB962C8B-B14F-4D97-AF65-F5344CB8AC3E}">
        <p14:creationId xmlns:p14="http://schemas.microsoft.com/office/powerpoint/2010/main" val="2307278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these are in supplemental materials, perhaps we can add separate frames maybe by year so they’re easier to look at than in this format?</a:t>
            </a:r>
          </a:p>
        </p:txBody>
      </p:sp>
      <p:sp>
        <p:nvSpPr>
          <p:cNvPr id="4" name="Slide Number Placeholder 3"/>
          <p:cNvSpPr>
            <a:spLocks noGrp="1"/>
          </p:cNvSpPr>
          <p:nvPr>
            <p:ph type="sldNum" sz="quarter" idx="5"/>
          </p:nvPr>
        </p:nvSpPr>
        <p:spPr/>
        <p:txBody>
          <a:bodyPr/>
          <a:lstStyle/>
          <a:p>
            <a:fld id="{43D820BE-AC4B-42B1-9591-F2FD6B4F3CB9}" type="slidenum">
              <a:rPr lang="en-US" smtClean="0"/>
              <a:t>18</a:t>
            </a:fld>
            <a:endParaRPr lang="en-US"/>
          </a:p>
        </p:txBody>
      </p:sp>
    </p:spTree>
    <p:extLst>
      <p:ext uri="{BB962C8B-B14F-4D97-AF65-F5344CB8AC3E}">
        <p14:creationId xmlns:p14="http://schemas.microsoft.com/office/powerpoint/2010/main" val="26496233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E0C9A-DDEF-499C-DF8C-72DEAA8FAC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D7D32D-5CD9-40E9-725D-65B944AE41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A0C6C0-5EFE-460B-8E34-CAA4E74F5EF9}"/>
              </a:ext>
            </a:extLst>
          </p:cNvPr>
          <p:cNvSpPr>
            <a:spLocks noGrp="1"/>
          </p:cNvSpPr>
          <p:nvPr>
            <p:ph type="body" idx="1"/>
          </p:nvPr>
        </p:nvSpPr>
        <p:spPr/>
        <p:txBody>
          <a:bodyPr/>
          <a:lstStyle/>
          <a:p>
            <a:r>
              <a:rPr lang="en-US" dirty="0"/>
              <a:t>If these are in supplemental materials, perhaps we can add separate frames maybe by year so they’re easier to look at than in this format?</a:t>
            </a:r>
          </a:p>
        </p:txBody>
      </p:sp>
      <p:sp>
        <p:nvSpPr>
          <p:cNvPr id="4" name="Slide Number Placeholder 3">
            <a:extLst>
              <a:ext uri="{FF2B5EF4-FFF2-40B4-BE49-F238E27FC236}">
                <a16:creationId xmlns:a16="http://schemas.microsoft.com/office/drawing/2014/main" id="{B76A6CAA-A9DE-0AEC-09CA-D2FF10A27B12}"/>
              </a:ext>
            </a:extLst>
          </p:cNvPr>
          <p:cNvSpPr>
            <a:spLocks noGrp="1"/>
          </p:cNvSpPr>
          <p:nvPr>
            <p:ph type="sldNum" sz="quarter" idx="5"/>
          </p:nvPr>
        </p:nvSpPr>
        <p:spPr/>
        <p:txBody>
          <a:bodyPr/>
          <a:lstStyle/>
          <a:p>
            <a:fld id="{43D820BE-AC4B-42B1-9591-F2FD6B4F3CB9}" type="slidenum">
              <a:rPr lang="en-US" smtClean="0"/>
              <a:t>19</a:t>
            </a:fld>
            <a:endParaRPr lang="en-US"/>
          </a:p>
        </p:txBody>
      </p:sp>
    </p:spTree>
    <p:extLst>
      <p:ext uri="{BB962C8B-B14F-4D97-AF65-F5344CB8AC3E}">
        <p14:creationId xmlns:p14="http://schemas.microsoft.com/office/powerpoint/2010/main" val="32395672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46C3E-93DD-8D5D-BDBE-D7CE2497DDA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4477DC-5095-FCD4-B2FD-A88445908A5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3A57604-90BF-DA7E-B4CD-D9A260DE1E53}"/>
              </a:ext>
            </a:extLst>
          </p:cNvPr>
          <p:cNvSpPr>
            <a:spLocks noGrp="1"/>
          </p:cNvSpPr>
          <p:nvPr>
            <p:ph type="dt" sz="half" idx="10"/>
          </p:nvPr>
        </p:nvSpPr>
        <p:spPr/>
        <p:txBody>
          <a:bodyPr/>
          <a:lstStyle/>
          <a:p>
            <a:fld id="{736DCF12-0259-4C62-9CAA-1EF9D21CC0D2}" type="datetimeFigureOut">
              <a:rPr lang="en-US" smtClean="0"/>
              <a:t>8/10/2026</a:t>
            </a:fld>
            <a:endParaRPr lang="en-US"/>
          </a:p>
        </p:txBody>
      </p:sp>
      <p:sp>
        <p:nvSpPr>
          <p:cNvPr id="5" name="Footer Placeholder 4">
            <a:extLst>
              <a:ext uri="{FF2B5EF4-FFF2-40B4-BE49-F238E27FC236}">
                <a16:creationId xmlns:a16="http://schemas.microsoft.com/office/drawing/2014/main" id="{CFD735BD-869E-FE01-F1C4-BA265EE69D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960B5F-0088-44B0-CD7E-FD88478674E5}"/>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3225903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5C7B2-78AC-593F-469A-9F9CD2DAE7E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CA7FF04-7B07-74CC-0B0A-DE1B36025B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67629E-1D1E-85E6-7912-1DDA0A4E6025}"/>
              </a:ext>
            </a:extLst>
          </p:cNvPr>
          <p:cNvSpPr>
            <a:spLocks noGrp="1"/>
          </p:cNvSpPr>
          <p:nvPr>
            <p:ph type="dt" sz="half" idx="10"/>
          </p:nvPr>
        </p:nvSpPr>
        <p:spPr/>
        <p:txBody>
          <a:bodyPr/>
          <a:lstStyle/>
          <a:p>
            <a:fld id="{736DCF12-0259-4C62-9CAA-1EF9D21CC0D2}" type="datetimeFigureOut">
              <a:rPr lang="en-US" smtClean="0"/>
              <a:t>8/10/2026</a:t>
            </a:fld>
            <a:endParaRPr lang="en-US"/>
          </a:p>
        </p:txBody>
      </p:sp>
      <p:sp>
        <p:nvSpPr>
          <p:cNvPr id="5" name="Footer Placeholder 4">
            <a:extLst>
              <a:ext uri="{FF2B5EF4-FFF2-40B4-BE49-F238E27FC236}">
                <a16:creationId xmlns:a16="http://schemas.microsoft.com/office/drawing/2014/main" id="{19553A7E-2F1E-6063-CF46-9B521299F6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513BE3-D2AF-5A05-BADD-252937890BE5}"/>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8252818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2834C-CD50-F75F-D430-F3EFEBB062F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65F698-5427-67A3-1D1B-3A34A3E5F01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EC014-8B28-F191-7803-AE067923D08E}"/>
              </a:ext>
            </a:extLst>
          </p:cNvPr>
          <p:cNvSpPr>
            <a:spLocks noGrp="1"/>
          </p:cNvSpPr>
          <p:nvPr>
            <p:ph type="dt" sz="half" idx="10"/>
          </p:nvPr>
        </p:nvSpPr>
        <p:spPr/>
        <p:txBody>
          <a:bodyPr/>
          <a:lstStyle/>
          <a:p>
            <a:fld id="{736DCF12-0259-4C62-9CAA-1EF9D21CC0D2}" type="datetimeFigureOut">
              <a:rPr lang="en-US" smtClean="0"/>
              <a:t>8/10/2026</a:t>
            </a:fld>
            <a:endParaRPr lang="en-US"/>
          </a:p>
        </p:txBody>
      </p:sp>
      <p:sp>
        <p:nvSpPr>
          <p:cNvPr id="5" name="Footer Placeholder 4">
            <a:extLst>
              <a:ext uri="{FF2B5EF4-FFF2-40B4-BE49-F238E27FC236}">
                <a16:creationId xmlns:a16="http://schemas.microsoft.com/office/drawing/2014/main" id="{92424F4E-B3C2-C7CE-2FCA-15BC225156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C3FDF5-3BC8-1B1A-B599-328DF69F1643}"/>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249051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C6517-446A-A445-4117-0EC9515DEAD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B70F1D3-DB05-5BC5-8955-5FFF86B0459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98B677-029B-E377-2ABE-6FFE1FF9CB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0F8BA20-1AB8-B19C-0ED7-99CED647BC4A}"/>
              </a:ext>
            </a:extLst>
          </p:cNvPr>
          <p:cNvSpPr>
            <a:spLocks noGrp="1"/>
          </p:cNvSpPr>
          <p:nvPr>
            <p:ph type="dt" sz="half" idx="10"/>
          </p:nvPr>
        </p:nvSpPr>
        <p:spPr/>
        <p:txBody>
          <a:bodyPr/>
          <a:lstStyle/>
          <a:p>
            <a:fld id="{736DCF12-0259-4C62-9CAA-1EF9D21CC0D2}" type="datetimeFigureOut">
              <a:rPr lang="en-US" smtClean="0"/>
              <a:t>8/10/2026</a:t>
            </a:fld>
            <a:endParaRPr lang="en-US"/>
          </a:p>
        </p:txBody>
      </p:sp>
      <p:sp>
        <p:nvSpPr>
          <p:cNvPr id="6" name="Footer Placeholder 5">
            <a:extLst>
              <a:ext uri="{FF2B5EF4-FFF2-40B4-BE49-F238E27FC236}">
                <a16:creationId xmlns:a16="http://schemas.microsoft.com/office/drawing/2014/main" id="{B7CD8FEC-CAEF-05B6-C308-9878CF618AD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0326D2-DCA4-FBFD-A2AF-734BD854EFB0}"/>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4300016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515A0-1B1F-9622-79F3-DD14D5A8F52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6E0A3B-F4FE-71EE-EF9C-95E312446D9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7137A32-25DE-1E1C-60E1-8245297745D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0751834-7C43-FD21-3FC4-3742ECEC33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637A9A-FBB3-01D5-08C7-747526B08C0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A71BF59-04EE-43A8-131A-05CADF13EA0B}"/>
              </a:ext>
            </a:extLst>
          </p:cNvPr>
          <p:cNvSpPr>
            <a:spLocks noGrp="1"/>
          </p:cNvSpPr>
          <p:nvPr>
            <p:ph type="dt" sz="half" idx="10"/>
          </p:nvPr>
        </p:nvSpPr>
        <p:spPr/>
        <p:txBody>
          <a:bodyPr/>
          <a:lstStyle/>
          <a:p>
            <a:fld id="{736DCF12-0259-4C62-9CAA-1EF9D21CC0D2}" type="datetimeFigureOut">
              <a:rPr lang="en-US" smtClean="0"/>
              <a:t>8/10/2026</a:t>
            </a:fld>
            <a:endParaRPr lang="en-US"/>
          </a:p>
        </p:txBody>
      </p:sp>
      <p:sp>
        <p:nvSpPr>
          <p:cNvPr id="8" name="Footer Placeholder 7">
            <a:extLst>
              <a:ext uri="{FF2B5EF4-FFF2-40B4-BE49-F238E27FC236}">
                <a16:creationId xmlns:a16="http://schemas.microsoft.com/office/drawing/2014/main" id="{2E0F0CE9-6A84-CDF3-084D-EA6393C6A19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75CD6F5-FDD3-3D13-C451-7EB594EE921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252707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E3707-BF66-0D8E-73AC-BD37EC9E1D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7F7A85-A343-B752-DCE0-9C119E2AF027}"/>
              </a:ext>
            </a:extLst>
          </p:cNvPr>
          <p:cNvSpPr>
            <a:spLocks noGrp="1"/>
          </p:cNvSpPr>
          <p:nvPr>
            <p:ph type="dt" sz="half" idx="10"/>
          </p:nvPr>
        </p:nvSpPr>
        <p:spPr/>
        <p:txBody>
          <a:bodyPr/>
          <a:lstStyle/>
          <a:p>
            <a:fld id="{736DCF12-0259-4C62-9CAA-1EF9D21CC0D2}" type="datetimeFigureOut">
              <a:rPr lang="en-US" smtClean="0"/>
              <a:t>8/10/2026</a:t>
            </a:fld>
            <a:endParaRPr lang="en-US"/>
          </a:p>
        </p:txBody>
      </p:sp>
      <p:sp>
        <p:nvSpPr>
          <p:cNvPr id="4" name="Footer Placeholder 3">
            <a:extLst>
              <a:ext uri="{FF2B5EF4-FFF2-40B4-BE49-F238E27FC236}">
                <a16:creationId xmlns:a16="http://schemas.microsoft.com/office/drawing/2014/main" id="{4355D72E-581F-111D-C88E-858DCF5A7A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536CAB-E7B5-777F-E972-95808743F3A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4009391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59F6EA-22CB-0FD6-EB82-C7291E96040D}"/>
              </a:ext>
            </a:extLst>
          </p:cNvPr>
          <p:cNvSpPr>
            <a:spLocks noGrp="1"/>
          </p:cNvSpPr>
          <p:nvPr>
            <p:ph type="dt" sz="half" idx="10"/>
          </p:nvPr>
        </p:nvSpPr>
        <p:spPr/>
        <p:txBody>
          <a:bodyPr/>
          <a:lstStyle/>
          <a:p>
            <a:fld id="{736DCF12-0259-4C62-9CAA-1EF9D21CC0D2}" type="datetimeFigureOut">
              <a:rPr lang="en-US" smtClean="0"/>
              <a:t>8/10/2026</a:t>
            </a:fld>
            <a:endParaRPr lang="en-US"/>
          </a:p>
        </p:txBody>
      </p:sp>
      <p:sp>
        <p:nvSpPr>
          <p:cNvPr id="3" name="Footer Placeholder 2">
            <a:extLst>
              <a:ext uri="{FF2B5EF4-FFF2-40B4-BE49-F238E27FC236}">
                <a16:creationId xmlns:a16="http://schemas.microsoft.com/office/drawing/2014/main" id="{B028554E-5112-E056-9DAE-9764A756CD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7867CD-E68D-37C2-D715-BC98A2E469D3}"/>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6054327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29130-ACCC-E098-8413-9E2FF26F1B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1A58E5B-2647-3017-5874-76320A9E92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1A0697D-D70D-B597-C830-B080F4CF6E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7B8E9B-638D-7F9F-E6FD-9E9282545761}"/>
              </a:ext>
            </a:extLst>
          </p:cNvPr>
          <p:cNvSpPr>
            <a:spLocks noGrp="1"/>
          </p:cNvSpPr>
          <p:nvPr>
            <p:ph type="dt" sz="half" idx="10"/>
          </p:nvPr>
        </p:nvSpPr>
        <p:spPr/>
        <p:txBody>
          <a:bodyPr/>
          <a:lstStyle/>
          <a:p>
            <a:fld id="{736DCF12-0259-4C62-9CAA-1EF9D21CC0D2}" type="datetimeFigureOut">
              <a:rPr lang="en-US" smtClean="0"/>
              <a:t>8/10/2026</a:t>
            </a:fld>
            <a:endParaRPr lang="en-US"/>
          </a:p>
        </p:txBody>
      </p:sp>
      <p:sp>
        <p:nvSpPr>
          <p:cNvPr id="6" name="Footer Placeholder 5">
            <a:extLst>
              <a:ext uri="{FF2B5EF4-FFF2-40B4-BE49-F238E27FC236}">
                <a16:creationId xmlns:a16="http://schemas.microsoft.com/office/drawing/2014/main" id="{8A78EF5C-02E4-D3F3-8657-36583450D4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EC4677-09B1-130D-9B80-4F229FF016CD}"/>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1132869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B80BB-AB6F-0A6F-6938-FC943A157B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10A8C4D-CC1D-D12C-F2C4-D2F70E1D60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B99A86F-BEBD-9FF3-D141-DDF38F0E2C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F49F97-5AB8-8F62-9E19-93A0FC974FD7}"/>
              </a:ext>
            </a:extLst>
          </p:cNvPr>
          <p:cNvSpPr>
            <a:spLocks noGrp="1"/>
          </p:cNvSpPr>
          <p:nvPr>
            <p:ph type="dt" sz="half" idx="10"/>
          </p:nvPr>
        </p:nvSpPr>
        <p:spPr/>
        <p:txBody>
          <a:bodyPr/>
          <a:lstStyle/>
          <a:p>
            <a:fld id="{736DCF12-0259-4C62-9CAA-1EF9D21CC0D2}" type="datetimeFigureOut">
              <a:rPr lang="en-US" smtClean="0"/>
              <a:t>8/10/2026</a:t>
            </a:fld>
            <a:endParaRPr lang="en-US"/>
          </a:p>
        </p:txBody>
      </p:sp>
      <p:sp>
        <p:nvSpPr>
          <p:cNvPr id="6" name="Footer Placeholder 5">
            <a:extLst>
              <a:ext uri="{FF2B5EF4-FFF2-40B4-BE49-F238E27FC236}">
                <a16:creationId xmlns:a16="http://schemas.microsoft.com/office/drawing/2014/main" id="{EECDF240-2ED9-EA8C-53FF-7126798BB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5BCCA6-F362-5F25-EC40-4A384B1255E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1838625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0D7C45-13A3-A1B3-55AF-89A4E2B9EA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7A041B3-0F19-4409-104E-31BE916FF0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D54596-4904-201C-2AC3-E7F0CC5DC882}"/>
              </a:ext>
            </a:extLst>
          </p:cNvPr>
          <p:cNvSpPr>
            <a:spLocks noGrp="1"/>
          </p:cNvSpPr>
          <p:nvPr>
            <p:ph type="dt" sz="half" idx="10"/>
          </p:nvPr>
        </p:nvSpPr>
        <p:spPr/>
        <p:txBody>
          <a:bodyPr/>
          <a:lstStyle/>
          <a:p>
            <a:fld id="{736DCF12-0259-4C62-9CAA-1EF9D21CC0D2}" type="datetimeFigureOut">
              <a:rPr lang="en-US" smtClean="0"/>
              <a:t>8/10/2026</a:t>
            </a:fld>
            <a:endParaRPr lang="en-US"/>
          </a:p>
        </p:txBody>
      </p:sp>
      <p:sp>
        <p:nvSpPr>
          <p:cNvPr id="5" name="Footer Placeholder 4">
            <a:extLst>
              <a:ext uri="{FF2B5EF4-FFF2-40B4-BE49-F238E27FC236}">
                <a16:creationId xmlns:a16="http://schemas.microsoft.com/office/drawing/2014/main" id="{028D1E3E-A576-1D27-1E46-29B71AB96A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5A1FA9-8CE4-E1A8-EBA3-0176F82E1FC7}"/>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3199384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CB7AD7-66E8-1BEA-B9CE-F755616F0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1AA9826-C574-4F39-A15B-72768D1223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535E2F-AAD9-DAF8-76E6-424D86F689B7}"/>
              </a:ext>
            </a:extLst>
          </p:cNvPr>
          <p:cNvSpPr>
            <a:spLocks noGrp="1"/>
          </p:cNvSpPr>
          <p:nvPr>
            <p:ph type="dt" sz="half" idx="10"/>
          </p:nvPr>
        </p:nvSpPr>
        <p:spPr/>
        <p:txBody>
          <a:bodyPr/>
          <a:lstStyle/>
          <a:p>
            <a:fld id="{736DCF12-0259-4C62-9CAA-1EF9D21CC0D2}" type="datetimeFigureOut">
              <a:rPr lang="en-US" smtClean="0"/>
              <a:t>8/10/2026</a:t>
            </a:fld>
            <a:endParaRPr lang="en-US"/>
          </a:p>
        </p:txBody>
      </p:sp>
      <p:sp>
        <p:nvSpPr>
          <p:cNvPr id="5" name="Footer Placeholder 4">
            <a:extLst>
              <a:ext uri="{FF2B5EF4-FFF2-40B4-BE49-F238E27FC236}">
                <a16:creationId xmlns:a16="http://schemas.microsoft.com/office/drawing/2014/main" id="{1844FB27-1A62-E0CF-CAD4-52B1D74679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607EE4-F1A1-1853-0698-945E0E30940C}"/>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34049346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883A71-EA5B-F0CA-5AE5-436B7DDF69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896238-373A-C3DA-33B2-606972C6B0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F5EFC2-BECB-189B-75F5-F9041662A9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36DCF12-0259-4C62-9CAA-1EF9D21CC0D2}" type="datetimeFigureOut">
              <a:rPr lang="en-US" smtClean="0"/>
              <a:t>8/10/2026</a:t>
            </a:fld>
            <a:endParaRPr lang="en-US"/>
          </a:p>
        </p:txBody>
      </p:sp>
      <p:sp>
        <p:nvSpPr>
          <p:cNvPr id="5" name="Footer Placeholder 4">
            <a:extLst>
              <a:ext uri="{FF2B5EF4-FFF2-40B4-BE49-F238E27FC236}">
                <a16:creationId xmlns:a16="http://schemas.microsoft.com/office/drawing/2014/main" id="{FF868EC5-3CDE-9A86-F8AE-F619F7237E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276265-BABB-2AE0-0CEE-9785F666A5A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C01F773-E99C-43DE-8666-BEE58FBA66F5}" type="slidenum">
              <a:rPr lang="en-US" smtClean="0"/>
              <a:t>‹#›</a:t>
            </a:fld>
            <a:endParaRPr lang="en-US"/>
          </a:p>
        </p:txBody>
      </p:sp>
    </p:spTree>
    <p:extLst>
      <p:ext uri="{BB962C8B-B14F-4D97-AF65-F5344CB8AC3E}">
        <p14:creationId xmlns:p14="http://schemas.microsoft.com/office/powerpoint/2010/main" val="23136332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86CF2C98-1257-521C-B293-2EE84DB04338}"/>
              </a:ext>
            </a:extLst>
          </p:cNvPr>
          <p:cNvSpPr>
            <a:spLocks noGrp="1"/>
          </p:cNvSpPr>
          <p:nvPr>
            <p:ph type="ctrTitle"/>
          </p:nvPr>
        </p:nvSpPr>
        <p:spPr/>
        <p:txBody>
          <a:bodyPr/>
          <a:lstStyle/>
          <a:p>
            <a:r>
              <a:rPr lang="en-US" dirty="0"/>
              <a:t>Project figures and tables</a:t>
            </a:r>
          </a:p>
        </p:txBody>
      </p:sp>
      <p:sp>
        <p:nvSpPr>
          <p:cNvPr id="11" name="Subtitle 10">
            <a:extLst>
              <a:ext uri="{FF2B5EF4-FFF2-40B4-BE49-F238E27FC236}">
                <a16:creationId xmlns:a16="http://schemas.microsoft.com/office/drawing/2014/main" id="{6ABAB03A-FD40-9D26-1216-57BA4D911184}"/>
              </a:ext>
            </a:extLst>
          </p:cNvPr>
          <p:cNvSpPr>
            <a:spLocks noGrp="1"/>
          </p:cNvSpPr>
          <p:nvPr>
            <p:ph type="subTitle" idx="1"/>
          </p:nvPr>
        </p:nvSpPr>
        <p:spPr/>
        <p:txBody>
          <a:bodyPr/>
          <a:lstStyle/>
          <a:p>
            <a:r>
              <a:rPr lang="en-US" dirty="0"/>
              <a:t>In order of assumed appearance/reference in the manuscript</a:t>
            </a:r>
          </a:p>
        </p:txBody>
      </p:sp>
    </p:spTree>
    <p:extLst>
      <p:ext uri="{BB962C8B-B14F-4D97-AF65-F5344CB8AC3E}">
        <p14:creationId xmlns:p14="http://schemas.microsoft.com/office/powerpoint/2010/main" val="3129493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7327F4C-8CFB-29AB-26AF-8A3F74D52947}"/>
              </a:ext>
            </a:extLst>
          </p:cNvPr>
          <p:cNvSpPr>
            <a:spLocks noGrp="1"/>
          </p:cNvSpPr>
          <p:nvPr>
            <p:ph type="title"/>
          </p:nvPr>
        </p:nvSpPr>
        <p:spPr/>
        <p:txBody>
          <a:bodyPr/>
          <a:lstStyle/>
          <a:p>
            <a:r>
              <a:rPr lang="en-US" dirty="0"/>
              <a:t>Objective 1</a:t>
            </a:r>
          </a:p>
        </p:txBody>
      </p:sp>
      <p:sp>
        <p:nvSpPr>
          <p:cNvPr id="5" name="Text Placeholder 4">
            <a:extLst>
              <a:ext uri="{FF2B5EF4-FFF2-40B4-BE49-F238E27FC236}">
                <a16:creationId xmlns:a16="http://schemas.microsoft.com/office/drawing/2014/main" id="{6D431BD1-EDD7-656F-872B-64AF546E62D1}"/>
              </a:ext>
            </a:extLst>
          </p:cNvPr>
          <p:cNvSpPr>
            <a:spLocks noGrp="1"/>
          </p:cNvSpPr>
          <p:nvPr>
            <p:ph type="body" idx="1"/>
          </p:nvPr>
        </p:nvSpPr>
        <p:spPr/>
        <p:txBody>
          <a:bodyPr/>
          <a:lstStyle/>
          <a:p>
            <a:r>
              <a:rPr lang="en-US" dirty="0"/>
              <a:t>describe patterns in assemblage composition</a:t>
            </a:r>
          </a:p>
          <a:p>
            <a:endParaRPr lang="en-US" dirty="0"/>
          </a:p>
        </p:txBody>
      </p:sp>
    </p:spTree>
    <p:extLst>
      <p:ext uri="{BB962C8B-B14F-4D97-AF65-F5344CB8AC3E}">
        <p14:creationId xmlns:p14="http://schemas.microsoft.com/office/powerpoint/2010/main" val="38551060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D11E1-0025-E21E-0B8D-A9AF7B093F9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0EC6F9A-D6EC-D432-F00D-FCD38A87477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0480" y="0"/>
            <a:ext cx="8071039" cy="5765028"/>
          </a:xfrm>
          <a:prstGeom prst="rect">
            <a:avLst/>
          </a:prstGeom>
        </p:spPr>
      </p:pic>
      <p:sp>
        <p:nvSpPr>
          <p:cNvPr id="6" name="Title 3">
            <a:extLst>
              <a:ext uri="{FF2B5EF4-FFF2-40B4-BE49-F238E27FC236}">
                <a16:creationId xmlns:a16="http://schemas.microsoft.com/office/drawing/2014/main" id="{7EEF0BA1-2118-D4A1-2E36-931DCD0505BF}"/>
              </a:ext>
            </a:extLst>
          </p:cNvPr>
          <p:cNvSpPr txBox="1">
            <a:spLocks/>
          </p:cNvSpPr>
          <p:nvPr/>
        </p:nvSpPr>
        <p:spPr>
          <a:xfrm>
            <a:off x="475247" y="5765028"/>
            <a:ext cx="11153274" cy="105086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i="1" dirty="0"/>
              <a:t>Figure 1</a:t>
            </a:r>
            <a:r>
              <a:rPr lang="en-US" sz="2000" dirty="0"/>
              <a:t>: NMDS ordination plot of net tows with overlaid vectors and ellipses. Points and polygons are colored by cluster to visualize the unconstrained variation in assemblage composition. Overlaid vectors and ellipses visualize correlation between clusters and spatiotemporal covariates in ordination space.</a:t>
            </a:r>
            <a:endParaRPr lang="en-US" sz="2000" i="1" dirty="0"/>
          </a:p>
        </p:txBody>
      </p:sp>
    </p:spTree>
    <p:extLst>
      <p:ext uri="{BB962C8B-B14F-4D97-AF65-F5344CB8AC3E}">
        <p14:creationId xmlns:p14="http://schemas.microsoft.com/office/powerpoint/2010/main" val="42340932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3E57D-24B7-CD49-7C60-E99710550EE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01BA8A-1EBD-17A7-97C8-3787D27604A8}"/>
              </a:ext>
            </a:extLst>
          </p:cNvPr>
          <p:cNvSpPr>
            <a:spLocks noGrp="1"/>
          </p:cNvSpPr>
          <p:nvPr>
            <p:ph type="title"/>
          </p:nvPr>
        </p:nvSpPr>
        <p:spPr>
          <a:xfrm>
            <a:off x="475247" y="5765028"/>
            <a:ext cx="11153274" cy="1050861"/>
          </a:xfrm>
        </p:spPr>
        <p:txBody>
          <a:bodyPr>
            <a:noAutofit/>
          </a:bodyPr>
          <a:lstStyle/>
          <a:p>
            <a:r>
              <a:rPr lang="en-US" sz="2000" i="1" dirty="0"/>
              <a:t>Figure 2</a:t>
            </a:r>
            <a:r>
              <a:rPr lang="en-US" sz="2000" dirty="0"/>
              <a:t>: NMDS ordination plot of net tows from the four largest clusters (1, 2, 4, and 6, previously) with overlaid vectors and ellipses. Points and polygons are colored by cluster to visualize the unconstrained variation in assemblage composition. Overlaid vectors and ellipses visualize correlation between clusters and spatiotemporal covariates in ordination space.</a:t>
            </a:r>
            <a:endParaRPr lang="en-US" sz="2000" i="1" dirty="0"/>
          </a:p>
        </p:txBody>
      </p:sp>
      <p:pic>
        <p:nvPicPr>
          <p:cNvPr id="3" name="Picture 2">
            <a:extLst>
              <a:ext uri="{FF2B5EF4-FFF2-40B4-BE49-F238E27FC236}">
                <a16:creationId xmlns:a16="http://schemas.microsoft.com/office/drawing/2014/main" id="{75FCD20C-6DBD-D15A-A88B-18AAB7953FA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0480" y="0"/>
            <a:ext cx="8071039" cy="5765027"/>
          </a:xfrm>
          <a:prstGeom prst="rect">
            <a:avLst/>
          </a:prstGeom>
        </p:spPr>
      </p:pic>
    </p:spTree>
    <p:extLst>
      <p:ext uri="{BB962C8B-B14F-4D97-AF65-F5344CB8AC3E}">
        <p14:creationId xmlns:p14="http://schemas.microsoft.com/office/powerpoint/2010/main" val="16278719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22ABA-C215-5271-A2A3-045BC7A1628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D71206-5DEB-59B9-58B9-E3E8535388C6}"/>
              </a:ext>
            </a:extLst>
          </p:cNvPr>
          <p:cNvSpPr>
            <a:spLocks noGrp="1"/>
          </p:cNvSpPr>
          <p:nvPr>
            <p:ph type="title"/>
          </p:nvPr>
        </p:nvSpPr>
        <p:spPr/>
        <p:txBody>
          <a:bodyPr/>
          <a:lstStyle/>
          <a:p>
            <a:r>
              <a:rPr lang="en-US" dirty="0"/>
              <a:t>Objective 2</a:t>
            </a:r>
          </a:p>
        </p:txBody>
      </p:sp>
      <p:sp>
        <p:nvSpPr>
          <p:cNvPr id="5" name="Text Placeholder 4">
            <a:extLst>
              <a:ext uri="{FF2B5EF4-FFF2-40B4-BE49-F238E27FC236}">
                <a16:creationId xmlns:a16="http://schemas.microsoft.com/office/drawing/2014/main" id="{6D82CA60-3EAB-EE79-1D86-2021B3B5417A}"/>
              </a:ext>
            </a:extLst>
          </p:cNvPr>
          <p:cNvSpPr>
            <a:spLocks noGrp="1"/>
          </p:cNvSpPr>
          <p:nvPr>
            <p:ph type="body" idx="1"/>
          </p:nvPr>
        </p:nvSpPr>
        <p:spPr/>
        <p:txBody>
          <a:bodyPr/>
          <a:lstStyle/>
          <a:p>
            <a:r>
              <a:rPr lang="en-US" dirty="0"/>
              <a:t>Quantify the effects of spatiotemporal and environmental variables on assemblage composition</a:t>
            </a:r>
          </a:p>
          <a:p>
            <a:endParaRPr lang="en-US" dirty="0"/>
          </a:p>
        </p:txBody>
      </p:sp>
    </p:spTree>
    <p:extLst>
      <p:ext uri="{BB962C8B-B14F-4D97-AF65-F5344CB8AC3E}">
        <p14:creationId xmlns:p14="http://schemas.microsoft.com/office/powerpoint/2010/main" val="40105634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0F828-63B0-C71F-1C4F-14702D50C1F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B943673-FBCC-BD2E-3210-0E8A8E181104}"/>
              </a:ext>
            </a:extLst>
          </p:cNvPr>
          <p:cNvSpPr>
            <a:spLocks noGrp="1"/>
          </p:cNvSpPr>
          <p:nvPr>
            <p:ph type="title"/>
          </p:nvPr>
        </p:nvSpPr>
        <p:spPr>
          <a:xfrm>
            <a:off x="475247" y="5765028"/>
            <a:ext cx="11153274" cy="1050861"/>
          </a:xfrm>
        </p:spPr>
        <p:txBody>
          <a:bodyPr>
            <a:noAutofit/>
          </a:bodyPr>
          <a:lstStyle/>
          <a:p>
            <a:r>
              <a:rPr lang="en-US" sz="2000" i="1" dirty="0"/>
              <a:t>Figure 3</a:t>
            </a:r>
            <a:r>
              <a:rPr lang="en-US" sz="2000" dirty="0"/>
              <a:t>: …</a:t>
            </a:r>
            <a:endParaRPr lang="en-US" sz="2000" i="1" dirty="0"/>
          </a:p>
        </p:txBody>
      </p:sp>
      <p:pic>
        <p:nvPicPr>
          <p:cNvPr id="5" name="Picture 4">
            <a:extLst>
              <a:ext uri="{FF2B5EF4-FFF2-40B4-BE49-F238E27FC236}">
                <a16:creationId xmlns:a16="http://schemas.microsoft.com/office/drawing/2014/main" id="{20EACEAD-1A98-A3B0-0E0B-AB61012716B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22763" y="0"/>
            <a:ext cx="8146473" cy="5818908"/>
          </a:xfrm>
          <a:prstGeom prst="rect">
            <a:avLst/>
          </a:prstGeom>
        </p:spPr>
      </p:pic>
    </p:spTree>
    <p:extLst>
      <p:ext uri="{BB962C8B-B14F-4D97-AF65-F5344CB8AC3E}">
        <p14:creationId xmlns:p14="http://schemas.microsoft.com/office/powerpoint/2010/main" val="39129620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349FA-1BF6-4D0B-D7FC-28D244C420F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939E1F-BBCD-EA2D-6279-17496494CB8D}"/>
              </a:ext>
            </a:extLst>
          </p:cNvPr>
          <p:cNvSpPr>
            <a:spLocks noGrp="1"/>
          </p:cNvSpPr>
          <p:nvPr>
            <p:ph type="title"/>
          </p:nvPr>
        </p:nvSpPr>
        <p:spPr>
          <a:xfrm>
            <a:off x="475247" y="5765028"/>
            <a:ext cx="11153274" cy="1050861"/>
          </a:xfrm>
        </p:spPr>
        <p:txBody>
          <a:bodyPr>
            <a:noAutofit/>
          </a:bodyPr>
          <a:lstStyle/>
          <a:p>
            <a:r>
              <a:rPr lang="en-US" sz="2000" i="1" dirty="0"/>
              <a:t>(alternative?) Figure 3</a:t>
            </a:r>
            <a:r>
              <a:rPr lang="en-US" sz="2000" dirty="0"/>
              <a:t>: …</a:t>
            </a:r>
            <a:endParaRPr lang="en-US" sz="2000" i="1" dirty="0"/>
          </a:p>
        </p:txBody>
      </p:sp>
      <p:pic>
        <p:nvPicPr>
          <p:cNvPr id="5" name="Picture 4">
            <a:extLst>
              <a:ext uri="{FF2B5EF4-FFF2-40B4-BE49-F238E27FC236}">
                <a16:creationId xmlns:a16="http://schemas.microsoft.com/office/drawing/2014/main" id="{CAD61DE3-8194-9DF9-E680-871735C9723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22763" y="0"/>
            <a:ext cx="8146473" cy="5818908"/>
          </a:xfrm>
          <a:prstGeom prst="rect">
            <a:avLst/>
          </a:prstGeom>
        </p:spPr>
      </p:pic>
    </p:spTree>
    <p:extLst>
      <p:ext uri="{BB962C8B-B14F-4D97-AF65-F5344CB8AC3E}">
        <p14:creationId xmlns:p14="http://schemas.microsoft.com/office/powerpoint/2010/main" val="19916551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A26DD-F1D0-9B07-C1B3-8A0FA2A40C3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50304E-E4A7-EF2C-3D5C-CB8F9AA1E942}"/>
              </a:ext>
            </a:extLst>
          </p:cNvPr>
          <p:cNvSpPr>
            <a:spLocks noGrp="1"/>
          </p:cNvSpPr>
          <p:nvPr>
            <p:ph type="title"/>
          </p:nvPr>
        </p:nvSpPr>
        <p:spPr/>
        <p:txBody>
          <a:bodyPr/>
          <a:lstStyle/>
          <a:p>
            <a:r>
              <a:rPr lang="en-US" dirty="0"/>
              <a:t>Objective 3</a:t>
            </a:r>
          </a:p>
        </p:txBody>
      </p:sp>
      <p:sp>
        <p:nvSpPr>
          <p:cNvPr id="5" name="Text Placeholder 4">
            <a:extLst>
              <a:ext uri="{FF2B5EF4-FFF2-40B4-BE49-F238E27FC236}">
                <a16:creationId xmlns:a16="http://schemas.microsoft.com/office/drawing/2014/main" id="{96598701-C0E7-8830-851B-70B89A3BCD13}"/>
              </a:ext>
            </a:extLst>
          </p:cNvPr>
          <p:cNvSpPr>
            <a:spLocks noGrp="1"/>
          </p:cNvSpPr>
          <p:nvPr>
            <p:ph type="body" idx="1"/>
          </p:nvPr>
        </p:nvSpPr>
        <p:spPr/>
        <p:txBody>
          <a:bodyPr/>
          <a:lstStyle/>
          <a:p>
            <a:r>
              <a:rPr lang="en-US" dirty="0"/>
              <a:t>Assess how vertical position of larvae differs between day and night</a:t>
            </a:r>
          </a:p>
          <a:p>
            <a:endParaRPr lang="en-US" dirty="0"/>
          </a:p>
        </p:txBody>
      </p:sp>
    </p:spTree>
    <p:extLst>
      <p:ext uri="{BB962C8B-B14F-4D97-AF65-F5344CB8AC3E}">
        <p14:creationId xmlns:p14="http://schemas.microsoft.com/office/powerpoint/2010/main" val="28271547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05A6-F562-8081-A5D4-3336D2C255E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C4D8E2F-F80D-D189-0F43-62C72AA3358E}"/>
              </a:ext>
            </a:extLst>
          </p:cNvPr>
          <p:cNvSpPr>
            <a:spLocks noGrp="1"/>
          </p:cNvSpPr>
          <p:nvPr>
            <p:ph type="title"/>
          </p:nvPr>
        </p:nvSpPr>
        <p:spPr>
          <a:xfrm>
            <a:off x="475247" y="5765028"/>
            <a:ext cx="11153274" cy="1050861"/>
          </a:xfrm>
        </p:spPr>
        <p:txBody>
          <a:bodyPr>
            <a:noAutofit/>
          </a:bodyPr>
          <a:lstStyle/>
          <a:p>
            <a:r>
              <a:rPr lang="en-US" sz="2000" i="1"/>
              <a:t>Figure 8</a:t>
            </a:r>
            <a:r>
              <a:rPr lang="en-US" sz="2000"/>
              <a:t>: </a:t>
            </a:r>
            <a:r>
              <a:rPr lang="en-US" sz="2000" dirty="0"/>
              <a:t>…</a:t>
            </a:r>
            <a:endParaRPr lang="en-US" sz="2000" i="1" dirty="0"/>
          </a:p>
        </p:txBody>
      </p:sp>
      <p:pic>
        <p:nvPicPr>
          <p:cNvPr id="5" name="Picture 4">
            <a:extLst>
              <a:ext uri="{FF2B5EF4-FFF2-40B4-BE49-F238E27FC236}">
                <a16:creationId xmlns:a16="http://schemas.microsoft.com/office/drawing/2014/main" id="{286623E9-72C2-0189-F750-364765262E3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43580" y="0"/>
            <a:ext cx="9608382" cy="5765028"/>
          </a:xfrm>
          <a:prstGeom prst="rect">
            <a:avLst/>
          </a:prstGeom>
        </p:spPr>
      </p:pic>
    </p:spTree>
    <p:extLst>
      <p:ext uri="{BB962C8B-B14F-4D97-AF65-F5344CB8AC3E}">
        <p14:creationId xmlns:p14="http://schemas.microsoft.com/office/powerpoint/2010/main" val="32962965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F91CF-6E38-6C15-DA88-4A857E8409B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1156D1B-BC5F-42E4-610E-A9729A332E17}"/>
              </a:ext>
            </a:extLst>
          </p:cNvPr>
          <p:cNvSpPr>
            <a:spLocks noGrp="1"/>
          </p:cNvSpPr>
          <p:nvPr>
            <p:ph type="title"/>
          </p:nvPr>
        </p:nvSpPr>
        <p:spPr>
          <a:xfrm>
            <a:off x="838200" y="0"/>
            <a:ext cx="10515600" cy="759339"/>
          </a:xfrm>
        </p:spPr>
        <p:txBody>
          <a:bodyPr>
            <a:noAutofit/>
          </a:bodyPr>
          <a:lstStyle/>
          <a:p>
            <a:r>
              <a:rPr lang="en-US" sz="2000" i="1" dirty="0"/>
              <a:t>Table 1</a:t>
            </a:r>
            <a:r>
              <a:rPr lang="en-US" sz="2000" dirty="0"/>
              <a:t>: Single-taxa models w/ p-values for parameters…</a:t>
            </a:r>
            <a:endParaRPr lang="en-US" sz="2000" i="1" dirty="0"/>
          </a:p>
        </p:txBody>
      </p:sp>
      <p:graphicFrame>
        <p:nvGraphicFramePr>
          <p:cNvPr id="3" name="Table 2">
            <a:extLst>
              <a:ext uri="{FF2B5EF4-FFF2-40B4-BE49-F238E27FC236}">
                <a16:creationId xmlns:a16="http://schemas.microsoft.com/office/drawing/2014/main" id="{0124561C-6D0B-9189-E98A-CC57F9DCE616}"/>
              </a:ext>
            </a:extLst>
          </p:cNvPr>
          <p:cNvGraphicFramePr>
            <a:graphicFrameLocks noGrp="1"/>
          </p:cNvGraphicFramePr>
          <p:nvPr>
            <p:extLst>
              <p:ext uri="{D42A27DB-BD31-4B8C-83A1-F6EECF244321}">
                <p14:modId xmlns:p14="http://schemas.microsoft.com/office/powerpoint/2010/main" val="1440289865"/>
              </p:ext>
            </p:extLst>
          </p:nvPr>
        </p:nvGraphicFramePr>
        <p:xfrm>
          <a:off x="1197804" y="680270"/>
          <a:ext cx="4717716" cy="3017520"/>
        </p:xfrm>
        <a:graphic>
          <a:graphicData uri="http://schemas.openxmlformats.org/drawingml/2006/table">
            <a:tbl>
              <a:tblPr firstRow="1" bandRow="1">
                <a:tableStyleId>{5940675A-B579-460E-94D1-54222C63F5DA}</a:tableStyleId>
              </a:tblPr>
              <a:tblGrid>
                <a:gridCol w="3245310">
                  <a:extLst>
                    <a:ext uri="{9D8B030D-6E8A-4147-A177-3AD203B41FA5}">
                      <a16:colId xmlns:a16="http://schemas.microsoft.com/office/drawing/2014/main" val="636447667"/>
                    </a:ext>
                  </a:extLst>
                </a:gridCol>
                <a:gridCol w="1472406">
                  <a:extLst>
                    <a:ext uri="{9D8B030D-6E8A-4147-A177-3AD203B41FA5}">
                      <a16:colId xmlns:a16="http://schemas.microsoft.com/office/drawing/2014/main" val="1250358145"/>
                    </a:ext>
                  </a:extLst>
                </a:gridCol>
              </a:tblGrid>
              <a:tr h="197132">
                <a:tc gridSpan="2">
                  <a:txBody>
                    <a:bodyPr/>
                    <a:lstStyle/>
                    <a:p>
                      <a:pPr algn="ctr"/>
                      <a:r>
                        <a:rPr lang="en-US" sz="1200" b="1" i="1" dirty="0"/>
                        <a:t>Sebastes</a:t>
                      </a:r>
                      <a:r>
                        <a:rPr lang="en-US" sz="1200" b="1" i="0" dirty="0"/>
                        <a:t> spp.</a:t>
                      </a:r>
                      <a:endParaRPr lang="en-US" sz="1200" b="1" i="1" dirty="0"/>
                    </a:p>
                  </a:txBody>
                  <a:tcPr/>
                </a:tc>
                <a:tc hMerge="1">
                  <a:txBody>
                    <a:bodyPr/>
                    <a:lstStyle/>
                    <a:p>
                      <a:endParaRPr lang="en-US" dirty="0"/>
                    </a:p>
                  </a:txBody>
                  <a:tcPr/>
                </a:tc>
                <a:extLst>
                  <a:ext uri="{0D108BD9-81ED-4DB2-BD59-A6C34878D82A}">
                    <a16:rowId xmlns:a16="http://schemas.microsoft.com/office/drawing/2014/main" val="511090153"/>
                  </a:ext>
                </a:extLst>
              </a:tr>
              <a:tr h="197132">
                <a:tc>
                  <a:txBody>
                    <a:bodyPr/>
                    <a:lstStyle/>
                    <a:p>
                      <a:r>
                        <a:rPr lang="en-US" sz="1200" b="1" dirty="0"/>
                        <a:t>Parameter</a:t>
                      </a:r>
                    </a:p>
                  </a:txBody>
                  <a:tcPr/>
                </a:tc>
                <a:tc>
                  <a:txBody>
                    <a:bodyPr/>
                    <a:lstStyle/>
                    <a:p>
                      <a:r>
                        <a:rPr lang="en-US" sz="1200" b="1" dirty="0"/>
                        <a:t>p-value</a:t>
                      </a:r>
                    </a:p>
                  </a:txBody>
                  <a:tcPr/>
                </a:tc>
                <a:extLst>
                  <a:ext uri="{0D108BD9-81ED-4DB2-BD59-A6C34878D82A}">
                    <a16:rowId xmlns:a16="http://schemas.microsoft.com/office/drawing/2014/main" val="812017229"/>
                  </a:ext>
                </a:extLst>
              </a:tr>
              <a:tr h="197132">
                <a:tc>
                  <a:txBody>
                    <a:bodyPr/>
                    <a:lstStyle/>
                    <a:p>
                      <a:r>
                        <a:rPr lang="en-US" sz="1200" dirty="0"/>
                        <a:t>Intercept </a:t>
                      </a:r>
                    </a:p>
                  </a:txBody>
                  <a:tcPr/>
                </a:tc>
                <a:tc>
                  <a:txBody>
                    <a:bodyPr/>
                    <a:lstStyle/>
                    <a:p>
                      <a:r>
                        <a:rPr lang="en-US" sz="1200" dirty="0"/>
                        <a:t>&lt; 2e-16 ***</a:t>
                      </a:r>
                    </a:p>
                  </a:txBody>
                  <a:tcPr/>
                </a:tc>
                <a:extLst>
                  <a:ext uri="{0D108BD9-81ED-4DB2-BD59-A6C34878D82A}">
                    <a16:rowId xmlns:a16="http://schemas.microsoft.com/office/drawing/2014/main" val="439528258"/>
                  </a:ext>
                </a:extLst>
              </a:tr>
              <a:tr h="197132">
                <a:tc>
                  <a:txBody>
                    <a:bodyPr/>
                    <a:lstStyle/>
                    <a:p>
                      <a:r>
                        <a:rPr lang="en-US" sz="1200" dirty="0"/>
                        <a:t>Time of day (night)</a:t>
                      </a:r>
                    </a:p>
                  </a:txBody>
                  <a:tcPr/>
                </a:tc>
                <a:tc>
                  <a:txBody>
                    <a:bodyPr/>
                    <a:lstStyle/>
                    <a:p>
                      <a:r>
                        <a:rPr lang="en-US" sz="1200" dirty="0"/>
                        <a:t>0.7839</a:t>
                      </a:r>
                    </a:p>
                  </a:txBody>
                  <a:tcPr/>
                </a:tc>
                <a:extLst>
                  <a:ext uri="{0D108BD9-81ED-4DB2-BD59-A6C34878D82A}">
                    <a16:rowId xmlns:a16="http://schemas.microsoft.com/office/drawing/2014/main" val="3646842385"/>
                  </a:ext>
                </a:extLst>
              </a:tr>
              <a:tr h="197132">
                <a:tc>
                  <a:txBody>
                    <a:bodyPr/>
                    <a:lstStyle/>
                    <a:p>
                      <a:r>
                        <a:rPr lang="en-US" sz="1200" dirty="0"/>
                        <a:t>Mean depth (m)</a:t>
                      </a:r>
                    </a:p>
                  </a:txBody>
                  <a:tcPr/>
                </a:tc>
                <a:tc>
                  <a:txBody>
                    <a:bodyPr/>
                    <a:lstStyle/>
                    <a:p>
                      <a:r>
                        <a:rPr lang="en-US" sz="1200" dirty="0"/>
                        <a:t>0.3189</a:t>
                      </a:r>
                    </a:p>
                  </a:txBody>
                  <a:tcPr/>
                </a:tc>
                <a:extLst>
                  <a:ext uri="{0D108BD9-81ED-4DB2-BD59-A6C34878D82A}">
                    <a16:rowId xmlns:a16="http://schemas.microsoft.com/office/drawing/2014/main" val="456500343"/>
                  </a:ext>
                </a:extLst>
              </a:tr>
              <a:tr h="197132">
                <a:tc>
                  <a:txBody>
                    <a:bodyPr/>
                    <a:lstStyle/>
                    <a:p>
                      <a:r>
                        <a:rPr lang="en-US" sz="1200" dirty="0"/>
                        <a:t>Seafloor depth (m)</a:t>
                      </a:r>
                    </a:p>
                  </a:txBody>
                  <a:tcPr/>
                </a:tc>
                <a:tc>
                  <a:txBody>
                    <a:bodyPr/>
                    <a:lstStyle/>
                    <a:p>
                      <a:r>
                        <a:rPr lang="en-US" sz="1200" dirty="0"/>
                        <a:t>0.1719</a:t>
                      </a:r>
                    </a:p>
                  </a:txBody>
                  <a:tcPr/>
                </a:tc>
                <a:extLst>
                  <a:ext uri="{0D108BD9-81ED-4DB2-BD59-A6C34878D82A}">
                    <a16:rowId xmlns:a16="http://schemas.microsoft.com/office/drawing/2014/main" val="1809614156"/>
                  </a:ext>
                </a:extLst>
              </a:tr>
              <a:tr h="197132">
                <a:tc>
                  <a:txBody>
                    <a:bodyPr/>
                    <a:lstStyle/>
                    <a:p>
                      <a:r>
                        <a:rPr lang="en-US" sz="1200" dirty="0"/>
                        <a:t>Mean temperature (C)</a:t>
                      </a:r>
                    </a:p>
                  </a:txBody>
                  <a:tcPr/>
                </a:tc>
                <a:tc>
                  <a:txBody>
                    <a:bodyPr/>
                    <a:lstStyle/>
                    <a:p>
                      <a:r>
                        <a:rPr lang="en-US" sz="1200" dirty="0"/>
                        <a:t>6.50e-11 ***</a:t>
                      </a:r>
                    </a:p>
                  </a:txBody>
                  <a:tcPr/>
                </a:tc>
                <a:extLst>
                  <a:ext uri="{0D108BD9-81ED-4DB2-BD59-A6C34878D82A}">
                    <a16:rowId xmlns:a16="http://schemas.microsoft.com/office/drawing/2014/main" val="251478497"/>
                  </a:ext>
                </a:extLst>
              </a:tr>
              <a:tr h="197132">
                <a:tc>
                  <a:txBody>
                    <a:bodyPr/>
                    <a:lstStyle/>
                    <a:p>
                      <a:r>
                        <a:rPr lang="en-US" sz="1200" dirty="0"/>
                        <a:t>Mean salinity</a:t>
                      </a:r>
                    </a:p>
                  </a:txBody>
                  <a:tcPr/>
                </a:tc>
                <a:tc>
                  <a:txBody>
                    <a:bodyPr/>
                    <a:lstStyle/>
                    <a:p>
                      <a:r>
                        <a:rPr lang="en-US" sz="1200" dirty="0"/>
                        <a:t>0.00499 **</a:t>
                      </a:r>
                    </a:p>
                  </a:txBody>
                  <a:tcPr/>
                </a:tc>
                <a:extLst>
                  <a:ext uri="{0D108BD9-81ED-4DB2-BD59-A6C34878D82A}">
                    <a16:rowId xmlns:a16="http://schemas.microsoft.com/office/drawing/2014/main" val="2298504566"/>
                  </a:ext>
                </a:extLst>
              </a:tr>
              <a:tr h="197132">
                <a:tc>
                  <a:txBody>
                    <a:bodyPr/>
                    <a:lstStyle/>
                    <a:p>
                      <a:r>
                        <a:rPr lang="en-US" sz="1200" dirty="0"/>
                        <a:t>DO</a:t>
                      </a:r>
                    </a:p>
                  </a:txBody>
                  <a:tcPr/>
                </a:tc>
                <a:tc>
                  <a:txBody>
                    <a:bodyPr/>
                    <a:lstStyle/>
                    <a:p>
                      <a:r>
                        <a:rPr lang="en-US" sz="1200" dirty="0"/>
                        <a:t>4.47e-06 ***</a:t>
                      </a:r>
                    </a:p>
                  </a:txBody>
                  <a:tcPr/>
                </a:tc>
                <a:extLst>
                  <a:ext uri="{0D108BD9-81ED-4DB2-BD59-A6C34878D82A}">
                    <a16:rowId xmlns:a16="http://schemas.microsoft.com/office/drawing/2014/main" val="508133289"/>
                  </a:ext>
                </a:extLst>
              </a:tr>
              <a:tr h="197132">
                <a:tc>
                  <a:txBody>
                    <a:bodyPr/>
                    <a:lstStyle/>
                    <a:p>
                      <a:r>
                        <a:rPr lang="en-US" sz="1200" dirty="0"/>
                        <a:t>Mean productivity (chlorophyll)</a:t>
                      </a:r>
                    </a:p>
                  </a:txBody>
                  <a:tcPr/>
                </a:tc>
                <a:tc>
                  <a:txBody>
                    <a:bodyPr/>
                    <a:lstStyle/>
                    <a:p>
                      <a:r>
                        <a:rPr lang="en-US" sz="1200" dirty="0"/>
                        <a:t>0.0640</a:t>
                      </a:r>
                    </a:p>
                  </a:txBody>
                  <a:tcPr/>
                </a:tc>
                <a:extLst>
                  <a:ext uri="{0D108BD9-81ED-4DB2-BD59-A6C34878D82A}">
                    <a16:rowId xmlns:a16="http://schemas.microsoft.com/office/drawing/2014/main" val="2967491688"/>
                  </a:ext>
                </a:extLst>
              </a:tr>
              <a:tr h="197132">
                <a:tc>
                  <a:txBody>
                    <a:bodyPr/>
                    <a:lstStyle/>
                    <a:p>
                      <a:r>
                        <a:rPr lang="en-US" sz="1200" dirty="0"/>
                        <a:t>Time of day (night):mean depth</a:t>
                      </a:r>
                    </a:p>
                  </a:txBody>
                  <a:tcPr/>
                </a:tc>
                <a:tc>
                  <a:txBody>
                    <a:bodyPr/>
                    <a:lstStyle/>
                    <a:p>
                      <a:r>
                        <a:rPr lang="en-US" sz="1200" dirty="0"/>
                        <a:t>0.6541</a:t>
                      </a:r>
                    </a:p>
                  </a:txBody>
                  <a:tcPr/>
                </a:tc>
                <a:extLst>
                  <a:ext uri="{0D108BD9-81ED-4DB2-BD59-A6C34878D82A}">
                    <a16:rowId xmlns:a16="http://schemas.microsoft.com/office/drawing/2014/main" val="3078207482"/>
                  </a:ext>
                </a:extLst>
              </a:tr>
            </a:tbl>
          </a:graphicData>
        </a:graphic>
      </p:graphicFrame>
      <p:graphicFrame>
        <p:nvGraphicFramePr>
          <p:cNvPr id="6" name="Table 5">
            <a:extLst>
              <a:ext uri="{FF2B5EF4-FFF2-40B4-BE49-F238E27FC236}">
                <a16:creationId xmlns:a16="http://schemas.microsoft.com/office/drawing/2014/main" id="{AA4F880B-067C-903E-58F4-C8F68692B98D}"/>
              </a:ext>
            </a:extLst>
          </p:cNvPr>
          <p:cNvGraphicFramePr>
            <a:graphicFrameLocks noGrp="1"/>
          </p:cNvGraphicFramePr>
          <p:nvPr>
            <p:extLst>
              <p:ext uri="{D42A27DB-BD31-4B8C-83A1-F6EECF244321}">
                <p14:modId xmlns:p14="http://schemas.microsoft.com/office/powerpoint/2010/main" val="972401497"/>
              </p:ext>
            </p:extLst>
          </p:nvPr>
        </p:nvGraphicFramePr>
        <p:xfrm>
          <a:off x="1191788" y="3836871"/>
          <a:ext cx="4717716" cy="3017520"/>
        </p:xfrm>
        <a:graphic>
          <a:graphicData uri="http://schemas.openxmlformats.org/drawingml/2006/table">
            <a:tbl>
              <a:tblPr firstRow="1" bandRow="1">
                <a:tableStyleId>{5940675A-B579-460E-94D1-54222C63F5DA}</a:tableStyleId>
              </a:tblPr>
              <a:tblGrid>
                <a:gridCol w="3245310">
                  <a:extLst>
                    <a:ext uri="{9D8B030D-6E8A-4147-A177-3AD203B41FA5}">
                      <a16:colId xmlns:a16="http://schemas.microsoft.com/office/drawing/2014/main" val="636447667"/>
                    </a:ext>
                  </a:extLst>
                </a:gridCol>
                <a:gridCol w="1472406">
                  <a:extLst>
                    <a:ext uri="{9D8B030D-6E8A-4147-A177-3AD203B41FA5}">
                      <a16:colId xmlns:a16="http://schemas.microsoft.com/office/drawing/2014/main" val="1250358145"/>
                    </a:ext>
                  </a:extLst>
                </a:gridCol>
              </a:tblGrid>
              <a:tr h="197132">
                <a:tc gridSpan="2">
                  <a:txBody>
                    <a:bodyPr/>
                    <a:lstStyle/>
                    <a:p>
                      <a:pPr algn="ctr"/>
                      <a:r>
                        <a:rPr lang="en-US" sz="1200" b="1" i="1" dirty="0" err="1"/>
                        <a:t>Parophrys</a:t>
                      </a:r>
                      <a:r>
                        <a:rPr lang="en-US" sz="1200" b="1" i="1" dirty="0"/>
                        <a:t> </a:t>
                      </a:r>
                      <a:r>
                        <a:rPr lang="en-US" sz="1200" b="1" i="1" dirty="0" err="1"/>
                        <a:t>vetulus</a:t>
                      </a:r>
                      <a:endParaRPr lang="en-US" sz="1200" b="1" i="1" dirty="0"/>
                    </a:p>
                  </a:txBody>
                  <a:tcPr/>
                </a:tc>
                <a:tc hMerge="1">
                  <a:txBody>
                    <a:bodyPr/>
                    <a:lstStyle/>
                    <a:p>
                      <a:endParaRPr lang="en-US" dirty="0"/>
                    </a:p>
                  </a:txBody>
                  <a:tcPr/>
                </a:tc>
                <a:extLst>
                  <a:ext uri="{0D108BD9-81ED-4DB2-BD59-A6C34878D82A}">
                    <a16:rowId xmlns:a16="http://schemas.microsoft.com/office/drawing/2014/main" val="511090153"/>
                  </a:ext>
                </a:extLst>
              </a:tr>
              <a:tr h="197132">
                <a:tc>
                  <a:txBody>
                    <a:bodyPr/>
                    <a:lstStyle/>
                    <a:p>
                      <a:r>
                        <a:rPr lang="en-US" sz="1200" b="1" dirty="0"/>
                        <a:t>Parameter</a:t>
                      </a:r>
                    </a:p>
                  </a:txBody>
                  <a:tcPr/>
                </a:tc>
                <a:tc>
                  <a:txBody>
                    <a:bodyPr/>
                    <a:lstStyle/>
                    <a:p>
                      <a:r>
                        <a:rPr lang="en-US" sz="1200" b="1" dirty="0"/>
                        <a:t>p-value</a:t>
                      </a:r>
                    </a:p>
                  </a:txBody>
                  <a:tcPr/>
                </a:tc>
                <a:extLst>
                  <a:ext uri="{0D108BD9-81ED-4DB2-BD59-A6C34878D82A}">
                    <a16:rowId xmlns:a16="http://schemas.microsoft.com/office/drawing/2014/main" val="812017229"/>
                  </a:ext>
                </a:extLst>
              </a:tr>
              <a:tr h="197132">
                <a:tc>
                  <a:txBody>
                    <a:bodyPr/>
                    <a:lstStyle/>
                    <a:p>
                      <a:r>
                        <a:rPr lang="en-US" sz="1200" dirty="0"/>
                        <a:t>Intercept </a:t>
                      </a:r>
                    </a:p>
                  </a:txBody>
                  <a:tcPr/>
                </a:tc>
                <a:tc>
                  <a:txBody>
                    <a:bodyPr/>
                    <a:lstStyle/>
                    <a:p>
                      <a:r>
                        <a:rPr lang="en-US" sz="1200" dirty="0"/>
                        <a:t>&lt; 2e-16 ***</a:t>
                      </a:r>
                    </a:p>
                  </a:txBody>
                  <a:tcPr/>
                </a:tc>
                <a:extLst>
                  <a:ext uri="{0D108BD9-81ED-4DB2-BD59-A6C34878D82A}">
                    <a16:rowId xmlns:a16="http://schemas.microsoft.com/office/drawing/2014/main" val="439528258"/>
                  </a:ext>
                </a:extLst>
              </a:tr>
              <a:tr h="197132">
                <a:tc>
                  <a:txBody>
                    <a:bodyPr/>
                    <a:lstStyle/>
                    <a:p>
                      <a:r>
                        <a:rPr lang="en-US" sz="1200" dirty="0"/>
                        <a:t>Time of day (night)</a:t>
                      </a:r>
                    </a:p>
                  </a:txBody>
                  <a:tcPr/>
                </a:tc>
                <a:tc>
                  <a:txBody>
                    <a:bodyPr/>
                    <a:lstStyle/>
                    <a:p>
                      <a:r>
                        <a:rPr lang="en-US" sz="1200" dirty="0"/>
                        <a:t>4.52e-10 ***</a:t>
                      </a:r>
                    </a:p>
                  </a:txBody>
                  <a:tcPr/>
                </a:tc>
                <a:extLst>
                  <a:ext uri="{0D108BD9-81ED-4DB2-BD59-A6C34878D82A}">
                    <a16:rowId xmlns:a16="http://schemas.microsoft.com/office/drawing/2014/main" val="3646842385"/>
                  </a:ext>
                </a:extLst>
              </a:tr>
              <a:tr h="197132">
                <a:tc>
                  <a:txBody>
                    <a:bodyPr/>
                    <a:lstStyle/>
                    <a:p>
                      <a:r>
                        <a:rPr lang="en-US" sz="1200" dirty="0"/>
                        <a:t>Mean depth (m)</a:t>
                      </a:r>
                    </a:p>
                  </a:txBody>
                  <a:tcPr/>
                </a:tc>
                <a:tc>
                  <a:txBody>
                    <a:bodyPr/>
                    <a:lstStyle/>
                    <a:p>
                      <a:r>
                        <a:rPr lang="en-US" sz="1200" dirty="0"/>
                        <a:t>7.74e-08 ***</a:t>
                      </a:r>
                    </a:p>
                  </a:txBody>
                  <a:tcPr/>
                </a:tc>
                <a:extLst>
                  <a:ext uri="{0D108BD9-81ED-4DB2-BD59-A6C34878D82A}">
                    <a16:rowId xmlns:a16="http://schemas.microsoft.com/office/drawing/2014/main" val="456500343"/>
                  </a:ext>
                </a:extLst>
              </a:tr>
              <a:tr h="197132">
                <a:tc>
                  <a:txBody>
                    <a:bodyPr/>
                    <a:lstStyle/>
                    <a:p>
                      <a:r>
                        <a:rPr lang="en-US" sz="1200" dirty="0"/>
                        <a:t>Seafloor depth (m)</a:t>
                      </a:r>
                    </a:p>
                  </a:txBody>
                  <a:tcPr/>
                </a:tc>
                <a:tc>
                  <a:txBody>
                    <a:bodyPr/>
                    <a:lstStyle/>
                    <a:p>
                      <a:r>
                        <a:rPr lang="en-US" sz="1200" dirty="0"/>
                        <a:t>8.59e-12 ***</a:t>
                      </a:r>
                    </a:p>
                  </a:txBody>
                  <a:tcPr/>
                </a:tc>
                <a:extLst>
                  <a:ext uri="{0D108BD9-81ED-4DB2-BD59-A6C34878D82A}">
                    <a16:rowId xmlns:a16="http://schemas.microsoft.com/office/drawing/2014/main" val="1809614156"/>
                  </a:ext>
                </a:extLst>
              </a:tr>
              <a:tr h="197132">
                <a:tc>
                  <a:txBody>
                    <a:bodyPr/>
                    <a:lstStyle/>
                    <a:p>
                      <a:r>
                        <a:rPr lang="en-US" sz="1200" dirty="0"/>
                        <a:t>Mean temperature (C)</a:t>
                      </a:r>
                    </a:p>
                  </a:txBody>
                  <a:tcPr/>
                </a:tc>
                <a:tc>
                  <a:txBody>
                    <a:bodyPr/>
                    <a:lstStyle/>
                    <a:p>
                      <a:r>
                        <a:rPr lang="en-US" sz="1200" dirty="0"/>
                        <a:t>0.0343 *</a:t>
                      </a:r>
                    </a:p>
                  </a:txBody>
                  <a:tcPr/>
                </a:tc>
                <a:extLst>
                  <a:ext uri="{0D108BD9-81ED-4DB2-BD59-A6C34878D82A}">
                    <a16:rowId xmlns:a16="http://schemas.microsoft.com/office/drawing/2014/main" val="251478497"/>
                  </a:ext>
                </a:extLst>
              </a:tr>
              <a:tr h="197132">
                <a:tc>
                  <a:txBody>
                    <a:bodyPr/>
                    <a:lstStyle/>
                    <a:p>
                      <a:r>
                        <a:rPr lang="en-US" sz="1200" dirty="0"/>
                        <a:t>Mean salinity</a:t>
                      </a:r>
                    </a:p>
                  </a:txBody>
                  <a:tcPr/>
                </a:tc>
                <a:tc>
                  <a:txBody>
                    <a:bodyPr/>
                    <a:lstStyle/>
                    <a:p>
                      <a:r>
                        <a:rPr lang="en-US" sz="1200" dirty="0"/>
                        <a:t>0.5417</a:t>
                      </a:r>
                    </a:p>
                  </a:txBody>
                  <a:tcPr/>
                </a:tc>
                <a:extLst>
                  <a:ext uri="{0D108BD9-81ED-4DB2-BD59-A6C34878D82A}">
                    <a16:rowId xmlns:a16="http://schemas.microsoft.com/office/drawing/2014/main" val="2298504566"/>
                  </a:ext>
                </a:extLst>
              </a:tr>
              <a:tr h="197132">
                <a:tc>
                  <a:txBody>
                    <a:bodyPr/>
                    <a:lstStyle/>
                    <a:p>
                      <a:r>
                        <a:rPr lang="en-US" sz="1200" dirty="0"/>
                        <a:t>DO</a:t>
                      </a:r>
                    </a:p>
                  </a:txBody>
                  <a:tcPr/>
                </a:tc>
                <a:tc>
                  <a:txBody>
                    <a:bodyPr/>
                    <a:lstStyle/>
                    <a:p>
                      <a:r>
                        <a:rPr lang="en-US" sz="1200" dirty="0"/>
                        <a:t>5.58e-05 ***</a:t>
                      </a:r>
                    </a:p>
                  </a:txBody>
                  <a:tcPr/>
                </a:tc>
                <a:extLst>
                  <a:ext uri="{0D108BD9-81ED-4DB2-BD59-A6C34878D82A}">
                    <a16:rowId xmlns:a16="http://schemas.microsoft.com/office/drawing/2014/main" val="508133289"/>
                  </a:ext>
                </a:extLst>
              </a:tr>
              <a:tr h="197132">
                <a:tc>
                  <a:txBody>
                    <a:bodyPr/>
                    <a:lstStyle/>
                    <a:p>
                      <a:r>
                        <a:rPr lang="en-US" sz="1200" dirty="0"/>
                        <a:t>Mean productivity (chlorophyll)</a:t>
                      </a:r>
                    </a:p>
                  </a:txBody>
                  <a:tcPr/>
                </a:tc>
                <a:tc>
                  <a:txBody>
                    <a:bodyPr/>
                    <a:lstStyle/>
                    <a:p>
                      <a:r>
                        <a:rPr lang="en-US" sz="1200" dirty="0"/>
                        <a:t>0.2816</a:t>
                      </a:r>
                    </a:p>
                  </a:txBody>
                  <a:tcPr/>
                </a:tc>
                <a:extLst>
                  <a:ext uri="{0D108BD9-81ED-4DB2-BD59-A6C34878D82A}">
                    <a16:rowId xmlns:a16="http://schemas.microsoft.com/office/drawing/2014/main" val="2967491688"/>
                  </a:ext>
                </a:extLst>
              </a:tr>
              <a:tr h="197132">
                <a:tc>
                  <a:txBody>
                    <a:bodyPr/>
                    <a:lstStyle/>
                    <a:p>
                      <a:r>
                        <a:rPr lang="en-US" sz="1200" dirty="0"/>
                        <a:t>Time of day (night):mean depth</a:t>
                      </a:r>
                    </a:p>
                  </a:txBody>
                  <a:tcPr/>
                </a:tc>
                <a:tc>
                  <a:txBody>
                    <a:bodyPr/>
                    <a:lstStyle/>
                    <a:p>
                      <a:r>
                        <a:rPr lang="en-US" sz="1200" dirty="0"/>
                        <a:t>0.000233 ***</a:t>
                      </a:r>
                    </a:p>
                  </a:txBody>
                  <a:tcPr/>
                </a:tc>
                <a:extLst>
                  <a:ext uri="{0D108BD9-81ED-4DB2-BD59-A6C34878D82A}">
                    <a16:rowId xmlns:a16="http://schemas.microsoft.com/office/drawing/2014/main" val="3078207482"/>
                  </a:ext>
                </a:extLst>
              </a:tr>
            </a:tbl>
          </a:graphicData>
        </a:graphic>
      </p:graphicFrame>
      <p:graphicFrame>
        <p:nvGraphicFramePr>
          <p:cNvPr id="8" name="Table 7">
            <a:extLst>
              <a:ext uri="{FF2B5EF4-FFF2-40B4-BE49-F238E27FC236}">
                <a16:creationId xmlns:a16="http://schemas.microsoft.com/office/drawing/2014/main" id="{F4B227D9-8B3A-3303-E975-E4A4422DE26D}"/>
              </a:ext>
            </a:extLst>
          </p:cNvPr>
          <p:cNvGraphicFramePr>
            <a:graphicFrameLocks noGrp="1"/>
          </p:cNvGraphicFramePr>
          <p:nvPr>
            <p:extLst>
              <p:ext uri="{D42A27DB-BD31-4B8C-83A1-F6EECF244321}">
                <p14:modId xmlns:p14="http://schemas.microsoft.com/office/powerpoint/2010/main" val="354408209"/>
              </p:ext>
            </p:extLst>
          </p:nvPr>
        </p:nvGraphicFramePr>
        <p:xfrm>
          <a:off x="6282496" y="683035"/>
          <a:ext cx="4717716" cy="3017520"/>
        </p:xfrm>
        <a:graphic>
          <a:graphicData uri="http://schemas.openxmlformats.org/drawingml/2006/table">
            <a:tbl>
              <a:tblPr firstRow="1" bandRow="1">
                <a:tableStyleId>{5940675A-B579-460E-94D1-54222C63F5DA}</a:tableStyleId>
              </a:tblPr>
              <a:tblGrid>
                <a:gridCol w="3245310">
                  <a:extLst>
                    <a:ext uri="{9D8B030D-6E8A-4147-A177-3AD203B41FA5}">
                      <a16:colId xmlns:a16="http://schemas.microsoft.com/office/drawing/2014/main" val="636447667"/>
                    </a:ext>
                  </a:extLst>
                </a:gridCol>
                <a:gridCol w="1472406">
                  <a:extLst>
                    <a:ext uri="{9D8B030D-6E8A-4147-A177-3AD203B41FA5}">
                      <a16:colId xmlns:a16="http://schemas.microsoft.com/office/drawing/2014/main" val="1250358145"/>
                    </a:ext>
                  </a:extLst>
                </a:gridCol>
              </a:tblGrid>
              <a:tr h="197132">
                <a:tc gridSpan="2">
                  <a:txBody>
                    <a:bodyPr/>
                    <a:lstStyle/>
                    <a:p>
                      <a:pPr algn="ctr"/>
                      <a:r>
                        <a:rPr lang="en-US" sz="1200" b="1" i="1" dirty="0" err="1"/>
                        <a:t>Stenobrachius</a:t>
                      </a:r>
                      <a:r>
                        <a:rPr lang="en-US" sz="1200" b="1" i="1" dirty="0"/>
                        <a:t> </a:t>
                      </a:r>
                      <a:r>
                        <a:rPr lang="en-US" sz="1200" b="1" i="1" dirty="0" err="1"/>
                        <a:t>leucopsarus</a:t>
                      </a:r>
                      <a:endParaRPr lang="en-US" sz="1200" b="1" i="1" dirty="0"/>
                    </a:p>
                  </a:txBody>
                  <a:tcPr/>
                </a:tc>
                <a:tc hMerge="1">
                  <a:txBody>
                    <a:bodyPr/>
                    <a:lstStyle/>
                    <a:p>
                      <a:endParaRPr lang="en-US" dirty="0"/>
                    </a:p>
                  </a:txBody>
                  <a:tcPr/>
                </a:tc>
                <a:extLst>
                  <a:ext uri="{0D108BD9-81ED-4DB2-BD59-A6C34878D82A}">
                    <a16:rowId xmlns:a16="http://schemas.microsoft.com/office/drawing/2014/main" val="511090153"/>
                  </a:ext>
                </a:extLst>
              </a:tr>
              <a:tr h="197132">
                <a:tc>
                  <a:txBody>
                    <a:bodyPr/>
                    <a:lstStyle/>
                    <a:p>
                      <a:r>
                        <a:rPr lang="en-US" sz="1200" b="1" dirty="0"/>
                        <a:t>Parameter</a:t>
                      </a:r>
                    </a:p>
                  </a:txBody>
                  <a:tcPr/>
                </a:tc>
                <a:tc>
                  <a:txBody>
                    <a:bodyPr/>
                    <a:lstStyle/>
                    <a:p>
                      <a:r>
                        <a:rPr lang="en-US" sz="1200" b="1" dirty="0"/>
                        <a:t>p-value</a:t>
                      </a:r>
                    </a:p>
                  </a:txBody>
                  <a:tcPr/>
                </a:tc>
                <a:extLst>
                  <a:ext uri="{0D108BD9-81ED-4DB2-BD59-A6C34878D82A}">
                    <a16:rowId xmlns:a16="http://schemas.microsoft.com/office/drawing/2014/main" val="812017229"/>
                  </a:ext>
                </a:extLst>
              </a:tr>
              <a:tr h="197132">
                <a:tc>
                  <a:txBody>
                    <a:bodyPr/>
                    <a:lstStyle/>
                    <a:p>
                      <a:r>
                        <a:rPr lang="en-US" sz="1200" dirty="0"/>
                        <a:t>Intercept </a:t>
                      </a:r>
                    </a:p>
                  </a:txBody>
                  <a:tcPr/>
                </a:tc>
                <a:tc>
                  <a:txBody>
                    <a:bodyPr/>
                    <a:lstStyle/>
                    <a:p>
                      <a:r>
                        <a:rPr lang="en-US" sz="1200" dirty="0"/>
                        <a:t>&lt; 2e-16 ***</a:t>
                      </a:r>
                    </a:p>
                  </a:txBody>
                  <a:tcPr/>
                </a:tc>
                <a:extLst>
                  <a:ext uri="{0D108BD9-81ED-4DB2-BD59-A6C34878D82A}">
                    <a16:rowId xmlns:a16="http://schemas.microsoft.com/office/drawing/2014/main" val="439528258"/>
                  </a:ext>
                </a:extLst>
              </a:tr>
              <a:tr h="197132">
                <a:tc>
                  <a:txBody>
                    <a:bodyPr/>
                    <a:lstStyle/>
                    <a:p>
                      <a:r>
                        <a:rPr lang="en-US" sz="1200" dirty="0"/>
                        <a:t>Time of day (night)</a:t>
                      </a:r>
                    </a:p>
                  </a:txBody>
                  <a:tcPr/>
                </a:tc>
                <a:tc>
                  <a:txBody>
                    <a:bodyPr/>
                    <a:lstStyle/>
                    <a:p>
                      <a:r>
                        <a:rPr lang="en-US" sz="1200" dirty="0"/>
                        <a:t>0.6805</a:t>
                      </a:r>
                    </a:p>
                  </a:txBody>
                  <a:tcPr/>
                </a:tc>
                <a:extLst>
                  <a:ext uri="{0D108BD9-81ED-4DB2-BD59-A6C34878D82A}">
                    <a16:rowId xmlns:a16="http://schemas.microsoft.com/office/drawing/2014/main" val="3646842385"/>
                  </a:ext>
                </a:extLst>
              </a:tr>
              <a:tr h="197132">
                <a:tc>
                  <a:txBody>
                    <a:bodyPr/>
                    <a:lstStyle/>
                    <a:p>
                      <a:r>
                        <a:rPr lang="en-US" sz="1200" dirty="0"/>
                        <a:t>Mean depth (m)</a:t>
                      </a:r>
                    </a:p>
                  </a:txBody>
                  <a:tcPr/>
                </a:tc>
                <a:tc>
                  <a:txBody>
                    <a:bodyPr/>
                    <a:lstStyle/>
                    <a:p>
                      <a:r>
                        <a:rPr lang="en-US" sz="1200" dirty="0"/>
                        <a:t>0.0252 *</a:t>
                      </a:r>
                    </a:p>
                  </a:txBody>
                  <a:tcPr/>
                </a:tc>
                <a:extLst>
                  <a:ext uri="{0D108BD9-81ED-4DB2-BD59-A6C34878D82A}">
                    <a16:rowId xmlns:a16="http://schemas.microsoft.com/office/drawing/2014/main" val="456500343"/>
                  </a:ext>
                </a:extLst>
              </a:tr>
              <a:tr h="197132">
                <a:tc>
                  <a:txBody>
                    <a:bodyPr/>
                    <a:lstStyle/>
                    <a:p>
                      <a:r>
                        <a:rPr lang="en-US" sz="1200" dirty="0"/>
                        <a:t>Seafloor depth (m)</a:t>
                      </a:r>
                    </a:p>
                  </a:txBody>
                  <a:tcPr/>
                </a:tc>
                <a:tc>
                  <a:txBody>
                    <a:bodyPr/>
                    <a:lstStyle/>
                    <a:p>
                      <a:r>
                        <a:rPr lang="en-US" sz="1200" dirty="0"/>
                        <a:t>3.96e-06 ***</a:t>
                      </a:r>
                    </a:p>
                  </a:txBody>
                  <a:tcPr/>
                </a:tc>
                <a:extLst>
                  <a:ext uri="{0D108BD9-81ED-4DB2-BD59-A6C34878D82A}">
                    <a16:rowId xmlns:a16="http://schemas.microsoft.com/office/drawing/2014/main" val="1809614156"/>
                  </a:ext>
                </a:extLst>
              </a:tr>
              <a:tr h="197132">
                <a:tc>
                  <a:txBody>
                    <a:bodyPr/>
                    <a:lstStyle/>
                    <a:p>
                      <a:r>
                        <a:rPr lang="en-US" sz="1200" dirty="0"/>
                        <a:t>Mean temperature (C)</a:t>
                      </a:r>
                    </a:p>
                  </a:txBody>
                  <a:tcPr/>
                </a:tc>
                <a:tc>
                  <a:txBody>
                    <a:bodyPr/>
                    <a:lstStyle/>
                    <a:p>
                      <a:r>
                        <a:rPr lang="en-US" sz="1200" dirty="0"/>
                        <a:t>4.32e-07 ***</a:t>
                      </a:r>
                    </a:p>
                  </a:txBody>
                  <a:tcPr/>
                </a:tc>
                <a:extLst>
                  <a:ext uri="{0D108BD9-81ED-4DB2-BD59-A6C34878D82A}">
                    <a16:rowId xmlns:a16="http://schemas.microsoft.com/office/drawing/2014/main" val="251478497"/>
                  </a:ext>
                </a:extLst>
              </a:tr>
              <a:tr h="197132">
                <a:tc>
                  <a:txBody>
                    <a:bodyPr/>
                    <a:lstStyle/>
                    <a:p>
                      <a:r>
                        <a:rPr lang="en-US" sz="1200" dirty="0"/>
                        <a:t>Mean salinity</a:t>
                      </a:r>
                    </a:p>
                  </a:txBody>
                  <a:tcPr/>
                </a:tc>
                <a:tc>
                  <a:txBody>
                    <a:bodyPr/>
                    <a:lstStyle/>
                    <a:p>
                      <a:r>
                        <a:rPr lang="en-US" sz="1200" dirty="0"/>
                        <a:t>0.5787</a:t>
                      </a:r>
                    </a:p>
                  </a:txBody>
                  <a:tcPr/>
                </a:tc>
                <a:extLst>
                  <a:ext uri="{0D108BD9-81ED-4DB2-BD59-A6C34878D82A}">
                    <a16:rowId xmlns:a16="http://schemas.microsoft.com/office/drawing/2014/main" val="2298504566"/>
                  </a:ext>
                </a:extLst>
              </a:tr>
              <a:tr h="197132">
                <a:tc>
                  <a:txBody>
                    <a:bodyPr/>
                    <a:lstStyle/>
                    <a:p>
                      <a:r>
                        <a:rPr lang="en-US" sz="1200" dirty="0"/>
                        <a:t>DO</a:t>
                      </a:r>
                    </a:p>
                  </a:txBody>
                  <a:tcPr/>
                </a:tc>
                <a:tc>
                  <a:txBody>
                    <a:bodyPr/>
                    <a:lstStyle/>
                    <a:p>
                      <a:r>
                        <a:rPr lang="en-US" sz="1200" dirty="0"/>
                        <a:t>0.00236 **</a:t>
                      </a:r>
                    </a:p>
                  </a:txBody>
                  <a:tcPr/>
                </a:tc>
                <a:extLst>
                  <a:ext uri="{0D108BD9-81ED-4DB2-BD59-A6C34878D82A}">
                    <a16:rowId xmlns:a16="http://schemas.microsoft.com/office/drawing/2014/main" val="508133289"/>
                  </a:ext>
                </a:extLst>
              </a:tr>
              <a:tr h="197132">
                <a:tc>
                  <a:txBody>
                    <a:bodyPr/>
                    <a:lstStyle/>
                    <a:p>
                      <a:r>
                        <a:rPr lang="en-US" sz="1200" dirty="0"/>
                        <a:t>Mean productivity (chlorophyll)</a:t>
                      </a:r>
                    </a:p>
                  </a:txBody>
                  <a:tcPr/>
                </a:tc>
                <a:tc>
                  <a:txBody>
                    <a:bodyPr/>
                    <a:lstStyle/>
                    <a:p>
                      <a:r>
                        <a:rPr lang="en-US" sz="1200" dirty="0"/>
                        <a:t>0.00855 **</a:t>
                      </a:r>
                    </a:p>
                  </a:txBody>
                  <a:tcPr/>
                </a:tc>
                <a:extLst>
                  <a:ext uri="{0D108BD9-81ED-4DB2-BD59-A6C34878D82A}">
                    <a16:rowId xmlns:a16="http://schemas.microsoft.com/office/drawing/2014/main" val="2967491688"/>
                  </a:ext>
                </a:extLst>
              </a:tr>
              <a:tr h="197132">
                <a:tc>
                  <a:txBody>
                    <a:bodyPr/>
                    <a:lstStyle/>
                    <a:p>
                      <a:r>
                        <a:rPr lang="en-US" sz="1200" dirty="0"/>
                        <a:t>Time of day (night):mean depth</a:t>
                      </a:r>
                    </a:p>
                  </a:txBody>
                  <a:tcPr/>
                </a:tc>
                <a:tc>
                  <a:txBody>
                    <a:bodyPr/>
                    <a:lstStyle/>
                    <a:p>
                      <a:r>
                        <a:rPr lang="en-US" sz="1200" dirty="0"/>
                        <a:t>0.00331 **</a:t>
                      </a:r>
                    </a:p>
                  </a:txBody>
                  <a:tcPr/>
                </a:tc>
                <a:extLst>
                  <a:ext uri="{0D108BD9-81ED-4DB2-BD59-A6C34878D82A}">
                    <a16:rowId xmlns:a16="http://schemas.microsoft.com/office/drawing/2014/main" val="3078207482"/>
                  </a:ext>
                </a:extLst>
              </a:tr>
            </a:tbl>
          </a:graphicData>
        </a:graphic>
      </p:graphicFrame>
      <p:graphicFrame>
        <p:nvGraphicFramePr>
          <p:cNvPr id="10" name="Table 9">
            <a:extLst>
              <a:ext uri="{FF2B5EF4-FFF2-40B4-BE49-F238E27FC236}">
                <a16:creationId xmlns:a16="http://schemas.microsoft.com/office/drawing/2014/main" id="{3263BDF7-59CF-2944-1FBF-34146D9F2381}"/>
              </a:ext>
            </a:extLst>
          </p:cNvPr>
          <p:cNvGraphicFramePr>
            <a:graphicFrameLocks noGrp="1"/>
          </p:cNvGraphicFramePr>
          <p:nvPr>
            <p:extLst>
              <p:ext uri="{D42A27DB-BD31-4B8C-83A1-F6EECF244321}">
                <p14:modId xmlns:p14="http://schemas.microsoft.com/office/powerpoint/2010/main" val="2095796836"/>
              </p:ext>
            </p:extLst>
          </p:nvPr>
        </p:nvGraphicFramePr>
        <p:xfrm>
          <a:off x="6282496" y="3836871"/>
          <a:ext cx="4717716" cy="3017520"/>
        </p:xfrm>
        <a:graphic>
          <a:graphicData uri="http://schemas.openxmlformats.org/drawingml/2006/table">
            <a:tbl>
              <a:tblPr firstRow="1" bandRow="1">
                <a:tableStyleId>{5940675A-B579-460E-94D1-54222C63F5DA}</a:tableStyleId>
              </a:tblPr>
              <a:tblGrid>
                <a:gridCol w="3245310">
                  <a:extLst>
                    <a:ext uri="{9D8B030D-6E8A-4147-A177-3AD203B41FA5}">
                      <a16:colId xmlns:a16="http://schemas.microsoft.com/office/drawing/2014/main" val="636447667"/>
                    </a:ext>
                  </a:extLst>
                </a:gridCol>
                <a:gridCol w="1472406">
                  <a:extLst>
                    <a:ext uri="{9D8B030D-6E8A-4147-A177-3AD203B41FA5}">
                      <a16:colId xmlns:a16="http://schemas.microsoft.com/office/drawing/2014/main" val="1250358145"/>
                    </a:ext>
                  </a:extLst>
                </a:gridCol>
              </a:tblGrid>
              <a:tr h="197132">
                <a:tc gridSpan="2">
                  <a:txBody>
                    <a:bodyPr/>
                    <a:lstStyle/>
                    <a:p>
                      <a:pPr algn="ctr"/>
                      <a:r>
                        <a:rPr lang="en-US" sz="1200" b="1" i="0" dirty="0" err="1"/>
                        <a:t>Ammodytidae</a:t>
                      </a:r>
                      <a:endParaRPr lang="en-US" sz="1200" b="1" i="0" dirty="0"/>
                    </a:p>
                  </a:txBody>
                  <a:tcPr/>
                </a:tc>
                <a:tc hMerge="1">
                  <a:txBody>
                    <a:bodyPr/>
                    <a:lstStyle/>
                    <a:p>
                      <a:endParaRPr lang="en-US" dirty="0"/>
                    </a:p>
                  </a:txBody>
                  <a:tcPr/>
                </a:tc>
                <a:extLst>
                  <a:ext uri="{0D108BD9-81ED-4DB2-BD59-A6C34878D82A}">
                    <a16:rowId xmlns:a16="http://schemas.microsoft.com/office/drawing/2014/main" val="511090153"/>
                  </a:ext>
                </a:extLst>
              </a:tr>
              <a:tr h="197132">
                <a:tc>
                  <a:txBody>
                    <a:bodyPr/>
                    <a:lstStyle/>
                    <a:p>
                      <a:r>
                        <a:rPr lang="en-US" sz="1200" b="1" dirty="0"/>
                        <a:t>Parameter</a:t>
                      </a:r>
                    </a:p>
                  </a:txBody>
                  <a:tcPr/>
                </a:tc>
                <a:tc>
                  <a:txBody>
                    <a:bodyPr/>
                    <a:lstStyle/>
                    <a:p>
                      <a:r>
                        <a:rPr lang="en-US" sz="1200" b="1" dirty="0"/>
                        <a:t>p-value</a:t>
                      </a:r>
                    </a:p>
                  </a:txBody>
                  <a:tcPr/>
                </a:tc>
                <a:extLst>
                  <a:ext uri="{0D108BD9-81ED-4DB2-BD59-A6C34878D82A}">
                    <a16:rowId xmlns:a16="http://schemas.microsoft.com/office/drawing/2014/main" val="812017229"/>
                  </a:ext>
                </a:extLst>
              </a:tr>
              <a:tr h="197132">
                <a:tc>
                  <a:txBody>
                    <a:bodyPr/>
                    <a:lstStyle/>
                    <a:p>
                      <a:r>
                        <a:rPr lang="en-US" sz="1200" dirty="0"/>
                        <a:t>Intercept </a:t>
                      </a:r>
                    </a:p>
                  </a:txBody>
                  <a:tcPr/>
                </a:tc>
                <a:tc>
                  <a:txBody>
                    <a:bodyPr/>
                    <a:lstStyle/>
                    <a:p>
                      <a:r>
                        <a:rPr lang="en-US" sz="1200" dirty="0" err="1"/>
                        <a:t>NaN</a:t>
                      </a:r>
                      <a:endParaRPr lang="en-US" sz="1200" dirty="0"/>
                    </a:p>
                  </a:txBody>
                  <a:tcPr/>
                </a:tc>
                <a:extLst>
                  <a:ext uri="{0D108BD9-81ED-4DB2-BD59-A6C34878D82A}">
                    <a16:rowId xmlns:a16="http://schemas.microsoft.com/office/drawing/2014/main" val="439528258"/>
                  </a:ext>
                </a:extLst>
              </a:tr>
              <a:tr h="197132">
                <a:tc>
                  <a:txBody>
                    <a:bodyPr/>
                    <a:lstStyle/>
                    <a:p>
                      <a:r>
                        <a:rPr lang="en-US" sz="1200" dirty="0"/>
                        <a:t>Time of day (night)</a:t>
                      </a:r>
                    </a:p>
                  </a:txBody>
                  <a:tcPr/>
                </a:tc>
                <a:tc>
                  <a:txBody>
                    <a:bodyPr/>
                    <a:lstStyle/>
                    <a:p>
                      <a:r>
                        <a:rPr lang="en-US" sz="1200" dirty="0" err="1"/>
                        <a:t>NaN</a:t>
                      </a:r>
                      <a:endParaRPr lang="en-US" sz="1200" dirty="0"/>
                    </a:p>
                  </a:txBody>
                  <a:tcPr/>
                </a:tc>
                <a:extLst>
                  <a:ext uri="{0D108BD9-81ED-4DB2-BD59-A6C34878D82A}">
                    <a16:rowId xmlns:a16="http://schemas.microsoft.com/office/drawing/2014/main" val="3646842385"/>
                  </a:ext>
                </a:extLst>
              </a:tr>
              <a:tr h="197132">
                <a:tc>
                  <a:txBody>
                    <a:bodyPr/>
                    <a:lstStyle/>
                    <a:p>
                      <a:r>
                        <a:rPr lang="en-US" sz="1200" dirty="0"/>
                        <a:t>Mean depth (m)</a:t>
                      </a:r>
                    </a:p>
                  </a:txBody>
                  <a:tcPr/>
                </a:tc>
                <a:tc>
                  <a:txBody>
                    <a:bodyPr/>
                    <a:lstStyle/>
                    <a:p>
                      <a:r>
                        <a:rPr lang="en-US" sz="1200" dirty="0" err="1"/>
                        <a:t>NaN</a:t>
                      </a:r>
                      <a:endParaRPr lang="en-US" sz="1200" dirty="0"/>
                    </a:p>
                  </a:txBody>
                  <a:tcPr/>
                </a:tc>
                <a:extLst>
                  <a:ext uri="{0D108BD9-81ED-4DB2-BD59-A6C34878D82A}">
                    <a16:rowId xmlns:a16="http://schemas.microsoft.com/office/drawing/2014/main" val="456500343"/>
                  </a:ext>
                </a:extLst>
              </a:tr>
              <a:tr h="197132">
                <a:tc>
                  <a:txBody>
                    <a:bodyPr/>
                    <a:lstStyle/>
                    <a:p>
                      <a:r>
                        <a:rPr lang="en-US" sz="1200" dirty="0"/>
                        <a:t>Seafloor depth (m)</a:t>
                      </a:r>
                    </a:p>
                  </a:txBody>
                  <a:tcPr/>
                </a:tc>
                <a:tc>
                  <a:txBody>
                    <a:bodyPr/>
                    <a:lstStyle/>
                    <a:p>
                      <a:r>
                        <a:rPr lang="en-US" sz="1200" dirty="0" err="1"/>
                        <a:t>NaN</a:t>
                      </a:r>
                      <a:endParaRPr lang="en-US" sz="1200" dirty="0"/>
                    </a:p>
                  </a:txBody>
                  <a:tcPr/>
                </a:tc>
                <a:extLst>
                  <a:ext uri="{0D108BD9-81ED-4DB2-BD59-A6C34878D82A}">
                    <a16:rowId xmlns:a16="http://schemas.microsoft.com/office/drawing/2014/main" val="1809614156"/>
                  </a:ext>
                </a:extLst>
              </a:tr>
              <a:tr h="197132">
                <a:tc>
                  <a:txBody>
                    <a:bodyPr/>
                    <a:lstStyle/>
                    <a:p>
                      <a:r>
                        <a:rPr lang="en-US" sz="1200" dirty="0"/>
                        <a:t>Mean temperature (C)</a:t>
                      </a:r>
                    </a:p>
                  </a:txBody>
                  <a:tcPr/>
                </a:tc>
                <a:tc>
                  <a:txBody>
                    <a:bodyPr/>
                    <a:lstStyle/>
                    <a:p>
                      <a:r>
                        <a:rPr lang="en-US" sz="1200" dirty="0" err="1"/>
                        <a:t>NaN</a:t>
                      </a:r>
                      <a:endParaRPr lang="en-US" sz="1200" dirty="0"/>
                    </a:p>
                  </a:txBody>
                  <a:tcPr/>
                </a:tc>
                <a:extLst>
                  <a:ext uri="{0D108BD9-81ED-4DB2-BD59-A6C34878D82A}">
                    <a16:rowId xmlns:a16="http://schemas.microsoft.com/office/drawing/2014/main" val="251478497"/>
                  </a:ext>
                </a:extLst>
              </a:tr>
              <a:tr h="197132">
                <a:tc>
                  <a:txBody>
                    <a:bodyPr/>
                    <a:lstStyle/>
                    <a:p>
                      <a:r>
                        <a:rPr lang="en-US" sz="1200" dirty="0"/>
                        <a:t>Mean salinity</a:t>
                      </a:r>
                    </a:p>
                  </a:txBody>
                  <a:tcPr/>
                </a:tc>
                <a:tc>
                  <a:txBody>
                    <a:bodyPr/>
                    <a:lstStyle/>
                    <a:p>
                      <a:r>
                        <a:rPr lang="en-US" sz="1200" dirty="0" err="1"/>
                        <a:t>NaN</a:t>
                      </a:r>
                      <a:endParaRPr lang="en-US" sz="1200" dirty="0"/>
                    </a:p>
                  </a:txBody>
                  <a:tcPr/>
                </a:tc>
                <a:extLst>
                  <a:ext uri="{0D108BD9-81ED-4DB2-BD59-A6C34878D82A}">
                    <a16:rowId xmlns:a16="http://schemas.microsoft.com/office/drawing/2014/main" val="2298504566"/>
                  </a:ext>
                </a:extLst>
              </a:tr>
              <a:tr h="197132">
                <a:tc>
                  <a:txBody>
                    <a:bodyPr/>
                    <a:lstStyle/>
                    <a:p>
                      <a:r>
                        <a:rPr lang="en-US" sz="1200" dirty="0"/>
                        <a:t>DO</a:t>
                      </a:r>
                    </a:p>
                  </a:txBody>
                  <a:tcPr/>
                </a:tc>
                <a:tc>
                  <a:txBody>
                    <a:bodyPr/>
                    <a:lstStyle/>
                    <a:p>
                      <a:r>
                        <a:rPr lang="en-US" sz="1200" dirty="0" err="1"/>
                        <a:t>NaN</a:t>
                      </a:r>
                      <a:endParaRPr lang="en-US" sz="1200" dirty="0"/>
                    </a:p>
                  </a:txBody>
                  <a:tcPr/>
                </a:tc>
                <a:extLst>
                  <a:ext uri="{0D108BD9-81ED-4DB2-BD59-A6C34878D82A}">
                    <a16:rowId xmlns:a16="http://schemas.microsoft.com/office/drawing/2014/main" val="508133289"/>
                  </a:ext>
                </a:extLst>
              </a:tr>
              <a:tr h="197132">
                <a:tc>
                  <a:txBody>
                    <a:bodyPr/>
                    <a:lstStyle/>
                    <a:p>
                      <a:r>
                        <a:rPr lang="en-US" sz="1200" dirty="0"/>
                        <a:t>Mean productivity (chlorophyll)</a:t>
                      </a:r>
                    </a:p>
                  </a:txBody>
                  <a:tcPr/>
                </a:tc>
                <a:tc>
                  <a:txBody>
                    <a:bodyPr/>
                    <a:lstStyle/>
                    <a:p>
                      <a:r>
                        <a:rPr lang="en-US" sz="1200" dirty="0" err="1"/>
                        <a:t>NaN</a:t>
                      </a:r>
                      <a:endParaRPr lang="en-US" sz="1200" dirty="0"/>
                    </a:p>
                  </a:txBody>
                  <a:tcPr/>
                </a:tc>
                <a:extLst>
                  <a:ext uri="{0D108BD9-81ED-4DB2-BD59-A6C34878D82A}">
                    <a16:rowId xmlns:a16="http://schemas.microsoft.com/office/drawing/2014/main" val="2967491688"/>
                  </a:ext>
                </a:extLst>
              </a:tr>
              <a:tr h="197132">
                <a:tc>
                  <a:txBody>
                    <a:bodyPr/>
                    <a:lstStyle/>
                    <a:p>
                      <a:r>
                        <a:rPr lang="en-US" sz="1200" dirty="0"/>
                        <a:t>Time of day (night):mean depth</a:t>
                      </a:r>
                    </a:p>
                  </a:txBody>
                  <a:tcPr/>
                </a:tc>
                <a:tc>
                  <a:txBody>
                    <a:bodyPr/>
                    <a:lstStyle/>
                    <a:p>
                      <a:r>
                        <a:rPr lang="en-US" sz="1200" dirty="0" err="1"/>
                        <a:t>NaN</a:t>
                      </a:r>
                      <a:endParaRPr lang="en-US" sz="1200" dirty="0"/>
                    </a:p>
                  </a:txBody>
                  <a:tcPr/>
                </a:tc>
                <a:extLst>
                  <a:ext uri="{0D108BD9-81ED-4DB2-BD59-A6C34878D82A}">
                    <a16:rowId xmlns:a16="http://schemas.microsoft.com/office/drawing/2014/main" val="3078207482"/>
                  </a:ext>
                </a:extLst>
              </a:tr>
            </a:tbl>
          </a:graphicData>
        </a:graphic>
      </p:graphicFrame>
    </p:spTree>
    <p:extLst>
      <p:ext uri="{BB962C8B-B14F-4D97-AF65-F5344CB8AC3E}">
        <p14:creationId xmlns:p14="http://schemas.microsoft.com/office/powerpoint/2010/main" val="8907026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0EDCA6-D3C7-70FE-0875-F42EDD39F4A9}"/>
              </a:ext>
            </a:extLst>
          </p:cNvPr>
          <p:cNvSpPr>
            <a:spLocks noGrp="1"/>
          </p:cNvSpPr>
          <p:nvPr>
            <p:ph type="ctrTitle"/>
          </p:nvPr>
        </p:nvSpPr>
        <p:spPr/>
        <p:txBody>
          <a:bodyPr/>
          <a:lstStyle/>
          <a:p>
            <a:r>
              <a:rPr lang="en-US" dirty="0"/>
              <a:t>Figures and Tables to appear in supplemental materials</a:t>
            </a:r>
          </a:p>
        </p:txBody>
      </p:sp>
    </p:spTree>
    <p:extLst>
      <p:ext uri="{BB962C8B-B14F-4D97-AF65-F5344CB8AC3E}">
        <p14:creationId xmlns:p14="http://schemas.microsoft.com/office/powerpoint/2010/main" val="37047138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DB168F-090B-8349-E312-F69F26946C3F}"/>
              </a:ext>
            </a:extLst>
          </p:cNvPr>
          <p:cNvSpPr>
            <a:spLocks noGrp="1"/>
          </p:cNvSpPr>
          <p:nvPr>
            <p:ph type="title"/>
          </p:nvPr>
        </p:nvSpPr>
        <p:spPr>
          <a:xfrm>
            <a:off x="838200" y="5765028"/>
            <a:ext cx="10515600" cy="759339"/>
          </a:xfrm>
        </p:spPr>
        <p:txBody>
          <a:bodyPr>
            <a:normAutofit/>
          </a:bodyPr>
          <a:lstStyle/>
          <a:p>
            <a:r>
              <a:rPr lang="en-US" sz="2000" i="1" dirty="0"/>
              <a:t>Supplemental Figure 1</a:t>
            </a:r>
            <a:r>
              <a:rPr lang="en-US" sz="2000" dirty="0"/>
              <a:t>: Dendrogram of net tows clustered by agglomerative hierarchical clustering. Number of clusters determined as the fewest necessary to yield expected groups (k = 10).</a:t>
            </a:r>
            <a:endParaRPr lang="en-US" sz="2000" i="1" dirty="0"/>
          </a:p>
        </p:txBody>
      </p:sp>
      <p:pic>
        <p:nvPicPr>
          <p:cNvPr id="6" name="Picture 5">
            <a:extLst>
              <a:ext uri="{FF2B5EF4-FFF2-40B4-BE49-F238E27FC236}">
                <a16:creationId xmlns:a16="http://schemas.microsoft.com/office/drawing/2014/main" id="{B5968C40-8389-8F68-939C-DEB8F1E376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333633"/>
            <a:ext cx="10972822" cy="5486411"/>
          </a:xfrm>
          <a:prstGeom prst="rect">
            <a:avLst/>
          </a:prstGeom>
        </p:spPr>
      </p:pic>
    </p:spTree>
    <p:extLst>
      <p:ext uri="{BB962C8B-B14F-4D97-AF65-F5344CB8AC3E}">
        <p14:creationId xmlns:p14="http://schemas.microsoft.com/office/powerpoint/2010/main" val="2678185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52386-D28B-63AF-5C13-D86AAFF6542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3343693-B3FA-A565-EB07-9C12C768B2F8}"/>
              </a:ext>
            </a:extLst>
          </p:cNvPr>
          <p:cNvSpPr>
            <a:spLocks noGrp="1"/>
          </p:cNvSpPr>
          <p:nvPr>
            <p:ph type="title"/>
          </p:nvPr>
        </p:nvSpPr>
        <p:spPr>
          <a:xfrm>
            <a:off x="838200" y="5765028"/>
            <a:ext cx="10515600" cy="759339"/>
          </a:xfrm>
        </p:spPr>
        <p:txBody>
          <a:bodyPr>
            <a:noAutofit/>
          </a:bodyPr>
          <a:lstStyle/>
          <a:p>
            <a:r>
              <a:rPr lang="en-US" sz="2000" i="1" dirty="0"/>
              <a:t>(alternative?) Supplemental Figure 1</a:t>
            </a:r>
            <a:r>
              <a:rPr lang="en-US" sz="2000" dirty="0"/>
              <a:t>: Dendrogram of net tows belonging to the four largest clusters resulting from agglomerative hierarchical clustering (AHC) of the entire data set. AHC was ran on the filtered net tows to yield the resultant dendrogram with four cluster rectangles (k = 4).</a:t>
            </a:r>
            <a:endParaRPr lang="en-US" sz="2000" i="1" dirty="0"/>
          </a:p>
        </p:txBody>
      </p:sp>
      <p:pic>
        <p:nvPicPr>
          <p:cNvPr id="3" name="Picture 2">
            <a:extLst>
              <a:ext uri="{FF2B5EF4-FFF2-40B4-BE49-F238E27FC236}">
                <a16:creationId xmlns:a16="http://schemas.microsoft.com/office/drawing/2014/main" id="{9137BD2B-CCA5-A589-559E-B0961F839F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204531"/>
            <a:ext cx="10972822" cy="5486411"/>
          </a:xfrm>
          <a:prstGeom prst="rect">
            <a:avLst/>
          </a:prstGeom>
        </p:spPr>
      </p:pic>
    </p:spTree>
    <p:extLst>
      <p:ext uri="{BB962C8B-B14F-4D97-AF65-F5344CB8AC3E}">
        <p14:creationId xmlns:p14="http://schemas.microsoft.com/office/powerpoint/2010/main" val="5772902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36537-340B-0304-D8B5-519306DABB2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915F585-4BB4-5F27-9541-63B76984517E}"/>
              </a:ext>
            </a:extLst>
          </p:cNvPr>
          <p:cNvSpPr>
            <a:spLocks noGrp="1"/>
          </p:cNvSpPr>
          <p:nvPr>
            <p:ph type="title"/>
          </p:nvPr>
        </p:nvSpPr>
        <p:spPr>
          <a:xfrm>
            <a:off x="838200" y="5765028"/>
            <a:ext cx="10515600" cy="759339"/>
          </a:xfrm>
        </p:spPr>
        <p:txBody>
          <a:bodyPr>
            <a:normAutofit/>
          </a:bodyPr>
          <a:lstStyle/>
          <a:p>
            <a:r>
              <a:rPr lang="en-US" sz="2000" i="1" dirty="0"/>
              <a:t>Supplemental Figure 2</a:t>
            </a:r>
            <a:r>
              <a:rPr lang="en-US" sz="2000" dirty="0"/>
              <a:t>: Bar plot of taxa concentrations (individuals per m3) in each net tow. Tows are organized by cluster to show the approximate composition of each cluster.</a:t>
            </a:r>
            <a:endParaRPr lang="en-US" sz="2000" i="1" dirty="0"/>
          </a:p>
        </p:txBody>
      </p:sp>
      <p:pic>
        <p:nvPicPr>
          <p:cNvPr id="12" name="Picture 11">
            <a:extLst>
              <a:ext uri="{FF2B5EF4-FFF2-40B4-BE49-F238E27FC236}">
                <a16:creationId xmlns:a16="http://schemas.microsoft.com/office/drawing/2014/main" id="{75358480-967E-EB28-E15E-D655C65A74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956" y="434634"/>
            <a:ext cx="10187753" cy="5093876"/>
          </a:xfrm>
          <a:prstGeom prst="rect">
            <a:avLst/>
          </a:prstGeom>
        </p:spPr>
      </p:pic>
      <p:pic>
        <p:nvPicPr>
          <p:cNvPr id="10" name="Picture 9">
            <a:extLst>
              <a:ext uri="{FF2B5EF4-FFF2-40B4-BE49-F238E27FC236}">
                <a16:creationId xmlns:a16="http://schemas.microsoft.com/office/drawing/2014/main" id="{9C6A8FAE-3197-53DB-081A-9F9B8B47FD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29240" y="333633"/>
            <a:ext cx="1828804" cy="5486411"/>
          </a:xfrm>
          <a:prstGeom prst="rect">
            <a:avLst/>
          </a:prstGeom>
        </p:spPr>
      </p:pic>
    </p:spTree>
    <p:extLst>
      <p:ext uri="{BB962C8B-B14F-4D97-AF65-F5344CB8AC3E}">
        <p14:creationId xmlns:p14="http://schemas.microsoft.com/office/powerpoint/2010/main" val="32581572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949C2-7A32-2526-6573-05CC113694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FCAC89D-0816-F188-BFEB-DE08AFA05A8D}"/>
              </a:ext>
            </a:extLst>
          </p:cNvPr>
          <p:cNvSpPr>
            <a:spLocks noGrp="1"/>
          </p:cNvSpPr>
          <p:nvPr>
            <p:ph type="title"/>
          </p:nvPr>
        </p:nvSpPr>
        <p:spPr>
          <a:xfrm>
            <a:off x="838200" y="5765028"/>
            <a:ext cx="10515600" cy="759339"/>
          </a:xfrm>
        </p:spPr>
        <p:txBody>
          <a:bodyPr>
            <a:noAutofit/>
          </a:bodyPr>
          <a:lstStyle/>
          <a:p>
            <a:r>
              <a:rPr lang="en-US" sz="2000" i="1" dirty="0"/>
              <a:t>(alternative?) Supplemental Figure 2</a:t>
            </a:r>
            <a:r>
              <a:rPr lang="en-US" sz="2000" dirty="0"/>
              <a:t>: Bar plot of taxa concentrations (individuals per m3) in each net tow belonging to the four main clusters. Tows are organized by cluster to show the approximate composition of each cluster of interest.</a:t>
            </a:r>
            <a:endParaRPr lang="en-US" sz="2000" i="1" dirty="0"/>
          </a:p>
        </p:txBody>
      </p:sp>
      <p:pic>
        <p:nvPicPr>
          <p:cNvPr id="6" name="Picture 5">
            <a:extLst>
              <a:ext uri="{FF2B5EF4-FFF2-40B4-BE49-F238E27FC236}">
                <a16:creationId xmlns:a16="http://schemas.microsoft.com/office/drawing/2014/main" id="{4B26AA83-1CB4-189B-1A11-1A9E458DE7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33633"/>
            <a:ext cx="9998249" cy="4999124"/>
          </a:xfrm>
          <a:prstGeom prst="rect">
            <a:avLst/>
          </a:prstGeom>
        </p:spPr>
      </p:pic>
      <p:pic>
        <p:nvPicPr>
          <p:cNvPr id="8" name="Picture 7">
            <a:extLst>
              <a:ext uri="{FF2B5EF4-FFF2-40B4-BE49-F238E27FC236}">
                <a16:creationId xmlns:a16="http://schemas.microsoft.com/office/drawing/2014/main" id="{FCDC7F1C-0850-D1F0-004B-C25FF84E6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22041" y="89989"/>
            <a:ext cx="1828804" cy="5486411"/>
          </a:xfrm>
          <a:prstGeom prst="rect">
            <a:avLst/>
          </a:prstGeom>
        </p:spPr>
      </p:pic>
    </p:spTree>
    <p:extLst>
      <p:ext uri="{BB962C8B-B14F-4D97-AF65-F5344CB8AC3E}">
        <p14:creationId xmlns:p14="http://schemas.microsoft.com/office/powerpoint/2010/main" val="6697402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4A439-88E8-8DB4-11B1-CBEAB3CB71D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48F083A-692A-C5EF-ED97-F63B76F80265}"/>
              </a:ext>
            </a:extLst>
          </p:cNvPr>
          <p:cNvSpPr>
            <a:spLocks noGrp="1"/>
          </p:cNvSpPr>
          <p:nvPr>
            <p:ph type="title"/>
          </p:nvPr>
        </p:nvSpPr>
        <p:spPr>
          <a:xfrm>
            <a:off x="838200" y="206439"/>
            <a:ext cx="10515600" cy="759339"/>
          </a:xfrm>
        </p:spPr>
        <p:txBody>
          <a:bodyPr>
            <a:noAutofit/>
          </a:bodyPr>
          <a:lstStyle/>
          <a:p>
            <a:r>
              <a:rPr lang="en-US" sz="2000" i="1" dirty="0"/>
              <a:t>Supplemental Table 1</a:t>
            </a:r>
            <a:r>
              <a:rPr lang="en-US" sz="2000" dirty="0"/>
              <a:t>: Results of indicator species analysis (ISA) on net tows clustered by AHC. Max number of clusters that can be indicated together set equal to two. Used to verify the dominant taxa for each cluster and the use of clusters as representatives of taxa assemblages.</a:t>
            </a:r>
            <a:endParaRPr lang="en-US" sz="2000" i="1" dirty="0"/>
          </a:p>
        </p:txBody>
      </p:sp>
      <p:graphicFrame>
        <p:nvGraphicFramePr>
          <p:cNvPr id="2" name="Table 1">
            <a:extLst>
              <a:ext uri="{FF2B5EF4-FFF2-40B4-BE49-F238E27FC236}">
                <a16:creationId xmlns:a16="http://schemas.microsoft.com/office/drawing/2014/main" id="{C8F4AD93-7124-DF47-70F0-EAFA46198C62}"/>
              </a:ext>
            </a:extLst>
          </p:cNvPr>
          <p:cNvGraphicFramePr>
            <a:graphicFrameLocks noGrp="1"/>
          </p:cNvGraphicFramePr>
          <p:nvPr>
            <p:extLst>
              <p:ext uri="{D42A27DB-BD31-4B8C-83A1-F6EECF244321}">
                <p14:modId xmlns:p14="http://schemas.microsoft.com/office/powerpoint/2010/main" val="671599140"/>
              </p:ext>
            </p:extLst>
          </p:nvPr>
        </p:nvGraphicFramePr>
        <p:xfrm>
          <a:off x="2032000" y="1103100"/>
          <a:ext cx="8127999" cy="416052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Cluster(s)</a:t>
                      </a:r>
                    </a:p>
                  </a:txBody>
                  <a:tcPr/>
                </a:tc>
                <a:tc>
                  <a:txBody>
                    <a:bodyPr/>
                    <a:lstStyle/>
                    <a:p>
                      <a:r>
                        <a:rPr lang="en-US" sz="1600" b="1" dirty="0"/>
                        <a:t>Taxa</a:t>
                      </a:r>
                    </a:p>
                  </a:txBody>
                  <a:tcPr/>
                </a:tc>
                <a:tc>
                  <a:txBody>
                    <a:bodyPr/>
                    <a:lstStyle/>
                    <a:p>
                      <a:r>
                        <a:rPr lang="en-US" sz="1600" b="1" dirty="0"/>
                        <a:t>p-value</a:t>
                      </a:r>
                    </a:p>
                  </a:txBody>
                  <a:tcPr/>
                </a:tc>
                <a:extLst>
                  <a:ext uri="{0D108BD9-81ED-4DB2-BD59-A6C34878D82A}">
                    <a16:rowId xmlns:a16="http://schemas.microsoft.com/office/drawing/2014/main" val="3621098174"/>
                  </a:ext>
                </a:extLst>
              </a:tr>
              <a:tr h="370840">
                <a:tc>
                  <a:txBody>
                    <a:bodyPr/>
                    <a:lstStyle/>
                    <a:p>
                      <a:r>
                        <a:rPr lang="en-US" sz="1600" dirty="0"/>
                        <a:t>10</a:t>
                      </a:r>
                    </a:p>
                  </a:txBody>
                  <a:tcPr/>
                </a:tc>
                <a:tc>
                  <a:txBody>
                    <a:bodyPr/>
                    <a:lstStyle/>
                    <a:p>
                      <a:r>
                        <a:rPr lang="en-US" sz="1600" dirty="0" err="1"/>
                        <a:t>Hexagrammidae</a:t>
                      </a:r>
                      <a:endParaRPr lang="en-US" sz="1600" dirty="0"/>
                    </a:p>
                  </a:txBody>
                  <a:tcPr/>
                </a:tc>
                <a:tc>
                  <a:txBody>
                    <a:bodyPr/>
                    <a:lstStyle/>
                    <a:p>
                      <a:r>
                        <a:rPr lang="en-US" sz="1600" dirty="0"/>
                        <a:t>0.005 **</a:t>
                      </a:r>
                    </a:p>
                  </a:txBody>
                  <a:tcPr/>
                </a:tc>
                <a:extLst>
                  <a:ext uri="{0D108BD9-81ED-4DB2-BD59-A6C34878D82A}">
                    <a16:rowId xmlns:a16="http://schemas.microsoft.com/office/drawing/2014/main" val="3145787672"/>
                  </a:ext>
                </a:extLst>
              </a:tr>
              <a:tr h="370840">
                <a:tc>
                  <a:txBody>
                    <a:bodyPr/>
                    <a:lstStyle/>
                    <a:p>
                      <a:r>
                        <a:rPr lang="en-US" sz="1600" dirty="0"/>
                        <a:t>1 + 5</a:t>
                      </a:r>
                    </a:p>
                  </a:txBody>
                  <a:tcPr/>
                </a:tc>
                <a:tc>
                  <a:txBody>
                    <a:bodyPr/>
                    <a:lstStyle/>
                    <a:p>
                      <a:r>
                        <a:rPr lang="en-US" sz="1600" i="1" dirty="0"/>
                        <a:t>Sebastes</a:t>
                      </a:r>
                      <a:r>
                        <a:rPr lang="en-US" sz="1600" i="0" dirty="0"/>
                        <a:t> spp.</a:t>
                      </a:r>
                      <a:endParaRPr lang="en-US" sz="1600" i="1" dirty="0"/>
                    </a:p>
                  </a:txBody>
                  <a:tcPr/>
                </a:tc>
                <a:tc>
                  <a:txBody>
                    <a:bodyPr/>
                    <a:lstStyle/>
                    <a:p>
                      <a:r>
                        <a:rPr lang="en-US" sz="1600" dirty="0"/>
                        <a:t>0.005 **</a:t>
                      </a:r>
                    </a:p>
                  </a:txBody>
                  <a:tcPr/>
                </a:tc>
                <a:extLst>
                  <a:ext uri="{0D108BD9-81ED-4DB2-BD59-A6C34878D82A}">
                    <a16:rowId xmlns:a16="http://schemas.microsoft.com/office/drawing/2014/main" val="1892644640"/>
                  </a:ext>
                </a:extLst>
              </a:tr>
              <a:tr h="370840">
                <a:tc>
                  <a:txBody>
                    <a:bodyPr/>
                    <a:lstStyle/>
                    <a:p>
                      <a:r>
                        <a:rPr lang="en-US" sz="1600" dirty="0"/>
                        <a:t>2 + 6</a:t>
                      </a:r>
                    </a:p>
                  </a:txBody>
                  <a:tcPr/>
                </a:tc>
                <a:tc>
                  <a:txBody>
                    <a:bodyPr/>
                    <a:lstStyle/>
                    <a:p>
                      <a:r>
                        <a:rPr lang="en-US" sz="1600" i="1" dirty="0" err="1"/>
                        <a:t>Parophrys</a:t>
                      </a:r>
                      <a:r>
                        <a:rPr lang="en-US" sz="1600" i="1" dirty="0"/>
                        <a:t> </a:t>
                      </a:r>
                      <a:r>
                        <a:rPr lang="en-US" sz="1600" i="1" dirty="0" err="1"/>
                        <a:t>vetulus</a:t>
                      </a:r>
                      <a:endParaRPr lang="en-US" sz="1600" i="1" dirty="0"/>
                    </a:p>
                  </a:txBody>
                  <a:tcPr/>
                </a:tc>
                <a:tc>
                  <a:txBody>
                    <a:bodyPr/>
                    <a:lstStyle/>
                    <a:p>
                      <a:r>
                        <a:rPr lang="en-US" sz="1600" dirty="0"/>
                        <a:t>0.005 **</a:t>
                      </a:r>
                    </a:p>
                  </a:txBody>
                  <a:tcPr/>
                </a:tc>
                <a:extLst>
                  <a:ext uri="{0D108BD9-81ED-4DB2-BD59-A6C34878D82A}">
                    <a16:rowId xmlns:a16="http://schemas.microsoft.com/office/drawing/2014/main" val="2227666454"/>
                  </a:ext>
                </a:extLst>
              </a:tr>
              <a:tr h="370840">
                <a:tc>
                  <a:txBody>
                    <a:bodyPr/>
                    <a:lstStyle/>
                    <a:p>
                      <a:r>
                        <a:rPr lang="en-US" sz="1600" dirty="0"/>
                        <a:t>3 + 4</a:t>
                      </a:r>
                    </a:p>
                  </a:txBody>
                  <a:tcPr/>
                </a:tc>
                <a:tc>
                  <a:txBody>
                    <a:bodyPr/>
                    <a:lstStyle/>
                    <a:p>
                      <a:r>
                        <a:rPr lang="en-US" sz="1600" i="1" dirty="0" err="1"/>
                        <a:t>Bathylagus</a:t>
                      </a:r>
                      <a:r>
                        <a:rPr lang="en-US" sz="1600" i="1" dirty="0"/>
                        <a:t> </a:t>
                      </a:r>
                      <a:r>
                        <a:rPr lang="en-US" sz="1600" i="1" dirty="0" err="1"/>
                        <a:t>ochotensis</a:t>
                      </a:r>
                      <a:endParaRPr lang="en-US" sz="1600" i="1" dirty="0"/>
                    </a:p>
                  </a:txBody>
                  <a:tcPr/>
                </a:tc>
                <a:tc>
                  <a:txBody>
                    <a:bodyPr/>
                    <a:lstStyle/>
                    <a:p>
                      <a:r>
                        <a:rPr lang="en-US" sz="1600" dirty="0"/>
                        <a:t>0.025 *</a:t>
                      </a:r>
                    </a:p>
                  </a:txBody>
                  <a:tcPr/>
                </a:tc>
                <a:extLst>
                  <a:ext uri="{0D108BD9-81ED-4DB2-BD59-A6C34878D82A}">
                    <a16:rowId xmlns:a16="http://schemas.microsoft.com/office/drawing/2014/main" val="3253798277"/>
                  </a:ext>
                </a:extLst>
              </a:tr>
              <a:tr h="370840">
                <a:tc>
                  <a:txBody>
                    <a:bodyPr/>
                    <a:lstStyle/>
                    <a:p>
                      <a:r>
                        <a:rPr lang="en-US" sz="1600" dirty="0"/>
                        <a:t>4 + 10</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0.01 **</a:t>
                      </a:r>
                    </a:p>
                  </a:txBody>
                  <a:tcPr/>
                </a:tc>
                <a:extLst>
                  <a:ext uri="{0D108BD9-81ED-4DB2-BD59-A6C34878D82A}">
                    <a16:rowId xmlns:a16="http://schemas.microsoft.com/office/drawing/2014/main" val="2364807414"/>
                  </a:ext>
                </a:extLst>
              </a:tr>
              <a:tr h="370840">
                <a:tc>
                  <a:txBody>
                    <a:bodyPr/>
                    <a:lstStyle/>
                    <a:p>
                      <a:r>
                        <a:rPr lang="en-US" sz="1600" dirty="0"/>
                        <a:t>5 + 6</a:t>
                      </a:r>
                    </a:p>
                  </a:txBody>
                  <a:tcPr/>
                </a:tc>
                <a:tc>
                  <a:txBody>
                    <a:bodyPr/>
                    <a:lstStyle/>
                    <a:p>
                      <a:r>
                        <a:rPr lang="en-US" sz="1600" i="1" dirty="0" err="1"/>
                        <a:t>Isopsetta</a:t>
                      </a:r>
                      <a:r>
                        <a:rPr lang="en-US" sz="1600" i="1" dirty="0"/>
                        <a:t> </a:t>
                      </a:r>
                      <a:r>
                        <a:rPr lang="en-US" sz="1600" i="1" dirty="0" err="1"/>
                        <a:t>isolepis</a:t>
                      </a:r>
                      <a:endParaRPr lang="en-US" sz="1600" i="1" dirty="0"/>
                    </a:p>
                  </a:txBody>
                  <a:tcPr/>
                </a:tc>
                <a:tc>
                  <a:txBody>
                    <a:bodyPr/>
                    <a:lstStyle/>
                    <a:p>
                      <a:r>
                        <a:rPr lang="en-US" sz="1600" dirty="0"/>
                        <a:t>0.02 *</a:t>
                      </a:r>
                    </a:p>
                  </a:txBody>
                  <a:tcPr/>
                </a:tc>
                <a:extLst>
                  <a:ext uri="{0D108BD9-81ED-4DB2-BD59-A6C34878D82A}">
                    <a16:rowId xmlns:a16="http://schemas.microsoft.com/office/drawing/2014/main" val="4229098351"/>
                  </a:ext>
                </a:extLst>
              </a:tr>
              <a:tr h="370840">
                <a:tc>
                  <a:txBody>
                    <a:bodyPr/>
                    <a:lstStyle/>
                    <a:p>
                      <a:r>
                        <a:rPr lang="en-US" sz="1600" dirty="0"/>
                        <a:t>5 + 10</a:t>
                      </a:r>
                    </a:p>
                  </a:txBody>
                  <a:tcPr/>
                </a:tc>
                <a:tc>
                  <a:txBody>
                    <a:bodyPr/>
                    <a:lstStyle/>
                    <a:p>
                      <a:r>
                        <a:rPr lang="en-US" sz="1600" i="1" dirty="0"/>
                        <a:t>Liparis</a:t>
                      </a:r>
                      <a:r>
                        <a:rPr lang="en-US" sz="1600" i="0" dirty="0"/>
                        <a:t> spp.</a:t>
                      </a:r>
                      <a:endParaRPr lang="en-US" sz="1600" i="1" dirty="0"/>
                    </a:p>
                  </a:txBody>
                  <a:tcPr/>
                </a:tc>
                <a:tc>
                  <a:txBody>
                    <a:bodyPr/>
                    <a:lstStyle/>
                    <a:p>
                      <a:r>
                        <a:rPr lang="en-US" sz="1600" dirty="0"/>
                        <a:t>0.005 **</a:t>
                      </a:r>
                    </a:p>
                  </a:txBody>
                  <a:tcPr/>
                </a:tc>
                <a:extLst>
                  <a:ext uri="{0D108BD9-81ED-4DB2-BD59-A6C34878D82A}">
                    <a16:rowId xmlns:a16="http://schemas.microsoft.com/office/drawing/2014/main" val="1711312673"/>
                  </a:ext>
                </a:extLst>
              </a:tr>
              <a:tr h="370840">
                <a:tc>
                  <a:txBody>
                    <a:bodyPr/>
                    <a:lstStyle/>
                    <a:p>
                      <a:r>
                        <a:rPr lang="en-US" sz="1600" dirty="0"/>
                        <a:t>6 + 9</a:t>
                      </a:r>
                    </a:p>
                  </a:txBody>
                  <a:tcPr/>
                </a:tc>
                <a:tc>
                  <a:txBody>
                    <a:bodyPr/>
                    <a:lstStyle/>
                    <a:p>
                      <a:r>
                        <a:rPr lang="en-US" sz="1600" dirty="0"/>
                        <a:t>Osmeridae</a:t>
                      </a:r>
                    </a:p>
                    <a:p>
                      <a:r>
                        <a:rPr lang="en-US" sz="1600" i="1" dirty="0" err="1"/>
                        <a:t>Psettichthys</a:t>
                      </a:r>
                      <a:r>
                        <a:rPr lang="en-US" sz="1600" i="1" dirty="0"/>
                        <a:t> </a:t>
                      </a:r>
                      <a:r>
                        <a:rPr lang="en-US" sz="1600" i="1" dirty="0" err="1"/>
                        <a:t>melanostictus</a:t>
                      </a:r>
                      <a:endParaRPr lang="en-US" sz="1600" i="0" dirty="0"/>
                    </a:p>
                    <a:p>
                      <a:r>
                        <a:rPr lang="en-US" sz="1600" i="0" dirty="0" err="1"/>
                        <a:t>Gadidae</a:t>
                      </a:r>
                      <a:endParaRPr lang="en-US" sz="1600" i="1" dirty="0"/>
                    </a:p>
                  </a:txBody>
                  <a:tcPr/>
                </a:tc>
                <a:tc>
                  <a:txBody>
                    <a:bodyPr/>
                    <a:lstStyle/>
                    <a:p>
                      <a:r>
                        <a:rPr lang="en-US" sz="1600" dirty="0"/>
                        <a:t>0.005 **</a:t>
                      </a:r>
                    </a:p>
                    <a:p>
                      <a:r>
                        <a:rPr lang="en-US" sz="1600" dirty="0"/>
                        <a:t>0.005 **</a:t>
                      </a:r>
                    </a:p>
                    <a:p>
                      <a:r>
                        <a:rPr lang="en-US" sz="1600" dirty="0"/>
                        <a:t>0.050 *</a:t>
                      </a:r>
                    </a:p>
                  </a:txBody>
                  <a:tcPr/>
                </a:tc>
                <a:extLst>
                  <a:ext uri="{0D108BD9-81ED-4DB2-BD59-A6C34878D82A}">
                    <a16:rowId xmlns:a16="http://schemas.microsoft.com/office/drawing/2014/main" val="3978542847"/>
                  </a:ext>
                </a:extLst>
              </a:tr>
              <a:tr h="370840">
                <a:tc>
                  <a:txBody>
                    <a:bodyPr/>
                    <a:lstStyle/>
                    <a:p>
                      <a:r>
                        <a:rPr lang="en-US" sz="1600" dirty="0"/>
                        <a:t>6 + 10</a:t>
                      </a:r>
                    </a:p>
                  </a:txBody>
                  <a:tcPr/>
                </a:tc>
                <a:tc>
                  <a:txBody>
                    <a:bodyPr/>
                    <a:lstStyle/>
                    <a:p>
                      <a:r>
                        <a:rPr lang="en-US" sz="1600" dirty="0" err="1"/>
                        <a:t>Ammodytidae</a:t>
                      </a:r>
                      <a:endParaRPr lang="en-US" sz="1600" dirty="0"/>
                    </a:p>
                  </a:txBody>
                  <a:tcPr/>
                </a:tc>
                <a:tc>
                  <a:txBody>
                    <a:bodyPr/>
                    <a:lstStyle/>
                    <a:p>
                      <a:r>
                        <a:rPr lang="en-US" sz="1600" dirty="0"/>
                        <a:t>0.005 **</a:t>
                      </a:r>
                    </a:p>
                  </a:txBody>
                  <a:tcPr/>
                </a:tc>
                <a:extLst>
                  <a:ext uri="{0D108BD9-81ED-4DB2-BD59-A6C34878D82A}">
                    <a16:rowId xmlns:a16="http://schemas.microsoft.com/office/drawing/2014/main" val="4061474650"/>
                  </a:ext>
                </a:extLst>
              </a:tr>
            </a:tbl>
          </a:graphicData>
        </a:graphic>
      </p:graphicFrame>
    </p:spTree>
    <p:extLst>
      <p:ext uri="{BB962C8B-B14F-4D97-AF65-F5344CB8AC3E}">
        <p14:creationId xmlns:p14="http://schemas.microsoft.com/office/powerpoint/2010/main" val="16603563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2358C-3DED-8623-223A-38B520D1542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166C8B-63A5-630A-051D-AED281BA7F24}"/>
              </a:ext>
            </a:extLst>
          </p:cNvPr>
          <p:cNvSpPr>
            <a:spLocks noGrp="1"/>
          </p:cNvSpPr>
          <p:nvPr>
            <p:ph type="title"/>
          </p:nvPr>
        </p:nvSpPr>
        <p:spPr>
          <a:xfrm>
            <a:off x="274938" y="78785"/>
            <a:ext cx="11642124" cy="1092110"/>
          </a:xfrm>
        </p:spPr>
        <p:txBody>
          <a:bodyPr>
            <a:noAutofit/>
          </a:bodyPr>
          <a:lstStyle/>
          <a:p>
            <a:r>
              <a:rPr lang="en-US" sz="2000" i="1" dirty="0"/>
              <a:t>(alternative?) Supplemental Table 1</a:t>
            </a:r>
            <a:r>
              <a:rPr lang="en-US" sz="2000" dirty="0"/>
              <a:t>: Results of indicator species analysis (ISA) on net tows from four main clusters in the overall AHC. Max number of clusters that can be indicated together set equal to two. Used to verify the dominant taxa for each cluster and the use of clusters as representatives of taxa assemblages.</a:t>
            </a:r>
            <a:endParaRPr lang="en-US" sz="2000" i="1" dirty="0"/>
          </a:p>
        </p:txBody>
      </p:sp>
      <p:graphicFrame>
        <p:nvGraphicFramePr>
          <p:cNvPr id="3" name="Table 2">
            <a:extLst>
              <a:ext uri="{FF2B5EF4-FFF2-40B4-BE49-F238E27FC236}">
                <a16:creationId xmlns:a16="http://schemas.microsoft.com/office/drawing/2014/main" id="{30DB109B-E96C-1C40-5475-7D086EA7FA15}"/>
              </a:ext>
            </a:extLst>
          </p:cNvPr>
          <p:cNvGraphicFramePr>
            <a:graphicFrameLocks noGrp="1"/>
          </p:cNvGraphicFramePr>
          <p:nvPr>
            <p:extLst>
              <p:ext uri="{D42A27DB-BD31-4B8C-83A1-F6EECF244321}">
                <p14:modId xmlns:p14="http://schemas.microsoft.com/office/powerpoint/2010/main" val="160461288"/>
              </p:ext>
            </p:extLst>
          </p:nvPr>
        </p:nvGraphicFramePr>
        <p:xfrm>
          <a:off x="2032000" y="1064215"/>
          <a:ext cx="8127999" cy="571500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Cluster(s)</a:t>
                      </a:r>
                    </a:p>
                  </a:txBody>
                  <a:tcPr/>
                </a:tc>
                <a:tc>
                  <a:txBody>
                    <a:bodyPr/>
                    <a:lstStyle/>
                    <a:p>
                      <a:r>
                        <a:rPr lang="en-US" sz="1600" b="1" dirty="0"/>
                        <a:t>Taxa</a:t>
                      </a:r>
                    </a:p>
                  </a:txBody>
                  <a:tcPr/>
                </a:tc>
                <a:tc>
                  <a:txBody>
                    <a:bodyPr/>
                    <a:lstStyle/>
                    <a:p>
                      <a:r>
                        <a:rPr lang="en-US" sz="1600" b="1" dirty="0"/>
                        <a:t>p-value</a:t>
                      </a:r>
                    </a:p>
                  </a:txBody>
                  <a:tcPr/>
                </a:tc>
                <a:extLst>
                  <a:ext uri="{0D108BD9-81ED-4DB2-BD59-A6C34878D82A}">
                    <a16:rowId xmlns:a16="http://schemas.microsoft.com/office/drawing/2014/main" val="3621098174"/>
                  </a:ext>
                </a:extLst>
              </a:tr>
              <a:tr h="370840">
                <a:tc>
                  <a:txBody>
                    <a:bodyPr/>
                    <a:lstStyle/>
                    <a:p>
                      <a:r>
                        <a:rPr lang="en-US" sz="1600" dirty="0"/>
                        <a:t>2</a:t>
                      </a:r>
                    </a:p>
                  </a:txBody>
                  <a:tcPr/>
                </a:tc>
                <a:tc>
                  <a:txBody>
                    <a:bodyPr/>
                    <a:lstStyle/>
                    <a:p>
                      <a:r>
                        <a:rPr lang="en-US" sz="1600" dirty="0" err="1"/>
                        <a:t>Cyclopsettidae</a:t>
                      </a:r>
                      <a:endParaRPr lang="en-US" sz="1600" dirty="0"/>
                    </a:p>
                  </a:txBody>
                  <a:tcPr/>
                </a:tc>
                <a:tc>
                  <a:txBody>
                    <a:bodyPr/>
                    <a:lstStyle/>
                    <a:p>
                      <a:r>
                        <a:rPr lang="en-US" sz="1600" dirty="0"/>
                        <a:t>0.005 **</a:t>
                      </a:r>
                    </a:p>
                  </a:txBody>
                  <a:tcPr/>
                </a:tc>
                <a:extLst>
                  <a:ext uri="{0D108BD9-81ED-4DB2-BD59-A6C34878D82A}">
                    <a16:rowId xmlns:a16="http://schemas.microsoft.com/office/drawing/2014/main" val="3145787672"/>
                  </a:ext>
                </a:extLst>
              </a:tr>
              <a:tr h="370840">
                <a:tc>
                  <a:txBody>
                    <a:bodyPr/>
                    <a:lstStyle/>
                    <a:p>
                      <a:r>
                        <a:rPr lang="en-US" sz="1600" dirty="0"/>
                        <a:t>3</a:t>
                      </a:r>
                    </a:p>
                  </a:txBody>
                  <a:tcPr/>
                </a:tc>
                <a:tc>
                  <a:txBody>
                    <a:bodyPr/>
                    <a:lstStyle/>
                    <a:p>
                      <a:r>
                        <a:rPr lang="en-US" sz="1600" i="1" dirty="0" err="1"/>
                        <a:t>Bathylagus</a:t>
                      </a:r>
                      <a:r>
                        <a:rPr lang="en-US" sz="1600" i="1" dirty="0"/>
                        <a:t> </a:t>
                      </a:r>
                      <a:r>
                        <a:rPr lang="en-US" sz="1600" i="1" dirty="0" err="1"/>
                        <a:t>ochotensis</a:t>
                      </a:r>
                      <a:endParaRPr lang="en-US" sz="1600" i="0" dirty="0"/>
                    </a:p>
                    <a:p>
                      <a:r>
                        <a:rPr lang="en-US" sz="1600" i="1" dirty="0" err="1"/>
                        <a:t>Protomyctophum</a:t>
                      </a:r>
                      <a:r>
                        <a:rPr lang="en-US" sz="1600" i="0" dirty="0"/>
                        <a:t> spp.</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1892644640"/>
                  </a:ext>
                </a:extLst>
              </a:tr>
              <a:tr h="370840">
                <a:tc>
                  <a:txBody>
                    <a:bodyPr/>
                    <a:lstStyle/>
                    <a:p>
                      <a:r>
                        <a:rPr lang="en-US" sz="1600" dirty="0"/>
                        <a:t>4</a:t>
                      </a:r>
                    </a:p>
                  </a:txBody>
                  <a:tcPr/>
                </a:tc>
                <a:tc>
                  <a:txBody>
                    <a:bodyPr/>
                    <a:lstStyle/>
                    <a:p>
                      <a:r>
                        <a:rPr lang="en-US" sz="1600" i="0" dirty="0"/>
                        <a:t>Osmeridae</a:t>
                      </a:r>
                    </a:p>
                    <a:p>
                      <a:r>
                        <a:rPr lang="en-US" sz="1600" i="1" dirty="0" err="1"/>
                        <a:t>Isopsetta</a:t>
                      </a:r>
                      <a:r>
                        <a:rPr lang="en-US" sz="1600" i="1" dirty="0"/>
                        <a:t> </a:t>
                      </a:r>
                      <a:r>
                        <a:rPr lang="en-US" sz="1600" i="1" dirty="0" err="1"/>
                        <a:t>isolepis</a:t>
                      </a:r>
                      <a:endParaRPr lang="en-US" sz="1600" i="1" dirty="0"/>
                    </a:p>
                    <a:p>
                      <a:r>
                        <a:rPr lang="en-US" sz="1600" i="1" dirty="0" err="1"/>
                        <a:t>Psettichthys</a:t>
                      </a:r>
                      <a:r>
                        <a:rPr lang="en-US" sz="1600" i="1" dirty="0"/>
                        <a:t> </a:t>
                      </a:r>
                      <a:r>
                        <a:rPr lang="en-US" sz="1600" i="1" dirty="0" err="1"/>
                        <a:t>melanostictus</a:t>
                      </a:r>
                      <a:endParaRPr lang="en-US" sz="1600" i="1" dirty="0"/>
                    </a:p>
                    <a:p>
                      <a:r>
                        <a:rPr lang="en-US" sz="1600" i="0" dirty="0"/>
                        <a:t>Cottidae</a:t>
                      </a:r>
                    </a:p>
                    <a:p>
                      <a:r>
                        <a:rPr lang="en-US" sz="1600" i="0" dirty="0" err="1"/>
                        <a:t>Gadidae</a:t>
                      </a:r>
                      <a:endParaRPr lang="en-US" sz="1600" i="0" dirty="0"/>
                    </a:p>
                  </a:txBody>
                  <a:tcPr/>
                </a:tc>
                <a:tc>
                  <a:txBody>
                    <a:bodyPr/>
                    <a:lstStyle/>
                    <a:p>
                      <a:r>
                        <a:rPr lang="en-US" sz="1600" dirty="0"/>
                        <a:t>0.005 **</a:t>
                      </a:r>
                    </a:p>
                    <a:p>
                      <a:r>
                        <a:rPr lang="en-US" sz="1600" dirty="0"/>
                        <a:t>0.005 **</a:t>
                      </a:r>
                    </a:p>
                    <a:p>
                      <a:r>
                        <a:rPr lang="en-US" sz="1600" dirty="0"/>
                        <a:t>0.005 **</a:t>
                      </a:r>
                    </a:p>
                    <a:p>
                      <a:r>
                        <a:rPr lang="en-US" sz="1600" dirty="0"/>
                        <a:t>0.005 **</a:t>
                      </a:r>
                    </a:p>
                    <a:p>
                      <a:r>
                        <a:rPr lang="en-US" sz="1600" dirty="0"/>
                        <a:t>0.005 **</a:t>
                      </a:r>
                    </a:p>
                  </a:txBody>
                  <a:tcPr/>
                </a:tc>
                <a:extLst>
                  <a:ext uri="{0D108BD9-81ED-4DB2-BD59-A6C34878D82A}">
                    <a16:rowId xmlns:a16="http://schemas.microsoft.com/office/drawing/2014/main" val="2227666454"/>
                  </a:ext>
                </a:extLst>
              </a:tr>
              <a:tr h="370840">
                <a:tc>
                  <a:txBody>
                    <a:bodyPr/>
                    <a:lstStyle/>
                    <a:p>
                      <a:r>
                        <a:rPr lang="en-US" sz="1600" dirty="0"/>
                        <a:t>1 + 2</a:t>
                      </a:r>
                    </a:p>
                  </a:txBody>
                  <a:tcPr/>
                </a:tc>
                <a:tc>
                  <a:txBody>
                    <a:bodyPr/>
                    <a:lstStyle/>
                    <a:p>
                      <a:r>
                        <a:rPr lang="en-US" sz="1600" i="1" dirty="0"/>
                        <a:t>Sebastes </a:t>
                      </a:r>
                      <a:r>
                        <a:rPr lang="en-US" sz="1600" i="0" dirty="0"/>
                        <a:t>spp.</a:t>
                      </a:r>
                    </a:p>
                    <a:p>
                      <a:r>
                        <a:rPr lang="en-US" sz="1600" i="1" dirty="0" err="1"/>
                        <a:t>Glyptocephalus</a:t>
                      </a:r>
                      <a:r>
                        <a:rPr lang="en-US" sz="1600" i="1" dirty="0"/>
                        <a:t> </a:t>
                      </a:r>
                      <a:r>
                        <a:rPr lang="en-US" sz="1600" i="1" dirty="0" err="1"/>
                        <a:t>zachirus</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3253798277"/>
                  </a:ext>
                </a:extLst>
              </a:tr>
              <a:tr h="370840">
                <a:tc>
                  <a:txBody>
                    <a:bodyPr/>
                    <a:lstStyle/>
                    <a:p>
                      <a:r>
                        <a:rPr lang="en-US" sz="1600" dirty="0"/>
                        <a:t>1 + 3</a:t>
                      </a:r>
                    </a:p>
                  </a:txBody>
                  <a:tcPr/>
                </a:tc>
                <a:tc>
                  <a:txBody>
                    <a:bodyPr/>
                    <a:lstStyle/>
                    <a:p>
                      <a:r>
                        <a:rPr lang="en-US" sz="1600" i="1" dirty="0" err="1"/>
                        <a:t>Stenobrachius</a:t>
                      </a:r>
                      <a:r>
                        <a:rPr lang="en-US" sz="1600" i="1" dirty="0"/>
                        <a:t> </a:t>
                      </a:r>
                      <a:r>
                        <a:rPr lang="en-US" sz="1600" i="1" dirty="0" err="1"/>
                        <a:t>leucopsarus</a:t>
                      </a:r>
                      <a:endParaRPr lang="en-US" sz="1600" i="1" dirty="0"/>
                    </a:p>
                    <a:p>
                      <a:r>
                        <a:rPr lang="en-US" sz="1600" i="1" dirty="0" err="1"/>
                        <a:t>Tarletonbenia</a:t>
                      </a:r>
                      <a:r>
                        <a:rPr lang="en-US" sz="1600" i="1" dirty="0"/>
                        <a:t> </a:t>
                      </a:r>
                      <a:r>
                        <a:rPr lang="en-US" sz="1600" i="1" dirty="0" err="1"/>
                        <a:t>crenularis</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2364807414"/>
                  </a:ext>
                </a:extLst>
              </a:tr>
              <a:tr h="370840">
                <a:tc>
                  <a:txBody>
                    <a:bodyPr/>
                    <a:lstStyle/>
                    <a:p>
                      <a:r>
                        <a:rPr lang="en-US" sz="1600" dirty="0"/>
                        <a:t>1 + 4</a:t>
                      </a:r>
                    </a:p>
                  </a:txBody>
                  <a:tcPr/>
                </a:tc>
                <a:tc>
                  <a:txBody>
                    <a:bodyPr/>
                    <a:lstStyle/>
                    <a:p>
                      <a:r>
                        <a:rPr lang="en-US" sz="1600" i="1" dirty="0" err="1"/>
                        <a:t>Hemilepidotus</a:t>
                      </a:r>
                      <a:r>
                        <a:rPr lang="en-US" sz="1600" i="1" dirty="0"/>
                        <a:t> </a:t>
                      </a:r>
                      <a:r>
                        <a:rPr lang="en-US" sz="1600" i="0" dirty="0"/>
                        <a:t>spp.</a:t>
                      </a:r>
                      <a:endParaRPr lang="en-US" sz="1600" i="1" dirty="0"/>
                    </a:p>
                  </a:txBody>
                  <a:tcPr/>
                </a:tc>
                <a:tc>
                  <a:txBody>
                    <a:bodyPr/>
                    <a:lstStyle/>
                    <a:p>
                      <a:r>
                        <a:rPr lang="en-US" sz="1600" dirty="0"/>
                        <a:t>0.02 *</a:t>
                      </a:r>
                    </a:p>
                  </a:txBody>
                  <a:tcPr/>
                </a:tc>
                <a:extLst>
                  <a:ext uri="{0D108BD9-81ED-4DB2-BD59-A6C34878D82A}">
                    <a16:rowId xmlns:a16="http://schemas.microsoft.com/office/drawing/2014/main" val="4229098351"/>
                  </a:ext>
                </a:extLst>
              </a:tr>
              <a:tr h="370840">
                <a:tc>
                  <a:txBody>
                    <a:bodyPr/>
                    <a:lstStyle/>
                    <a:p>
                      <a:r>
                        <a:rPr lang="en-US" sz="1600" dirty="0"/>
                        <a:t>2 + 4</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0" dirty="0" err="1"/>
                        <a:t>Ammodytidae</a:t>
                      </a:r>
                      <a:endParaRPr lang="en-US" sz="1600" i="0" dirty="0"/>
                    </a:p>
                    <a:p>
                      <a:r>
                        <a:rPr lang="en-US" sz="1600" i="1" dirty="0"/>
                        <a:t>Liparis</a:t>
                      </a:r>
                      <a:r>
                        <a:rPr lang="en-US" sz="1600" i="0" dirty="0"/>
                        <a:t> spp.</a:t>
                      </a:r>
                    </a:p>
                    <a:p>
                      <a:r>
                        <a:rPr lang="en-US" sz="1600" i="0" dirty="0" err="1"/>
                        <a:t>Hexagrammidae</a:t>
                      </a:r>
                      <a:endParaRPr lang="en-US" sz="1600" i="0" dirty="0"/>
                    </a:p>
                    <a:p>
                      <a:r>
                        <a:rPr lang="en-US" sz="1600" i="0" dirty="0" err="1"/>
                        <a:t>Psychrolutidae</a:t>
                      </a:r>
                      <a:endParaRPr lang="en-US" sz="1600" i="0" dirty="0"/>
                    </a:p>
                    <a:p>
                      <a:r>
                        <a:rPr lang="en-US" sz="1600" i="1" dirty="0" err="1"/>
                        <a:t>Scropaenichthys</a:t>
                      </a:r>
                      <a:r>
                        <a:rPr lang="en-US" sz="1600" i="1" dirty="0"/>
                        <a:t> marmoratus</a:t>
                      </a:r>
                    </a:p>
                  </a:txBody>
                  <a:tcPr/>
                </a:tc>
                <a:tc>
                  <a:txBody>
                    <a:bodyPr/>
                    <a:lstStyle/>
                    <a:p>
                      <a:r>
                        <a:rPr lang="en-US" sz="1600" dirty="0"/>
                        <a:t>0.005 **</a:t>
                      </a:r>
                    </a:p>
                    <a:p>
                      <a:r>
                        <a:rPr lang="en-US" sz="1600" dirty="0"/>
                        <a:t>0.005 **</a:t>
                      </a:r>
                    </a:p>
                    <a:p>
                      <a:r>
                        <a:rPr lang="en-US" sz="1600" dirty="0"/>
                        <a:t>0.005 **</a:t>
                      </a:r>
                    </a:p>
                    <a:p>
                      <a:r>
                        <a:rPr lang="en-US" sz="1600" dirty="0"/>
                        <a:t>0.005 **</a:t>
                      </a:r>
                    </a:p>
                    <a:p>
                      <a:r>
                        <a:rPr lang="en-US" sz="1600" dirty="0"/>
                        <a:t>0.010 **</a:t>
                      </a:r>
                    </a:p>
                    <a:p>
                      <a:r>
                        <a:rPr lang="en-US" sz="1600" dirty="0"/>
                        <a:t>0.050 **</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6465122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2D393-2834-41E5-D35A-B2AE1946B4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1810874-F6CD-271A-95D0-412424B52466}"/>
              </a:ext>
            </a:extLst>
          </p:cNvPr>
          <p:cNvSpPr>
            <a:spLocks noGrp="1"/>
          </p:cNvSpPr>
          <p:nvPr>
            <p:ph type="title"/>
          </p:nvPr>
        </p:nvSpPr>
        <p:spPr>
          <a:xfrm>
            <a:off x="838200" y="5704870"/>
            <a:ext cx="10515600" cy="1092972"/>
          </a:xfrm>
        </p:spPr>
        <p:txBody>
          <a:bodyPr>
            <a:noAutofit/>
          </a:bodyPr>
          <a:lstStyle/>
          <a:p>
            <a:r>
              <a:rPr lang="en-US" sz="2000" i="1" dirty="0"/>
              <a:t>Supplemental Figure 3</a:t>
            </a:r>
            <a:r>
              <a:rPr lang="en-US" sz="2000" dirty="0"/>
              <a:t>: Map of sampling events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a:t>
            </a:r>
            <a:endParaRPr lang="en-US" sz="2000" i="1" dirty="0"/>
          </a:p>
        </p:txBody>
      </p:sp>
      <p:pic>
        <p:nvPicPr>
          <p:cNvPr id="6" name="Picture 5">
            <a:extLst>
              <a:ext uri="{FF2B5EF4-FFF2-40B4-BE49-F238E27FC236}">
                <a16:creationId xmlns:a16="http://schemas.microsoft.com/office/drawing/2014/main" id="{946A4565-A6A7-3A5C-1C1C-69D7C68A2E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25579" y="102269"/>
            <a:ext cx="8095247" cy="5396831"/>
          </a:xfrm>
          <a:prstGeom prst="rect">
            <a:avLst/>
          </a:prstGeom>
        </p:spPr>
      </p:pic>
    </p:spTree>
    <p:extLst>
      <p:ext uri="{BB962C8B-B14F-4D97-AF65-F5344CB8AC3E}">
        <p14:creationId xmlns:p14="http://schemas.microsoft.com/office/powerpoint/2010/main" val="33920813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63229-B64E-B610-7A37-8110BE555A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0ACA70-A2C0-F61A-DC73-D4C722F8DFAA}"/>
              </a:ext>
            </a:extLst>
          </p:cNvPr>
          <p:cNvSpPr>
            <a:spLocks noGrp="1"/>
          </p:cNvSpPr>
          <p:nvPr>
            <p:ph type="title"/>
          </p:nvPr>
        </p:nvSpPr>
        <p:spPr>
          <a:xfrm>
            <a:off x="838200" y="5389418"/>
            <a:ext cx="10515600" cy="1408424"/>
          </a:xfrm>
        </p:spPr>
        <p:txBody>
          <a:bodyPr>
            <a:noAutofit/>
          </a:bodyPr>
          <a:lstStyle/>
          <a:p>
            <a:r>
              <a:rPr lang="en-US" sz="2000" i="1" dirty="0"/>
              <a:t>(alternative?) Supplemental Figure 3</a:t>
            </a:r>
            <a:r>
              <a:rPr lang="en-US" sz="2000" dirty="0"/>
              <a:t>: Map of sampling events belonging to the four largest clusters (1, 2, 4, and 6, previously)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a:t>
            </a:r>
            <a:endParaRPr lang="en-US" sz="2000" i="1" dirty="0"/>
          </a:p>
        </p:txBody>
      </p:sp>
    </p:spTree>
    <p:extLst>
      <p:ext uri="{BB962C8B-B14F-4D97-AF65-F5344CB8AC3E}">
        <p14:creationId xmlns:p14="http://schemas.microsoft.com/office/powerpoint/2010/main" val="33645957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87569-9EDF-8C08-C062-B04F5F7A6E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7A37444-75A9-E022-AFD2-E79F94D4930D}"/>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623384" y="0"/>
            <a:ext cx="6945231" cy="5787693"/>
          </a:xfrm>
          <a:prstGeom prst="rect">
            <a:avLst/>
          </a:prstGeom>
        </p:spPr>
      </p:pic>
      <p:sp>
        <p:nvSpPr>
          <p:cNvPr id="9" name="Title 3">
            <a:extLst>
              <a:ext uri="{FF2B5EF4-FFF2-40B4-BE49-F238E27FC236}">
                <a16:creationId xmlns:a16="http://schemas.microsoft.com/office/drawing/2014/main" id="{931FC060-0F15-22F0-8087-8A1D9E74F4C5}"/>
              </a:ext>
            </a:extLst>
          </p:cNvPr>
          <p:cNvSpPr txBox="1">
            <a:spLocks/>
          </p:cNvSpPr>
          <p:nvPr/>
        </p:nvSpPr>
        <p:spPr>
          <a:xfrm>
            <a:off x="475247" y="5765028"/>
            <a:ext cx="11153274" cy="105086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i="1" dirty="0"/>
              <a:t>Supplemental Figure 4</a:t>
            </a:r>
            <a:r>
              <a:rPr lang="en-US" sz="2000" dirty="0"/>
              <a:t>: NMDS ordination plot of net tows. Points and polygons are colored by cluster to visualize the unconstrained variation in assemblage composition and relationships between and within clusters in ordination space.</a:t>
            </a:r>
            <a:endParaRPr lang="en-US" sz="2000" i="1" dirty="0"/>
          </a:p>
        </p:txBody>
      </p:sp>
    </p:spTree>
    <p:extLst>
      <p:ext uri="{BB962C8B-B14F-4D97-AF65-F5344CB8AC3E}">
        <p14:creationId xmlns:p14="http://schemas.microsoft.com/office/powerpoint/2010/main" val="29168050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DA782-6831-32E1-4E71-92413708AD5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9B775B-0E8F-EDF0-40D6-0A4CAAE66D8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581977" y="0"/>
            <a:ext cx="7028046" cy="5856705"/>
          </a:xfrm>
          <a:prstGeom prst="rect">
            <a:avLst/>
          </a:prstGeom>
        </p:spPr>
      </p:pic>
      <p:sp>
        <p:nvSpPr>
          <p:cNvPr id="6" name="Title 3">
            <a:extLst>
              <a:ext uri="{FF2B5EF4-FFF2-40B4-BE49-F238E27FC236}">
                <a16:creationId xmlns:a16="http://schemas.microsoft.com/office/drawing/2014/main" id="{4EEF9698-ADA8-F6AA-B627-FB393B67AA1C}"/>
              </a:ext>
            </a:extLst>
          </p:cNvPr>
          <p:cNvSpPr txBox="1">
            <a:spLocks/>
          </p:cNvSpPr>
          <p:nvPr/>
        </p:nvSpPr>
        <p:spPr>
          <a:xfrm>
            <a:off x="475247" y="5765028"/>
            <a:ext cx="11153274" cy="105086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i="1" dirty="0"/>
              <a:t>(alternative?) Supplemental Figure 4</a:t>
            </a:r>
            <a:r>
              <a:rPr lang="en-US" sz="2000" dirty="0"/>
              <a:t>: NMDS ordination plot of net tows from the four largest clusters (1, 2, 4, and 6, previously). Points and polygons are colored by cluster to visualize the unconstrained variation in assemblage composition and relationships between and within clusters in ordination space.</a:t>
            </a:r>
            <a:endParaRPr lang="en-US" sz="2000" i="1" dirty="0"/>
          </a:p>
        </p:txBody>
      </p:sp>
    </p:spTree>
    <p:extLst>
      <p:ext uri="{BB962C8B-B14F-4D97-AF65-F5344CB8AC3E}">
        <p14:creationId xmlns:p14="http://schemas.microsoft.com/office/powerpoint/2010/main" val="31412850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629A7-DEDB-22B4-779A-70A82554128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AFB6C60-8C3A-11C7-5174-7C2C627DB4FC}"/>
              </a:ext>
            </a:extLst>
          </p:cNvPr>
          <p:cNvSpPr>
            <a:spLocks noGrp="1"/>
          </p:cNvSpPr>
          <p:nvPr>
            <p:ph type="title"/>
          </p:nvPr>
        </p:nvSpPr>
        <p:spPr>
          <a:xfrm>
            <a:off x="838200" y="206439"/>
            <a:ext cx="10515600" cy="759339"/>
          </a:xfrm>
        </p:spPr>
        <p:txBody>
          <a:bodyPr>
            <a:noAutofit/>
          </a:bodyPr>
          <a:lstStyle/>
          <a:p>
            <a:r>
              <a:rPr lang="en-US" sz="2000" i="1" dirty="0"/>
              <a:t>Supplemental Table 2</a:t>
            </a:r>
            <a:r>
              <a:rPr lang="en-US" sz="2000" dirty="0"/>
              <a:t>: Results of NMDS stress null model to assess the fit of the NMDS of net tows based on methodology from Dexter et al. (2018). Values rounded to the nearest ten-thousandth place</a:t>
            </a:r>
            <a:endParaRPr lang="en-US" sz="2000" i="1" dirty="0"/>
          </a:p>
        </p:txBody>
      </p:sp>
      <p:graphicFrame>
        <p:nvGraphicFramePr>
          <p:cNvPr id="3" name="Table 2">
            <a:extLst>
              <a:ext uri="{FF2B5EF4-FFF2-40B4-BE49-F238E27FC236}">
                <a16:creationId xmlns:a16="http://schemas.microsoft.com/office/drawing/2014/main" id="{3EA5DA7D-C888-41B6-BF9A-01DF35DF6220}"/>
              </a:ext>
            </a:extLst>
          </p:cNvPr>
          <p:cNvGraphicFramePr>
            <a:graphicFrameLocks noGrp="1"/>
          </p:cNvGraphicFramePr>
          <p:nvPr>
            <p:extLst>
              <p:ext uri="{D42A27DB-BD31-4B8C-83A1-F6EECF244321}">
                <p14:modId xmlns:p14="http://schemas.microsoft.com/office/powerpoint/2010/main" val="3281495810"/>
              </p:ext>
            </p:extLst>
          </p:nvPr>
        </p:nvGraphicFramePr>
        <p:xfrm>
          <a:off x="24249" y="1079884"/>
          <a:ext cx="12143502" cy="1681480"/>
        </p:xfrm>
        <a:graphic>
          <a:graphicData uri="http://schemas.openxmlformats.org/drawingml/2006/table">
            <a:tbl>
              <a:tblPr firstRow="1" bandRow="1">
                <a:tableStyleId>{5940675A-B579-460E-94D1-54222C63F5DA}</a:tableStyleId>
              </a:tblPr>
              <a:tblGrid>
                <a:gridCol w="1239981">
                  <a:extLst>
                    <a:ext uri="{9D8B030D-6E8A-4147-A177-3AD203B41FA5}">
                      <a16:colId xmlns:a16="http://schemas.microsoft.com/office/drawing/2014/main" val="3252661369"/>
                    </a:ext>
                  </a:extLst>
                </a:gridCol>
                <a:gridCol w="1607127">
                  <a:extLst>
                    <a:ext uri="{9D8B030D-6E8A-4147-A177-3AD203B41FA5}">
                      <a16:colId xmlns:a16="http://schemas.microsoft.com/office/drawing/2014/main" val="3057692444"/>
                    </a:ext>
                  </a:extLst>
                </a:gridCol>
                <a:gridCol w="1200726">
                  <a:extLst>
                    <a:ext uri="{9D8B030D-6E8A-4147-A177-3AD203B41FA5}">
                      <a16:colId xmlns:a16="http://schemas.microsoft.com/office/drawing/2014/main" val="3014634039"/>
                    </a:ext>
                  </a:extLst>
                </a:gridCol>
                <a:gridCol w="1349278">
                  <a:extLst>
                    <a:ext uri="{9D8B030D-6E8A-4147-A177-3AD203B41FA5}">
                      <a16:colId xmlns:a16="http://schemas.microsoft.com/office/drawing/2014/main" val="3167690223"/>
                    </a:ext>
                  </a:extLst>
                </a:gridCol>
                <a:gridCol w="1349278">
                  <a:extLst>
                    <a:ext uri="{9D8B030D-6E8A-4147-A177-3AD203B41FA5}">
                      <a16:colId xmlns:a16="http://schemas.microsoft.com/office/drawing/2014/main" val="3335115264"/>
                    </a:ext>
                  </a:extLst>
                </a:gridCol>
                <a:gridCol w="1349278">
                  <a:extLst>
                    <a:ext uri="{9D8B030D-6E8A-4147-A177-3AD203B41FA5}">
                      <a16:colId xmlns:a16="http://schemas.microsoft.com/office/drawing/2014/main" val="285005039"/>
                    </a:ext>
                  </a:extLst>
                </a:gridCol>
                <a:gridCol w="1207658">
                  <a:extLst>
                    <a:ext uri="{9D8B030D-6E8A-4147-A177-3AD203B41FA5}">
                      <a16:colId xmlns:a16="http://schemas.microsoft.com/office/drawing/2014/main" val="2222833909"/>
                    </a:ext>
                  </a:extLst>
                </a:gridCol>
                <a:gridCol w="1316182">
                  <a:extLst>
                    <a:ext uri="{9D8B030D-6E8A-4147-A177-3AD203B41FA5}">
                      <a16:colId xmlns:a16="http://schemas.microsoft.com/office/drawing/2014/main" val="165350313"/>
                    </a:ext>
                  </a:extLst>
                </a:gridCol>
                <a:gridCol w="1523994">
                  <a:extLst>
                    <a:ext uri="{9D8B030D-6E8A-4147-A177-3AD203B41FA5}">
                      <a16:colId xmlns:a16="http://schemas.microsoft.com/office/drawing/2014/main" val="2372715728"/>
                    </a:ext>
                  </a:extLst>
                </a:gridCol>
              </a:tblGrid>
              <a:tr h="370840">
                <a:tc>
                  <a:txBody>
                    <a:bodyPr/>
                    <a:lstStyle/>
                    <a:p>
                      <a:r>
                        <a:rPr lang="en-US" sz="1600" b="1" dirty="0"/>
                        <a:t>Observed stress null pipeline</a:t>
                      </a:r>
                    </a:p>
                  </a:txBody>
                  <a:tcPr/>
                </a:tc>
                <a:tc>
                  <a:txBody>
                    <a:bodyPr/>
                    <a:lstStyle/>
                    <a:p>
                      <a:r>
                        <a:rPr lang="en-US" sz="1600" b="1" dirty="0"/>
                        <a:t>Observed stress sqrt concentration</a:t>
                      </a:r>
                    </a:p>
                  </a:txBody>
                  <a:tcPr/>
                </a:tc>
                <a:tc>
                  <a:txBody>
                    <a:bodyPr/>
                    <a:lstStyle/>
                    <a:p>
                      <a:r>
                        <a:rPr lang="en-US" sz="1600" b="1" dirty="0"/>
                        <a:t>Null pipeline mean stress</a:t>
                      </a:r>
                    </a:p>
                  </a:txBody>
                  <a:tcPr/>
                </a:tc>
                <a:tc>
                  <a:txBody>
                    <a:bodyPr/>
                    <a:lstStyle/>
                    <a:p>
                      <a:r>
                        <a:rPr lang="en-US" sz="1600" b="1" dirty="0"/>
                        <a:t>Null pipeline stress standard deviation</a:t>
                      </a:r>
                    </a:p>
                  </a:txBody>
                  <a:tcPr/>
                </a:tc>
                <a:tc>
                  <a:txBody>
                    <a:bodyPr/>
                    <a:lstStyle/>
                    <a:p>
                      <a:r>
                        <a:rPr lang="en-US" sz="1600" b="1" dirty="0"/>
                        <a:t>Null pipeline stress lower quantile</a:t>
                      </a:r>
                    </a:p>
                  </a:txBody>
                  <a:tcPr/>
                </a:tc>
                <a:tc>
                  <a:txBody>
                    <a:bodyPr/>
                    <a:lstStyle/>
                    <a:p>
                      <a:r>
                        <a:rPr lang="en-US" sz="1600" b="1" dirty="0"/>
                        <a:t>Null pipeline stress upper quantile</a:t>
                      </a:r>
                    </a:p>
                  </a:txBody>
                  <a:tcPr/>
                </a:tc>
                <a:tc>
                  <a:txBody>
                    <a:bodyPr/>
                    <a:lstStyle/>
                    <a:p>
                      <a:r>
                        <a:rPr lang="en-US" sz="1600" b="1" dirty="0"/>
                        <a:t>Z-statistic</a:t>
                      </a:r>
                    </a:p>
                  </a:txBody>
                  <a:tcPr/>
                </a:tc>
                <a:tc>
                  <a:txBody>
                    <a:bodyPr/>
                    <a:lstStyle/>
                    <a:p>
                      <a:r>
                        <a:rPr lang="en-US" sz="1600" b="1" dirty="0"/>
                        <a:t>Two-tailed p-value</a:t>
                      </a:r>
                    </a:p>
                  </a:txBody>
                  <a:tcPr/>
                </a:tc>
                <a:tc>
                  <a:txBody>
                    <a:bodyPr/>
                    <a:lstStyle/>
                    <a:p>
                      <a:r>
                        <a:rPr lang="en-US" sz="1600" b="1" dirty="0"/>
                        <a:t>Number of permutations</a:t>
                      </a:r>
                    </a:p>
                  </a:txBody>
                  <a:tcPr/>
                </a:tc>
                <a:extLst>
                  <a:ext uri="{0D108BD9-81ED-4DB2-BD59-A6C34878D82A}">
                    <a16:rowId xmlns:a16="http://schemas.microsoft.com/office/drawing/2014/main" val="932235647"/>
                  </a:ext>
                </a:extLst>
              </a:tr>
              <a:tr h="370840">
                <a:tc>
                  <a:txBody>
                    <a:bodyPr/>
                    <a:lstStyle/>
                    <a:p>
                      <a:r>
                        <a:rPr lang="en-US" sz="1600" dirty="0"/>
                        <a:t>0.2009</a:t>
                      </a:r>
                    </a:p>
                  </a:txBody>
                  <a:tcPr/>
                </a:tc>
                <a:tc>
                  <a:txBody>
                    <a:bodyPr/>
                    <a:lstStyle/>
                    <a:p>
                      <a:r>
                        <a:rPr lang="en-US" sz="1600" dirty="0"/>
                        <a:t>0.2012</a:t>
                      </a:r>
                    </a:p>
                  </a:txBody>
                  <a:tcPr/>
                </a:tc>
                <a:tc>
                  <a:txBody>
                    <a:bodyPr/>
                    <a:lstStyle/>
                    <a:p>
                      <a:r>
                        <a:rPr lang="en-US" sz="1600" dirty="0"/>
                        <a:t>0.2887</a:t>
                      </a:r>
                    </a:p>
                  </a:txBody>
                  <a:tcPr/>
                </a:tc>
                <a:tc>
                  <a:txBody>
                    <a:bodyPr/>
                    <a:lstStyle/>
                    <a:p>
                      <a:r>
                        <a:rPr lang="en-US" sz="1600" dirty="0"/>
                        <a:t>0.0042</a:t>
                      </a:r>
                    </a:p>
                  </a:txBody>
                  <a:tcPr/>
                </a:tc>
                <a:tc>
                  <a:txBody>
                    <a:bodyPr/>
                    <a:lstStyle/>
                    <a:p>
                      <a:r>
                        <a:rPr lang="en-US" sz="1600" dirty="0"/>
                        <a:t>0.2803</a:t>
                      </a:r>
                    </a:p>
                  </a:txBody>
                  <a:tcPr/>
                </a:tc>
                <a:tc>
                  <a:txBody>
                    <a:bodyPr/>
                    <a:lstStyle/>
                    <a:p>
                      <a:r>
                        <a:rPr lang="en-US" sz="1600" dirty="0"/>
                        <a:t>0.2968</a:t>
                      </a:r>
                    </a:p>
                  </a:txBody>
                  <a:tcPr/>
                </a:tc>
                <a:tc>
                  <a:txBody>
                    <a:bodyPr/>
                    <a:lstStyle/>
                    <a:p>
                      <a:r>
                        <a:rPr lang="en-US" sz="1600" dirty="0"/>
                        <a:t>-20.7979</a:t>
                      </a:r>
                    </a:p>
                  </a:txBody>
                  <a:tcPr/>
                </a:tc>
                <a:tc>
                  <a:txBody>
                    <a:bodyPr/>
                    <a:lstStyle/>
                    <a:p>
                      <a:r>
                        <a:rPr lang="en-US" sz="1600" dirty="0"/>
                        <a:t>4.5222e-96</a:t>
                      </a:r>
                    </a:p>
                  </a:txBody>
                  <a:tcPr/>
                </a:tc>
                <a:tc>
                  <a:txBody>
                    <a:bodyPr/>
                    <a:lstStyle/>
                    <a:p>
                      <a:r>
                        <a:rPr lang="en-US" sz="1600" dirty="0"/>
                        <a:t>1000</a:t>
                      </a:r>
                    </a:p>
                  </a:txBody>
                  <a:tcPr/>
                </a:tc>
                <a:extLst>
                  <a:ext uri="{0D108BD9-81ED-4DB2-BD59-A6C34878D82A}">
                    <a16:rowId xmlns:a16="http://schemas.microsoft.com/office/drawing/2014/main" val="3969670186"/>
                  </a:ext>
                </a:extLst>
              </a:tr>
            </a:tbl>
          </a:graphicData>
        </a:graphic>
      </p:graphicFrame>
    </p:spTree>
    <p:extLst>
      <p:ext uri="{BB962C8B-B14F-4D97-AF65-F5344CB8AC3E}">
        <p14:creationId xmlns:p14="http://schemas.microsoft.com/office/powerpoint/2010/main" val="34286508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93B8E-908C-6610-B410-48E220BD26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5A97ED2-1CCD-E203-57F1-E06601DAEC74}"/>
              </a:ext>
            </a:extLst>
          </p:cNvPr>
          <p:cNvSpPr>
            <a:spLocks noGrp="1"/>
          </p:cNvSpPr>
          <p:nvPr>
            <p:ph type="title"/>
          </p:nvPr>
        </p:nvSpPr>
        <p:spPr>
          <a:xfrm>
            <a:off x="838200" y="206439"/>
            <a:ext cx="10515600" cy="759339"/>
          </a:xfrm>
        </p:spPr>
        <p:txBody>
          <a:bodyPr>
            <a:noAutofit/>
          </a:bodyPr>
          <a:lstStyle/>
          <a:p>
            <a:r>
              <a:rPr lang="en-US" sz="2000" i="1" dirty="0"/>
              <a:t>(alternative?) Supplemental Table 2</a:t>
            </a:r>
            <a:r>
              <a:rPr lang="en-US" sz="2000" dirty="0"/>
              <a:t>: Results of NMDS stress null model to assess the fit of the NMDS of net tows from the main four clusters based on methodology from Dexter et al. (2018). Values rounded to the nearest ten-thousandth place</a:t>
            </a:r>
            <a:endParaRPr lang="en-US" sz="2000" i="1" dirty="0"/>
          </a:p>
        </p:txBody>
      </p:sp>
      <p:graphicFrame>
        <p:nvGraphicFramePr>
          <p:cNvPr id="3" name="Table 2">
            <a:extLst>
              <a:ext uri="{FF2B5EF4-FFF2-40B4-BE49-F238E27FC236}">
                <a16:creationId xmlns:a16="http://schemas.microsoft.com/office/drawing/2014/main" id="{B183631E-C341-F610-F6B1-787FACB9DAAF}"/>
              </a:ext>
            </a:extLst>
          </p:cNvPr>
          <p:cNvGraphicFramePr>
            <a:graphicFrameLocks noGrp="1"/>
          </p:cNvGraphicFramePr>
          <p:nvPr>
            <p:extLst>
              <p:ext uri="{D42A27DB-BD31-4B8C-83A1-F6EECF244321}">
                <p14:modId xmlns:p14="http://schemas.microsoft.com/office/powerpoint/2010/main" val="1659349481"/>
              </p:ext>
            </p:extLst>
          </p:nvPr>
        </p:nvGraphicFramePr>
        <p:xfrm>
          <a:off x="24249" y="1079884"/>
          <a:ext cx="12143502" cy="1681480"/>
        </p:xfrm>
        <a:graphic>
          <a:graphicData uri="http://schemas.openxmlformats.org/drawingml/2006/table">
            <a:tbl>
              <a:tblPr firstRow="1" bandRow="1">
                <a:tableStyleId>{5940675A-B579-460E-94D1-54222C63F5DA}</a:tableStyleId>
              </a:tblPr>
              <a:tblGrid>
                <a:gridCol w="1239981">
                  <a:extLst>
                    <a:ext uri="{9D8B030D-6E8A-4147-A177-3AD203B41FA5}">
                      <a16:colId xmlns:a16="http://schemas.microsoft.com/office/drawing/2014/main" val="3252661369"/>
                    </a:ext>
                  </a:extLst>
                </a:gridCol>
                <a:gridCol w="1607127">
                  <a:extLst>
                    <a:ext uri="{9D8B030D-6E8A-4147-A177-3AD203B41FA5}">
                      <a16:colId xmlns:a16="http://schemas.microsoft.com/office/drawing/2014/main" val="3057692444"/>
                    </a:ext>
                  </a:extLst>
                </a:gridCol>
                <a:gridCol w="1200726">
                  <a:extLst>
                    <a:ext uri="{9D8B030D-6E8A-4147-A177-3AD203B41FA5}">
                      <a16:colId xmlns:a16="http://schemas.microsoft.com/office/drawing/2014/main" val="3014634039"/>
                    </a:ext>
                  </a:extLst>
                </a:gridCol>
                <a:gridCol w="1349278">
                  <a:extLst>
                    <a:ext uri="{9D8B030D-6E8A-4147-A177-3AD203B41FA5}">
                      <a16:colId xmlns:a16="http://schemas.microsoft.com/office/drawing/2014/main" val="3167690223"/>
                    </a:ext>
                  </a:extLst>
                </a:gridCol>
                <a:gridCol w="1349278">
                  <a:extLst>
                    <a:ext uri="{9D8B030D-6E8A-4147-A177-3AD203B41FA5}">
                      <a16:colId xmlns:a16="http://schemas.microsoft.com/office/drawing/2014/main" val="3335115264"/>
                    </a:ext>
                  </a:extLst>
                </a:gridCol>
                <a:gridCol w="1349278">
                  <a:extLst>
                    <a:ext uri="{9D8B030D-6E8A-4147-A177-3AD203B41FA5}">
                      <a16:colId xmlns:a16="http://schemas.microsoft.com/office/drawing/2014/main" val="285005039"/>
                    </a:ext>
                  </a:extLst>
                </a:gridCol>
                <a:gridCol w="1207658">
                  <a:extLst>
                    <a:ext uri="{9D8B030D-6E8A-4147-A177-3AD203B41FA5}">
                      <a16:colId xmlns:a16="http://schemas.microsoft.com/office/drawing/2014/main" val="2222833909"/>
                    </a:ext>
                  </a:extLst>
                </a:gridCol>
                <a:gridCol w="1316182">
                  <a:extLst>
                    <a:ext uri="{9D8B030D-6E8A-4147-A177-3AD203B41FA5}">
                      <a16:colId xmlns:a16="http://schemas.microsoft.com/office/drawing/2014/main" val="165350313"/>
                    </a:ext>
                  </a:extLst>
                </a:gridCol>
                <a:gridCol w="1523994">
                  <a:extLst>
                    <a:ext uri="{9D8B030D-6E8A-4147-A177-3AD203B41FA5}">
                      <a16:colId xmlns:a16="http://schemas.microsoft.com/office/drawing/2014/main" val="2372715728"/>
                    </a:ext>
                  </a:extLst>
                </a:gridCol>
              </a:tblGrid>
              <a:tr h="370840">
                <a:tc>
                  <a:txBody>
                    <a:bodyPr/>
                    <a:lstStyle/>
                    <a:p>
                      <a:r>
                        <a:rPr lang="en-US" sz="1600" b="1" dirty="0"/>
                        <a:t>Observed stress null pipeline</a:t>
                      </a:r>
                    </a:p>
                  </a:txBody>
                  <a:tcPr/>
                </a:tc>
                <a:tc>
                  <a:txBody>
                    <a:bodyPr/>
                    <a:lstStyle/>
                    <a:p>
                      <a:r>
                        <a:rPr lang="en-US" sz="1600" b="1" dirty="0"/>
                        <a:t>Observed stress sqrt concentration</a:t>
                      </a:r>
                    </a:p>
                  </a:txBody>
                  <a:tcPr/>
                </a:tc>
                <a:tc>
                  <a:txBody>
                    <a:bodyPr/>
                    <a:lstStyle/>
                    <a:p>
                      <a:r>
                        <a:rPr lang="en-US" sz="1600" b="1" dirty="0"/>
                        <a:t>Null pipeline mean stress</a:t>
                      </a:r>
                    </a:p>
                  </a:txBody>
                  <a:tcPr/>
                </a:tc>
                <a:tc>
                  <a:txBody>
                    <a:bodyPr/>
                    <a:lstStyle/>
                    <a:p>
                      <a:r>
                        <a:rPr lang="en-US" sz="1600" b="1" dirty="0"/>
                        <a:t>Null pipeline stress standard deviation</a:t>
                      </a:r>
                    </a:p>
                  </a:txBody>
                  <a:tcPr/>
                </a:tc>
                <a:tc>
                  <a:txBody>
                    <a:bodyPr/>
                    <a:lstStyle/>
                    <a:p>
                      <a:r>
                        <a:rPr lang="en-US" sz="1600" b="1" dirty="0"/>
                        <a:t>Null pipeline stress lower quantile</a:t>
                      </a:r>
                    </a:p>
                  </a:txBody>
                  <a:tcPr/>
                </a:tc>
                <a:tc>
                  <a:txBody>
                    <a:bodyPr/>
                    <a:lstStyle/>
                    <a:p>
                      <a:r>
                        <a:rPr lang="en-US" sz="1600" b="1" dirty="0"/>
                        <a:t>Null pipeline stress upper quantile</a:t>
                      </a:r>
                    </a:p>
                  </a:txBody>
                  <a:tcPr/>
                </a:tc>
                <a:tc>
                  <a:txBody>
                    <a:bodyPr/>
                    <a:lstStyle/>
                    <a:p>
                      <a:r>
                        <a:rPr lang="en-US" sz="1600" b="1" dirty="0"/>
                        <a:t>Z-statistic</a:t>
                      </a:r>
                    </a:p>
                  </a:txBody>
                  <a:tcPr/>
                </a:tc>
                <a:tc>
                  <a:txBody>
                    <a:bodyPr/>
                    <a:lstStyle/>
                    <a:p>
                      <a:r>
                        <a:rPr lang="en-US" sz="1600" b="1" dirty="0"/>
                        <a:t>Two-tailed p-value</a:t>
                      </a:r>
                    </a:p>
                  </a:txBody>
                  <a:tcPr/>
                </a:tc>
                <a:tc>
                  <a:txBody>
                    <a:bodyPr/>
                    <a:lstStyle/>
                    <a:p>
                      <a:r>
                        <a:rPr lang="en-US" sz="1600" b="1" dirty="0"/>
                        <a:t>Number of permutations</a:t>
                      </a:r>
                    </a:p>
                  </a:txBody>
                  <a:tcPr/>
                </a:tc>
                <a:extLst>
                  <a:ext uri="{0D108BD9-81ED-4DB2-BD59-A6C34878D82A}">
                    <a16:rowId xmlns:a16="http://schemas.microsoft.com/office/drawing/2014/main" val="932235647"/>
                  </a:ext>
                </a:extLst>
              </a:tr>
              <a:tr h="370840">
                <a:tc>
                  <a:txBody>
                    <a:bodyPr/>
                    <a:lstStyle/>
                    <a:p>
                      <a:r>
                        <a:rPr lang="en-US" sz="1600" dirty="0"/>
                        <a:t>0.1852</a:t>
                      </a:r>
                    </a:p>
                  </a:txBody>
                  <a:tcPr/>
                </a:tc>
                <a:tc>
                  <a:txBody>
                    <a:bodyPr/>
                    <a:lstStyle/>
                    <a:p>
                      <a:r>
                        <a:rPr lang="en-US" sz="1600" dirty="0"/>
                        <a:t>0.1852</a:t>
                      </a:r>
                    </a:p>
                  </a:txBody>
                  <a:tcPr/>
                </a:tc>
                <a:tc>
                  <a:txBody>
                    <a:bodyPr/>
                    <a:lstStyle/>
                    <a:p>
                      <a:r>
                        <a:rPr lang="en-US" sz="1600" dirty="0"/>
                        <a:t>0.2842</a:t>
                      </a:r>
                    </a:p>
                  </a:txBody>
                  <a:tcPr/>
                </a:tc>
                <a:tc>
                  <a:txBody>
                    <a:bodyPr/>
                    <a:lstStyle/>
                    <a:p>
                      <a:r>
                        <a:rPr lang="en-US" sz="1600" dirty="0"/>
                        <a:t>0.0048</a:t>
                      </a:r>
                    </a:p>
                  </a:txBody>
                  <a:tcPr/>
                </a:tc>
                <a:tc>
                  <a:txBody>
                    <a:bodyPr/>
                    <a:lstStyle/>
                    <a:p>
                      <a:r>
                        <a:rPr lang="en-US" sz="1600" dirty="0"/>
                        <a:t>0.02747</a:t>
                      </a:r>
                    </a:p>
                  </a:txBody>
                  <a:tcPr/>
                </a:tc>
                <a:tc>
                  <a:txBody>
                    <a:bodyPr/>
                    <a:lstStyle/>
                    <a:p>
                      <a:r>
                        <a:rPr lang="en-US" sz="1600" dirty="0"/>
                        <a:t>0.2930</a:t>
                      </a:r>
                    </a:p>
                  </a:txBody>
                  <a:tcPr/>
                </a:tc>
                <a:tc>
                  <a:txBody>
                    <a:bodyPr/>
                    <a:lstStyle/>
                    <a:p>
                      <a:r>
                        <a:rPr lang="en-US" sz="1600" dirty="0"/>
                        <a:t>-20.7859</a:t>
                      </a:r>
                    </a:p>
                  </a:txBody>
                  <a:tcPr/>
                </a:tc>
                <a:tc>
                  <a:txBody>
                    <a:bodyPr/>
                    <a:lstStyle/>
                    <a:p>
                      <a:r>
                        <a:rPr lang="en-US" sz="1600" dirty="0"/>
                        <a:t>5.8121e-96</a:t>
                      </a:r>
                    </a:p>
                  </a:txBody>
                  <a:tcPr/>
                </a:tc>
                <a:tc>
                  <a:txBody>
                    <a:bodyPr/>
                    <a:lstStyle/>
                    <a:p>
                      <a:r>
                        <a:rPr lang="en-US" sz="1600" dirty="0"/>
                        <a:t>1000</a:t>
                      </a:r>
                    </a:p>
                  </a:txBody>
                  <a:tcPr/>
                </a:tc>
                <a:extLst>
                  <a:ext uri="{0D108BD9-81ED-4DB2-BD59-A6C34878D82A}">
                    <a16:rowId xmlns:a16="http://schemas.microsoft.com/office/drawing/2014/main" val="3969670186"/>
                  </a:ext>
                </a:extLst>
              </a:tr>
            </a:tbl>
          </a:graphicData>
        </a:graphic>
      </p:graphicFrame>
    </p:spTree>
    <p:extLst>
      <p:ext uri="{BB962C8B-B14F-4D97-AF65-F5344CB8AC3E}">
        <p14:creationId xmlns:p14="http://schemas.microsoft.com/office/powerpoint/2010/main" val="23826607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1D9B1-E34E-2147-9CB9-76E7F2E069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1B51D22-66E7-D157-2905-3E0C8D2E7A1E}"/>
              </a:ext>
            </a:extLst>
          </p:cNvPr>
          <p:cNvSpPr>
            <a:spLocks noGrp="1"/>
          </p:cNvSpPr>
          <p:nvPr>
            <p:ph type="title"/>
          </p:nvPr>
        </p:nvSpPr>
        <p:spPr>
          <a:xfrm>
            <a:off x="838200" y="5765028"/>
            <a:ext cx="10515600" cy="759339"/>
          </a:xfrm>
        </p:spPr>
        <p:txBody>
          <a:bodyPr>
            <a:noAutofit/>
          </a:bodyPr>
          <a:lstStyle/>
          <a:p>
            <a:r>
              <a:rPr lang="en-US" sz="2000" i="1" dirty="0"/>
              <a:t>Supplemental Figure 5</a:t>
            </a:r>
            <a:r>
              <a:rPr lang="en-US" sz="2000" dirty="0"/>
              <a:t>: Distribution of stress values from the NMDS stress null model of net tows based on methodology from Dexter et al. (2018). </a:t>
            </a:r>
            <a:endParaRPr lang="en-US" sz="2000" i="1" dirty="0"/>
          </a:p>
        </p:txBody>
      </p:sp>
    </p:spTree>
    <p:extLst>
      <p:ext uri="{BB962C8B-B14F-4D97-AF65-F5344CB8AC3E}">
        <p14:creationId xmlns:p14="http://schemas.microsoft.com/office/powerpoint/2010/main" val="34731421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DED23-D124-CC6A-E593-0F9F080C15D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ACB5261-49E8-88CB-ABBE-5EF5A5A64391}"/>
              </a:ext>
            </a:extLst>
          </p:cNvPr>
          <p:cNvSpPr>
            <a:spLocks noGrp="1"/>
          </p:cNvSpPr>
          <p:nvPr>
            <p:ph type="title"/>
          </p:nvPr>
        </p:nvSpPr>
        <p:spPr>
          <a:xfrm>
            <a:off x="838200" y="5765028"/>
            <a:ext cx="10515600" cy="759339"/>
          </a:xfrm>
        </p:spPr>
        <p:txBody>
          <a:bodyPr>
            <a:noAutofit/>
          </a:bodyPr>
          <a:lstStyle/>
          <a:p>
            <a:r>
              <a:rPr lang="en-US" sz="2000" i="1" dirty="0"/>
              <a:t>(alternative?) Supplemental Figure 5</a:t>
            </a:r>
            <a:r>
              <a:rPr lang="en-US" sz="2000" dirty="0"/>
              <a:t>: Distribution of stress values from the NMDS stress null model of net tows from the four main clusters based on methodology from Dexter et al. (2018). </a:t>
            </a:r>
            <a:endParaRPr lang="en-US" sz="2000" i="1" dirty="0"/>
          </a:p>
        </p:txBody>
      </p:sp>
      <p:pic>
        <p:nvPicPr>
          <p:cNvPr id="3" name="Picture 2">
            <a:extLst>
              <a:ext uri="{FF2B5EF4-FFF2-40B4-BE49-F238E27FC236}">
                <a16:creationId xmlns:a16="http://schemas.microsoft.com/office/drawing/2014/main" id="{A62ECEEF-CA1F-794B-9BB8-315B0B92C3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0860" y="543"/>
            <a:ext cx="8070280" cy="5764485"/>
          </a:xfrm>
          <a:prstGeom prst="rect">
            <a:avLst/>
          </a:prstGeom>
        </p:spPr>
      </p:pic>
    </p:spTree>
    <p:extLst>
      <p:ext uri="{BB962C8B-B14F-4D97-AF65-F5344CB8AC3E}">
        <p14:creationId xmlns:p14="http://schemas.microsoft.com/office/powerpoint/2010/main" val="38417453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4C1BD-4EAF-9948-7472-BA6934C9A6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374D9AC-221A-59D1-9808-E97D1A9150A7}"/>
              </a:ext>
            </a:extLst>
          </p:cNvPr>
          <p:cNvSpPr>
            <a:spLocks noGrp="1"/>
          </p:cNvSpPr>
          <p:nvPr>
            <p:ph type="title"/>
          </p:nvPr>
        </p:nvSpPr>
        <p:spPr>
          <a:xfrm>
            <a:off x="838200" y="5765028"/>
            <a:ext cx="10515600" cy="759339"/>
          </a:xfrm>
        </p:spPr>
        <p:txBody>
          <a:bodyPr>
            <a:noAutofit/>
          </a:bodyPr>
          <a:lstStyle/>
          <a:p>
            <a:r>
              <a:rPr lang="en-US" sz="2000" i="1" dirty="0"/>
              <a:t>Supplemental Figure 6</a:t>
            </a:r>
            <a:r>
              <a:rPr lang="en-US" sz="2000" dirty="0"/>
              <a:t>:…</a:t>
            </a:r>
            <a:endParaRPr lang="en-US" sz="2000" i="1" dirty="0"/>
          </a:p>
        </p:txBody>
      </p:sp>
      <p:pic>
        <p:nvPicPr>
          <p:cNvPr id="3" name="Picture 2">
            <a:extLst>
              <a:ext uri="{FF2B5EF4-FFF2-40B4-BE49-F238E27FC236}">
                <a16:creationId xmlns:a16="http://schemas.microsoft.com/office/drawing/2014/main" id="{713ED0E2-6413-E9EC-4DC1-A3090B5D994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0860" y="543"/>
            <a:ext cx="8070279" cy="5764484"/>
          </a:xfrm>
          <a:prstGeom prst="rect">
            <a:avLst/>
          </a:prstGeom>
        </p:spPr>
      </p:pic>
    </p:spTree>
    <p:extLst>
      <p:ext uri="{BB962C8B-B14F-4D97-AF65-F5344CB8AC3E}">
        <p14:creationId xmlns:p14="http://schemas.microsoft.com/office/powerpoint/2010/main" val="4433597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33A7-16D7-876D-C191-2208898DDD3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F33CFF0-D039-651E-0A39-7CB8E5A7A395}"/>
              </a:ext>
            </a:extLst>
          </p:cNvPr>
          <p:cNvSpPr>
            <a:spLocks noGrp="1"/>
          </p:cNvSpPr>
          <p:nvPr>
            <p:ph type="title"/>
          </p:nvPr>
        </p:nvSpPr>
        <p:spPr>
          <a:xfrm>
            <a:off x="838200" y="5765028"/>
            <a:ext cx="10515600" cy="759339"/>
          </a:xfrm>
        </p:spPr>
        <p:txBody>
          <a:bodyPr>
            <a:noAutofit/>
          </a:bodyPr>
          <a:lstStyle/>
          <a:p>
            <a:r>
              <a:rPr lang="en-US" sz="2000" i="1" dirty="0"/>
              <a:t>(alternative?) Supplemental Figure 6</a:t>
            </a:r>
            <a:r>
              <a:rPr lang="en-US" sz="2000" dirty="0"/>
              <a:t>:…</a:t>
            </a:r>
            <a:endParaRPr lang="en-US" sz="2000" i="1" dirty="0"/>
          </a:p>
        </p:txBody>
      </p:sp>
      <p:pic>
        <p:nvPicPr>
          <p:cNvPr id="3" name="Picture 2">
            <a:extLst>
              <a:ext uri="{FF2B5EF4-FFF2-40B4-BE49-F238E27FC236}">
                <a16:creationId xmlns:a16="http://schemas.microsoft.com/office/drawing/2014/main" id="{24C47753-29C9-AA85-5540-41049C00AE8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0860" y="543"/>
            <a:ext cx="8070279" cy="5764485"/>
          </a:xfrm>
          <a:prstGeom prst="rect">
            <a:avLst/>
          </a:prstGeom>
        </p:spPr>
      </p:pic>
    </p:spTree>
    <p:extLst>
      <p:ext uri="{BB962C8B-B14F-4D97-AF65-F5344CB8AC3E}">
        <p14:creationId xmlns:p14="http://schemas.microsoft.com/office/powerpoint/2010/main" val="12324890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22DA3-981B-D4C4-E2EB-020E632870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824A791-F98E-4A32-D7F3-982A7AD2F76A}"/>
              </a:ext>
            </a:extLst>
          </p:cNvPr>
          <p:cNvSpPr>
            <a:spLocks noGrp="1"/>
          </p:cNvSpPr>
          <p:nvPr>
            <p:ph type="title"/>
          </p:nvPr>
        </p:nvSpPr>
        <p:spPr>
          <a:xfrm>
            <a:off x="475247" y="5765028"/>
            <a:ext cx="11153274" cy="1050861"/>
          </a:xfrm>
        </p:spPr>
        <p:txBody>
          <a:bodyPr>
            <a:noAutofit/>
          </a:bodyPr>
          <a:lstStyle/>
          <a:p>
            <a:r>
              <a:rPr lang="en-US" sz="2000" i="1" dirty="0"/>
              <a:t>Supplemental Figure 6</a:t>
            </a:r>
            <a:r>
              <a:rPr lang="en-US" sz="2000" dirty="0"/>
              <a:t>: …</a:t>
            </a:r>
            <a:endParaRPr lang="en-US" sz="2000" i="1" dirty="0"/>
          </a:p>
        </p:txBody>
      </p:sp>
      <p:pic>
        <p:nvPicPr>
          <p:cNvPr id="3" name="Picture 2">
            <a:extLst>
              <a:ext uri="{FF2B5EF4-FFF2-40B4-BE49-F238E27FC236}">
                <a16:creationId xmlns:a16="http://schemas.microsoft.com/office/drawing/2014/main" id="{DB39C7C7-B6D3-7B64-8636-66CF7797ED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332509"/>
            <a:ext cx="5934266" cy="4238761"/>
          </a:xfrm>
          <a:prstGeom prst="rect">
            <a:avLst/>
          </a:prstGeom>
        </p:spPr>
      </p:pic>
      <p:pic>
        <p:nvPicPr>
          <p:cNvPr id="7" name="Picture 6">
            <a:extLst>
              <a:ext uri="{FF2B5EF4-FFF2-40B4-BE49-F238E27FC236}">
                <a16:creationId xmlns:a16="http://schemas.microsoft.com/office/drawing/2014/main" id="{A63B4062-CD78-E598-1804-4CBFFA3998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34267" y="332509"/>
            <a:ext cx="5801615" cy="4238761"/>
          </a:xfrm>
          <a:prstGeom prst="rect">
            <a:avLst/>
          </a:prstGeom>
        </p:spPr>
      </p:pic>
      <p:sp>
        <p:nvSpPr>
          <p:cNvPr id="8" name="TextBox 7">
            <a:extLst>
              <a:ext uri="{FF2B5EF4-FFF2-40B4-BE49-F238E27FC236}">
                <a16:creationId xmlns:a16="http://schemas.microsoft.com/office/drawing/2014/main" id="{395F88B2-0F59-2553-7B52-63827C6DA4C4}"/>
              </a:ext>
            </a:extLst>
          </p:cNvPr>
          <p:cNvSpPr txBox="1"/>
          <p:nvPr/>
        </p:nvSpPr>
        <p:spPr>
          <a:xfrm>
            <a:off x="5209309" y="4267201"/>
            <a:ext cx="962890" cy="369332"/>
          </a:xfrm>
          <a:prstGeom prst="rect">
            <a:avLst/>
          </a:prstGeom>
          <a:noFill/>
        </p:spPr>
        <p:txBody>
          <a:bodyPr wrap="square" rtlCol="0">
            <a:spAutoFit/>
          </a:bodyPr>
          <a:lstStyle/>
          <a:p>
            <a:pPr algn="ctr"/>
            <a:r>
              <a:rPr lang="en-US" dirty="0"/>
              <a:t>&lt;- or -&gt;</a:t>
            </a:r>
          </a:p>
        </p:txBody>
      </p:sp>
    </p:spTree>
    <p:extLst>
      <p:ext uri="{BB962C8B-B14F-4D97-AF65-F5344CB8AC3E}">
        <p14:creationId xmlns:p14="http://schemas.microsoft.com/office/powerpoint/2010/main" val="17647228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0F994-E759-C202-35BA-E9738029849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E883F7-0F6A-4852-AC54-1C2B6F01E2FF}"/>
              </a:ext>
            </a:extLst>
          </p:cNvPr>
          <p:cNvSpPr>
            <a:spLocks noGrp="1"/>
          </p:cNvSpPr>
          <p:nvPr>
            <p:ph type="title"/>
          </p:nvPr>
        </p:nvSpPr>
        <p:spPr>
          <a:xfrm>
            <a:off x="475247" y="5765028"/>
            <a:ext cx="11153274" cy="1050861"/>
          </a:xfrm>
        </p:spPr>
        <p:txBody>
          <a:bodyPr>
            <a:noAutofit/>
          </a:bodyPr>
          <a:lstStyle/>
          <a:p>
            <a:r>
              <a:rPr lang="en-US" sz="2000" i="1" dirty="0"/>
              <a:t>Supplemental Figure 7</a:t>
            </a:r>
            <a:r>
              <a:rPr lang="en-US" sz="2000" dirty="0"/>
              <a:t>: …</a:t>
            </a:r>
            <a:endParaRPr lang="en-US" sz="2000" i="1" dirty="0"/>
          </a:p>
        </p:txBody>
      </p:sp>
      <p:pic>
        <p:nvPicPr>
          <p:cNvPr id="5" name="Picture 4">
            <a:extLst>
              <a:ext uri="{FF2B5EF4-FFF2-40B4-BE49-F238E27FC236}">
                <a16:creationId xmlns:a16="http://schemas.microsoft.com/office/drawing/2014/main" id="{BD30AC31-9252-B8FA-1E28-2C0B1CFD81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2562" y="0"/>
            <a:ext cx="7786875" cy="5562053"/>
          </a:xfrm>
          <a:prstGeom prst="rect">
            <a:avLst/>
          </a:prstGeom>
        </p:spPr>
      </p:pic>
    </p:spTree>
    <p:extLst>
      <p:ext uri="{BB962C8B-B14F-4D97-AF65-F5344CB8AC3E}">
        <p14:creationId xmlns:p14="http://schemas.microsoft.com/office/powerpoint/2010/main" val="29736206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3006</TotalTime>
  <Words>1413</Words>
  <Application>Microsoft Office PowerPoint</Application>
  <PresentationFormat>Widescreen</PresentationFormat>
  <Paragraphs>240</Paragraphs>
  <Slides>29</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Aptos</vt:lpstr>
      <vt:lpstr>Aptos Display</vt:lpstr>
      <vt:lpstr>Arial</vt:lpstr>
      <vt:lpstr>Office Theme</vt:lpstr>
      <vt:lpstr>Project figures and tables</vt:lpstr>
      <vt:lpstr>Objective 1</vt:lpstr>
      <vt:lpstr>PowerPoint Presentation</vt:lpstr>
      <vt:lpstr>Figure 2: NMDS ordination plot of net tows from the four largest clusters (1, 2, 4, and 6, previously) with overlaid vectors and ellipses. Points and polygons are colored by cluster to visualize the unconstrained variation in assemblage composition. Overlaid vectors and ellipses visualize correlation between clusters and spatiotemporal covariates in ordination space.</vt:lpstr>
      <vt:lpstr>Objective 2</vt:lpstr>
      <vt:lpstr>Figure 3: …</vt:lpstr>
      <vt:lpstr>(alternative?) Figure 3: …</vt:lpstr>
      <vt:lpstr>Objective 3</vt:lpstr>
      <vt:lpstr>Figure 8: …</vt:lpstr>
      <vt:lpstr>Table 1: Single-taxa models w/ p-values for parameters…</vt:lpstr>
      <vt:lpstr>Figures and Tables to appear in supplemental materials</vt:lpstr>
      <vt:lpstr>Supplemental Figure 1: Dendrogram of net tows clustered by agglomerative hierarchical clustering. Number of clusters determined as the fewest necessary to yield expected groups (k = 10).</vt:lpstr>
      <vt:lpstr>(alternative?) Supplemental Figure 1: Dendrogram of net tows belonging to the four largest clusters resulting from agglomerative hierarchical clustering (AHC) of the entire data set. AHC was ran on the filtered net tows to yield the resultant dendrogram with four cluster rectangles (k = 4).</vt:lpstr>
      <vt:lpstr>Supplemental Figure 2: Bar plot of taxa concentrations (individuals per m3) in each net tow. Tows are organized by cluster to show the approximate composition of each cluster.</vt:lpstr>
      <vt:lpstr>(alternative?) Supplemental Figure 2: Bar plot of taxa concentrations (individuals per m3) in each net tow belonging to the four main clusters. Tows are organized by cluster to show the approximate composition of each cluster of interest.</vt:lpstr>
      <vt:lpstr>Supplemental Table 1: Results of indicator species analysis (ISA) on net tows clustered by AHC. Max number of clusters that can be indicated together set equal to two. Used to verify the dominant taxa for each cluster and the use of clusters as representatives of taxa assemblages.</vt:lpstr>
      <vt:lpstr>(alternative?) Supplemental Table 1: Results of indicator species analysis (ISA) on net tows from four main clusters in the overall AHC. Max number of clusters that can be indicated together set equal to two. Used to verify the dominant taxa for each cluster and the use of clusters as representatives of taxa assemblages.</vt:lpstr>
      <vt:lpstr>Supplemental Figure 3: Map of sampling events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vt:lpstr>
      <vt:lpstr>(alternative?) Supplemental Figure 3: Map of sampling events belonging to the four largest clusters (1, 2, 4, and 6, previously)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vt:lpstr>
      <vt:lpstr>PowerPoint Presentation</vt:lpstr>
      <vt:lpstr>PowerPoint Presentation</vt:lpstr>
      <vt:lpstr>Supplemental Table 2: Results of NMDS stress null model to assess the fit of the NMDS of net tows based on methodology from Dexter et al. (2018). Values rounded to the nearest ten-thousandth place</vt:lpstr>
      <vt:lpstr>(alternative?) Supplemental Table 2: Results of NMDS stress null model to assess the fit of the NMDS of net tows from the main four clusters based on methodology from Dexter et al. (2018). Values rounded to the nearest ten-thousandth place</vt:lpstr>
      <vt:lpstr>Supplemental Figure 5: Distribution of stress values from the NMDS stress null model of net tows based on methodology from Dexter et al. (2018). </vt:lpstr>
      <vt:lpstr>(alternative?) Supplemental Figure 5: Distribution of stress values from the NMDS stress null model of net tows from the four main clusters based on methodology from Dexter et al. (2018). </vt:lpstr>
      <vt:lpstr>Supplemental Figure 6:…</vt:lpstr>
      <vt:lpstr>(alternative?) Supplemental Figure 6:…</vt:lpstr>
      <vt:lpstr>Supplemental Figure 6: …</vt:lpstr>
      <vt:lpstr>Supplemental Figure 7: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McCloskey, Ross</dc:creator>
  <cp:lastModifiedBy>McCloskey, Ross</cp:lastModifiedBy>
  <cp:revision>1</cp:revision>
  <dcterms:created xsi:type="dcterms:W3CDTF">2026-07-20T15:41:17Z</dcterms:created>
  <dcterms:modified xsi:type="dcterms:W3CDTF">2026-08-11T20:15:35Z</dcterms:modified>
</cp:coreProperties>
</file>