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FD033-AE7A-42AD-8267-2A3E028CA24F}" v="2" dt="2026-07-20T15:44:05.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Closkey, Ross" userId="b1990487-ee44-4922-b58f-5b2980a02730" providerId="ADAL" clId="{7D443C21-FD7D-4E65-8C72-B41829F67170}"/>
    <pc:docChg chg="undo custSel addSld delSld modSld sldOrd">
      <pc:chgData name="McCloskey, Ross" userId="b1990487-ee44-4922-b58f-5b2980a02730" providerId="ADAL" clId="{7D443C21-FD7D-4E65-8C72-B41829F67170}" dt="2026-07-20T16:09:41.479" v="2457" actId="1076"/>
      <pc:docMkLst>
        <pc:docMk/>
      </pc:docMkLst>
      <pc:sldChg chg="addSp delSp modSp new mod modClrScheme chgLayout">
        <pc:chgData name="McCloskey, Ross" userId="b1990487-ee44-4922-b58f-5b2980a02730" providerId="ADAL" clId="{7D443C21-FD7D-4E65-8C72-B41829F67170}" dt="2026-07-20T15:43:06.966" v="164" actId="20577"/>
        <pc:sldMkLst>
          <pc:docMk/>
          <pc:sldMk cId="3129493839" sldId="256"/>
        </pc:sldMkLst>
        <pc:spChg chg="del">
          <ac:chgData name="McCloskey, Ross" userId="b1990487-ee44-4922-b58f-5b2980a02730" providerId="ADAL" clId="{7D443C21-FD7D-4E65-8C72-B41829F67170}" dt="2026-07-20T15:41:42.199" v="1" actId="700"/>
          <ac:spMkLst>
            <pc:docMk/>
            <pc:sldMk cId="3129493839" sldId="256"/>
            <ac:spMk id="2" creationId="{FFF51014-B5E2-1261-C81C-B349A193D004}"/>
          </ac:spMkLst>
        </pc:spChg>
        <pc:spChg chg="del">
          <ac:chgData name="McCloskey, Ross" userId="b1990487-ee44-4922-b58f-5b2980a02730" providerId="ADAL" clId="{7D443C21-FD7D-4E65-8C72-B41829F67170}" dt="2026-07-20T15:41:42.199" v="1" actId="700"/>
          <ac:spMkLst>
            <pc:docMk/>
            <pc:sldMk cId="3129493839" sldId="256"/>
            <ac:spMk id="3" creationId="{94EFA8FF-7DB8-5B54-C298-21B67EB435AB}"/>
          </ac:spMkLst>
        </pc:spChg>
        <pc:spChg chg="add del mod ord">
          <ac:chgData name="McCloskey, Ross" userId="b1990487-ee44-4922-b58f-5b2980a02730" providerId="ADAL" clId="{7D443C21-FD7D-4E65-8C72-B41829F67170}" dt="2026-07-20T15:42:16.510" v="3" actId="700"/>
          <ac:spMkLst>
            <pc:docMk/>
            <pc:sldMk cId="3129493839" sldId="256"/>
            <ac:spMk id="4" creationId="{9FC70FD3-BB19-2E22-3C45-BC398BD1F24B}"/>
          </ac:spMkLst>
        </pc:spChg>
        <pc:spChg chg="add del mod ord">
          <ac:chgData name="McCloskey, Ross" userId="b1990487-ee44-4922-b58f-5b2980a02730" providerId="ADAL" clId="{7D443C21-FD7D-4E65-8C72-B41829F67170}" dt="2026-07-20T15:42:16.510" v="3" actId="700"/>
          <ac:spMkLst>
            <pc:docMk/>
            <pc:sldMk cId="3129493839" sldId="256"/>
            <ac:spMk id="5" creationId="{112549ED-F713-223B-3144-6879EE06892E}"/>
          </ac:spMkLst>
        </pc:spChg>
        <pc:spChg chg="add del mod ord">
          <ac:chgData name="McCloskey, Ross" userId="b1990487-ee44-4922-b58f-5b2980a02730" providerId="ADAL" clId="{7D443C21-FD7D-4E65-8C72-B41829F67170}" dt="2026-07-20T15:42:23.855" v="4" actId="700"/>
          <ac:spMkLst>
            <pc:docMk/>
            <pc:sldMk cId="3129493839" sldId="256"/>
            <ac:spMk id="6" creationId="{D01DA712-273D-4768-B58D-48C41743C6F2}"/>
          </ac:spMkLst>
        </pc:spChg>
        <pc:spChg chg="add del mod ord">
          <ac:chgData name="McCloskey, Ross" userId="b1990487-ee44-4922-b58f-5b2980a02730" providerId="ADAL" clId="{7D443C21-FD7D-4E65-8C72-B41829F67170}" dt="2026-07-20T15:42:23.855" v="4" actId="700"/>
          <ac:spMkLst>
            <pc:docMk/>
            <pc:sldMk cId="3129493839" sldId="256"/>
            <ac:spMk id="7" creationId="{F84953BB-E5DB-C63F-A778-2DFB1B51BA9D}"/>
          </ac:spMkLst>
        </pc:spChg>
        <pc:spChg chg="add del mod ord">
          <ac:chgData name="McCloskey, Ross" userId="b1990487-ee44-4922-b58f-5b2980a02730" providerId="ADAL" clId="{7D443C21-FD7D-4E65-8C72-B41829F67170}" dt="2026-07-20T15:42:29.049" v="5" actId="700"/>
          <ac:spMkLst>
            <pc:docMk/>
            <pc:sldMk cId="3129493839" sldId="256"/>
            <ac:spMk id="8" creationId="{D59E5AA2-1C09-DAEB-3C59-B175457FE407}"/>
          </ac:spMkLst>
        </pc:spChg>
        <pc:spChg chg="add del mod ord">
          <ac:chgData name="McCloskey, Ross" userId="b1990487-ee44-4922-b58f-5b2980a02730" providerId="ADAL" clId="{7D443C21-FD7D-4E65-8C72-B41829F67170}" dt="2026-07-20T15:42:29.049" v="5" actId="700"/>
          <ac:spMkLst>
            <pc:docMk/>
            <pc:sldMk cId="3129493839" sldId="256"/>
            <ac:spMk id="9" creationId="{01D17A98-FF43-F22E-B344-AEF17D4683BE}"/>
          </ac:spMkLst>
        </pc:spChg>
        <pc:spChg chg="add mod ord">
          <ac:chgData name="McCloskey, Ross" userId="b1990487-ee44-4922-b58f-5b2980a02730" providerId="ADAL" clId="{7D443C21-FD7D-4E65-8C72-B41829F67170}" dt="2026-07-20T15:42:45.443" v="63" actId="20577"/>
          <ac:spMkLst>
            <pc:docMk/>
            <pc:sldMk cId="3129493839" sldId="256"/>
            <ac:spMk id="10" creationId="{86CF2C98-1257-521C-B293-2EE84DB04338}"/>
          </ac:spMkLst>
        </pc:spChg>
        <pc:spChg chg="add mod ord">
          <ac:chgData name="McCloskey, Ross" userId="b1990487-ee44-4922-b58f-5b2980a02730" providerId="ADAL" clId="{7D443C21-FD7D-4E65-8C72-B41829F67170}" dt="2026-07-20T15:43:06.966" v="164" actId="20577"/>
          <ac:spMkLst>
            <pc:docMk/>
            <pc:sldMk cId="3129493839" sldId="256"/>
            <ac:spMk id="11" creationId="{6ABAB03A-FD40-9D26-1216-57BA4D911184}"/>
          </ac:spMkLst>
        </pc:spChg>
      </pc:sldChg>
      <pc:sldChg chg="addSp delSp modSp new mod modClrScheme chgLayout">
        <pc:chgData name="McCloskey, Ross" userId="b1990487-ee44-4922-b58f-5b2980a02730" providerId="ADAL" clId="{7D443C21-FD7D-4E65-8C72-B41829F67170}" dt="2026-07-20T15:44:17.729" v="182" actId="20577"/>
        <pc:sldMkLst>
          <pc:docMk/>
          <pc:sldMk cId="3855106060" sldId="257"/>
        </pc:sldMkLst>
        <pc:spChg chg="del mod ord">
          <ac:chgData name="McCloskey, Ross" userId="b1990487-ee44-4922-b58f-5b2980a02730" providerId="ADAL" clId="{7D443C21-FD7D-4E65-8C72-B41829F67170}" dt="2026-07-20T15:43:25.648" v="166" actId="700"/>
          <ac:spMkLst>
            <pc:docMk/>
            <pc:sldMk cId="3855106060" sldId="257"/>
            <ac:spMk id="2" creationId="{C816F4B7-EAA2-E92A-BB2C-ACE2538A8B63}"/>
          </ac:spMkLst>
        </pc:spChg>
        <pc:spChg chg="del mod ord">
          <ac:chgData name="McCloskey, Ross" userId="b1990487-ee44-4922-b58f-5b2980a02730" providerId="ADAL" clId="{7D443C21-FD7D-4E65-8C72-B41829F67170}" dt="2026-07-20T15:43:25.648" v="166" actId="700"/>
          <ac:spMkLst>
            <pc:docMk/>
            <pc:sldMk cId="3855106060" sldId="257"/>
            <ac:spMk id="3" creationId="{737B3F76-0442-C049-44A8-F4EF6C7857E4}"/>
          </ac:spMkLst>
        </pc:spChg>
        <pc:spChg chg="add mod ord">
          <ac:chgData name="McCloskey, Ross" userId="b1990487-ee44-4922-b58f-5b2980a02730" providerId="ADAL" clId="{7D443C21-FD7D-4E65-8C72-B41829F67170}" dt="2026-07-20T15:43:31.131" v="179" actId="20577"/>
          <ac:spMkLst>
            <pc:docMk/>
            <pc:sldMk cId="3855106060" sldId="257"/>
            <ac:spMk id="4" creationId="{27327F4C-8CFB-29AB-26AF-8A3F74D52947}"/>
          </ac:spMkLst>
        </pc:spChg>
        <pc:spChg chg="add mod ord">
          <ac:chgData name="McCloskey, Ross" userId="b1990487-ee44-4922-b58f-5b2980a02730" providerId="ADAL" clId="{7D443C21-FD7D-4E65-8C72-B41829F67170}" dt="2026-07-20T15:44:17.729" v="182" actId="20577"/>
          <ac:spMkLst>
            <pc:docMk/>
            <pc:sldMk cId="3855106060" sldId="257"/>
            <ac:spMk id="5" creationId="{6D431BD1-EDD7-656F-872B-64AF546E62D1}"/>
          </ac:spMkLst>
        </pc:spChg>
      </pc:sldChg>
      <pc:sldChg chg="addSp delSp modSp new mod ord modClrScheme chgLayout">
        <pc:chgData name="McCloskey, Ross" userId="b1990487-ee44-4922-b58f-5b2980a02730" providerId="ADAL" clId="{7D443C21-FD7D-4E65-8C72-B41829F67170}" dt="2026-07-20T15:54:06.578" v="1063" actId="20577"/>
        <pc:sldMkLst>
          <pc:docMk/>
          <pc:sldMk cId="2678185482" sldId="258"/>
        </pc:sldMkLst>
        <pc:spChg chg="del mod ord">
          <ac:chgData name="McCloskey, Ross" userId="b1990487-ee44-4922-b58f-5b2980a02730" providerId="ADAL" clId="{7D443C21-FD7D-4E65-8C72-B41829F67170}" dt="2026-07-20T15:44:28.971" v="184" actId="700"/>
          <ac:spMkLst>
            <pc:docMk/>
            <pc:sldMk cId="2678185482" sldId="258"/>
            <ac:spMk id="2" creationId="{0853E192-7537-A4DF-3A2B-72BF6A5916B8}"/>
          </ac:spMkLst>
        </pc:spChg>
        <pc:spChg chg="del">
          <ac:chgData name="McCloskey, Ross" userId="b1990487-ee44-4922-b58f-5b2980a02730" providerId="ADAL" clId="{7D443C21-FD7D-4E65-8C72-B41829F67170}" dt="2026-07-20T15:44:28.971" v="184" actId="700"/>
          <ac:spMkLst>
            <pc:docMk/>
            <pc:sldMk cId="2678185482" sldId="258"/>
            <ac:spMk id="3" creationId="{96239110-BA96-8F28-CF02-BCD22519ACC5}"/>
          </ac:spMkLst>
        </pc:spChg>
        <pc:spChg chg="add mod ord">
          <ac:chgData name="McCloskey, Ross" userId="b1990487-ee44-4922-b58f-5b2980a02730" providerId="ADAL" clId="{7D443C21-FD7D-4E65-8C72-B41829F67170}" dt="2026-07-20T15:54:06.578" v="1063" actId="20577"/>
          <ac:spMkLst>
            <pc:docMk/>
            <pc:sldMk cId="2678185482" sldId="258"/>
            <ac:spMk id="4" creationId="{EDDB168F-090B-8349-E312-F69F26946C3F}"/>
          </ac:spMkLst>
        </pc:spChg>
        <pc:picChg chg="add mod">
          <ac:chgData name="McCloskey, Ross" userId="b1990487-ee44-4922-b58f-5b2980a02730" providerId="ADAL" clId="{7D443C21-FD7D-4E65-8C72-B41829F67170}" dt="2026-07-20T15:49:38.945" v="564" actId="1076"/>
          <ac:picMkLst>
            <pc:docMk/>
            <pc:sldMk cId="2678185482" sldId="258"/>
            <ac:picMk id="6" creationId="{B5968C40-8389-8F68-939C-DEB8F1E37677}"/>
          </ac:picMkLst>
        </pc:picChg>
      </pc:sldChg>
      <pc:sldChg chg="addSp delSp modSp add mod ord">
        <pc:chgData name="McCloskey, Ross" userId="b1990487-ee44-4922-b58f-5b2980a02730" providerId="ADAL" clId="{7D443C21-FD7D-4E65-8C72-B41829F67170}" dt="2026-07-20T15:58:17.632" v="1339" actId="139"/>
        <pc:sldMkLst>
          <pc:docMk/>
          <pc:sldMk cId="577290267" sldId="259"/>
        </pc:sldMkLst>
        <pc:spChg chg="mod">
          <ac:chgData name="McCloskey, Ross" userId="b1990487-ee44-4922-b58f-5b2980a02730" providerId="ADAL" clId="{7D443C21-FD7D-4E65-8C72-B41829F67170}" dt="2026-07-20T15:58:17.632" v="1339" actId="139"/>
          <ac:spMkLst>
            <pc:docMk/>
            <pc:sldMk cId="577290267" sldId="259"/>
            <ac:spMk id="4" creationId="{A3343693-B3FA-A565-EB07-9C12C768B2F8}"/>
          </ac:spMkLst>
        </pc:spChg>
        <pc:picChg chg="add mod">
          <ac:chgData name="McCloskey, Ross" userId="b1990487-ee44-4922-b58f-5b2980a02730" providerId="ADAL" clId="{7D443C21-FD7D-4E65-8C72-B41829F67170}" dt="2026-07-20T15:52:41.391" v="960" actId="1076"/>
          <ac:picMkLst>
            <pc:docMk/>
            <pc:sldMk cId="577290267" sldId="259"/>
            <ac:picMk id="3" creationId="{9137BD2B-CCA5-A589-559E-B0961F839FEF}"/>
          </ac:picMkLst>
        </pc:picChg>
        <pc:picChg chg="del">
          <ac:chgData name="McCloskey, Ross" userId="b1990487-ee44-4922-b58f-5b2980a02730" providerId="ADAL" clId="{7D443C21-FD7D-4E65-8C72-B41829F67170}" dt="2026-07-20T15:49:44.358" v="566" actId="478"/>
          <ac:picMkLst>
            <pc:docMk/>
            <pc:sldMk cId="577290267" sldId="259"/>
            <ac:picMk id="6" creationId="{FF8847A7-EA10-12E7-5FDC-E156B4F10A3F}"/>
          </ac:picMkLst>
        </pc:picChg>
      </pc:sldChg>
      <pc:sldChg chg="delSp modSp new mod">
        <pc:chgData name="McCloskey, Ross" userId="b1990487-ee44-4922-b58f-5b2980a02730" providerId="ADAL" clId="{7D443C21-FD7D-4E65-8C72-B41829F67170}" dt="2026-07-20T15:53:39.252" v="1032" actId="478"/>
        <pc:sldMkLst>
          <pc:docMk/>
          <pc:sldMk cId="3704713804" sldId="260"/>
        </pc:sldMkLst>
        <pc:spChg chg="mod">
          <ac:chgData name="McCloskey, Ross" userId="b1990487-ee44-4922-b58f-5b2980a02730" providerId="ADAL" clId="{7D443C21-FD7D-4E65-8C72-B41829F67170}" dt="2026-07-20T15:53:34.050" v="1031" actId="20577"/>
          <ac:spMkLst>
            <pc:docMk/>
            <pc:sldMk cId="3704713804" sldId="260"/>
            <ac:spMk id="2" creationId="{390EDCA6-D3C7-70FE-0875-F42EDD39F4A9}"/>
          </ac:spMkLst>
        </pc:spChg>
        <pc:spChg chg="del">
          <ac:chgData name="McCloskey, Ross" userId="b1990487-ee44-4922-b58f-5b2980a02730" providerId="ADAL" clId="{7D443C21-FD7D-4E65-8C72-B41829F67170}" dt="2026-07-20T15:53:39.252" v="1032" actId="478"/>
          <ac:spMkLst>
            <pc:docMk/>
            <pc:sldMk cId="3704713804" sldId="260"/>
            <ac:spMk id="3" creationId="{836D34D2-2320-619A-8018-DF68AD4B08FA}"/>
          </ac:spMkLst>
        </pc:spChg>
      </pc:sldChg>
      <pc:sldChg chg="delSp modSp add mod">
        <pc:chgData name="McCloskey, Ross" userId="b1990487-ee44-4922-b58f-5b2980a02730" providerId="ADAL" clId="{7D443C21-FD7D-4E65-8C72-B41829F67170}" dt="2026-07-20T15:57:06.249" v="1256" actId="20577"/>
        <pc:sldMkLst>
          <pc:docMk/>
          <pc:sldMk cId="3258157237" sldId="261"/>
        </pc:sldMkLst>
        <pc:spChg chg="mod">
          <ac:chgData name="McCloskey, Ross" userId="b1990487-ee44-4922-b58f-5b2980a02730" providerId="ADAL" clId="{7D443C21-FD7D-4E65-8C72-B41829F67170}" dt="2026-07-20T15:57:06.249" v="1256" actId="20577"/>
          <ac:spMkLst>
            <pc:docMk/>
            <pc:sldMk cId="3258157237" sldId="261"/>
            <ac:spMk id="4" creationId="{4915F585-4BB4-5F27-9541-63B76984517E}"/>
          </ac:spMkLst>
        </pc:spChg>
        <pc:picChg chg="del">
          <ac:chgData name="McCloskey, Ross" userId="b1990487-ee44-4922-b58f-5b2980a02730" providerId="ADAL" clId="{7D443C21-FD7D-4E65-8C72-B41829F67170}" dt="2026-07-20T15:55:43.836" v="1083" actId="478"/>
          <ac:picMkLst>
            <pc:docMk/>
            <pc:sldMk cId="3258157237" sldId="261"/>
            <ac:picMk id="3" creationId="{9FA74CD2-4370-C23F-3AD9-E3252B658EC0}"/>
          </ac:picMkLst>
        </pc:picChg>
      </pc:sldChg>
      <pc:sldChg chg="modSp add mod">
        <pc:chgData name="McCloskey, Ross" userId="b1990487-ee44-4922-b58f-5b2980a02730" providerId="ADAL" clId="{7D443C21-FD7D-4E65-8C72-B41829F67170}" dt="2026-07-20T15:58:05.549" v="1338" actId="255"/>
        <pc:sldMkLst>
          <pc:docMk/>
          <pc:sldMk cId="669740212" sldId="262"/>
        </pc:sldMkLst>
        <pc:spChg chg="mod">
          <ac:chgData name="McCloskey, Ross" userId="b1990487-ee44-4922-b58f-5b2980a02730" providerId="ADAL" clId="{7D443C21-FD7D-4E65-8C72-B41829F67170}" dt="2026-07-20T15:58:05.549" v="1338" actId="255"/>
          <ac:spMkLst>
            <pc:docMk/>
            <pc:sldMk cId="669740212" sldId="262"/>
            <ac:spMk id="4" creationId="{AFCAC89D-0816-F188-BFEB-DE08AFA05A8D}"/>
          </ac:spMkLst>
        </pc:spChg>
      </pc:sldChg>
      <pc:sldChg chg="new del">
        <pc:chgData name="McCloskey, Ross" userId="b1990487-ee44-4922-b58f-5b2980a02730" providerId="ADAL" clId="{7D443C21-FD7D-4E65-8C72-B41829F67170}" dt="2026-07-20T15:58:51.771" v="1341" actId="47"/>
        <pc:sldMkLst>
          <pc:docMk/>
          <pc:sldMk cId="258816084" sldId="263"/>
        </pc:sldMkLst>
      </pc:sldChg>
      <pc:sldChg chg="modSp add mod">
        <pc:chgData name="McCloskey, Ross" userId="b1990487-ee44-4922-b58f-5b2980a02730" providerId="ADAL" clId="{7D443C21-FD7D-4E65-8C72-B41829F67170}" dt="2026-07-20T16:03:25.794" v="1904" actId="20577"/>
        <pc:sldMkLst>
          <pc:docMk/>
          <pc:sldMk cId="1660356394" sldId="263"/>
        </pc:sldMkLst>
        <pc:spChg chg="mod">
          <ac:chgData name="McCloskey, Ross" userId="b1990487-ee44-4922-b58f-5b2980a02730" providerId="ADAL" clId="{7D443C21-FD7D-4E65-8C72-B41829F67170}" dt="2026-07-20T16:03:25.794" v="1904" actId="20577"/>
          <ac:spMkLst>
            <pc:docMk/>
            <pc:sldMk cId="1660356394" sldId="263"/>
            <ac:spMk id="4" creationId="{648F083A-692A-C5EF-ED97-F63B76F80265}"/>
          </ac:spMkLst>
        </pc:spChg>
      </pc:sldChg>
      <pc:sldChg chg="modSp add mod">
        <pc:chgData name="McCloskey, Ross" userId="b1990487-ee44-4922-b58f-5b2980a02730" providerId="ADAL" clId="{7D443C21-FD7D-4E65-8C72-B41829F67170}" dt="2026-07-20T16:04:34.153" v="1984" actId="1076"/>
        <pc:sldMkLst>
          <pc:docMk/>
          <pc:sldMk cId="646512240" sldId="264"/>
        </pc:sldMkLst>
        <pc:spChg chg="mod">
          <ac:chgData name="McCloskey, Ross" userId="b1990487-ee44-4922-b58f-5b2980a02730" providerId="ADAL" clId="{7D443C21-FD7D-4E65-8C72-B41829F67170}" dt="2026-07-20T16:04:34.153" v="1984" actId="1076"/>
          <ac:spMkLst>
            <pc:docMk/>
            <pc:sldMk cId="646512240" sldId="264"/>
            <ac:spMk id="4" creationId="{C2166C8B-63A5-630A-051D-AED281BA7F24}"/>
          </ac:spMkLst>
        </pc:spChg>
      </pc:sldChg>
      <pc:sldChg chg="addSp delSp modSp add mod ord">
        <pc:chgData name="McCloskey, Ross" userId="b1990487-ee44-4922-b58f-5b2980a02730" providerId="ADAL" clId="{7D443C21-FD7D-4E65-8C72-B41829F67170}" dt="2026-07-20T16:09:41.479" v="2457" actId="1076"/>
        <pc:sldMkLst>
          <pc:docMk/>
          <pc:sldMk cId="3392081390" sldId="265"/>
        </pc:sldMkLst>
        <pc:spChg chg="mod">
          <ac:chgData name="McCloskey, Ross" userId="b1990487-ee44-4922-b58f-5b2980a02730" providerId="ADAL" clId="{7D443C21-FD7D-4E65-8C72-B41829F67170}" dt="2026-07-20T16:08:46.340" v="2452" actId="1076"/>
          <ac:spMkLst>
            <pc:docMk/>
            <pc:sldMk cId="3392081390" sldId="265"/>
            <ac:spMk id="4" creationId="{F1810874-F6CD-271A-95D0-412424B52466}"/>
          </ac:spMkLst>
        </pc:spChg>
        <pc:picChg chg="add del mod">
          <ac:chgData name="McCloskey, Ross" userId="b1990487-ee44-4922-b58f-5b2980a02730" providerId="ADAL" clId="{7D443C21-FD7D-4E65-8C72-B41829F67170}" dt="2026-07-20T16:09:21.473" v="2454" actId="478"/>
          <ac:picMkLst>
            <pc:docMk/>
            <pc:sldMk cId="3392081390" sldId="265"/>
            <ac:picMk id="3" creationId="{50B7F7C3-12FB-5715-DD98-A6E0098064E9}"/>
          </ac:picMkLst>
        </pc:picChg>
        <pc:picChg chg="add mod">
          <ac:chgData name="McCloskey, Ross" userId="b1990487-ee44-4922-b58f-5b2980a02730" providerId="ADAL" clId="{7D443C21-FD7D-4E65-8C72-B41829F67170}" dt="2026-07-20T16:09:41.479" v="2457" actId="1076"/>
          <ac:picMkLst>
            <pc:docMk/>
            <pc:sldMk cId="3392081390" sldId="265"/>
            <ac:picMk id="6" creationId="{946A4565-A6A7-3A5C-1C1C-69D7C68A2EB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46C3E-93DD-8D5D-BDBE-D7CE2497DD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4477DC-5095-FCD4-B2FD-A88445908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A57604-90BF-DA7E-B4CD-D9A260DE1E53}"/>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CFD735BD-869E-FE01-F1C4-BA265EE69D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60B5F-0088-44B0-CD7E-FD88478674E5}"/>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3225903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C7B2-78AC-593F-469A-9F9CD2DAE7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A7FF04-7B07-74CC-0B0A-DE1B36025B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7629E-1D1E-85E6-7912-1DDA0A4E6025}"/>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19553A7E-2F1E-6063-CF46-9B521299F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513BE3-D2AF-5A05-BADD-252937890BE5}"/>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2825281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834C-CD50-F75F-D430-F3EFEBB062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5F698-5427-67A3-1D1B-3A34A3E5F0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5EC014-8B28-F191-7803-AE067923D08E}"/>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92424F4E-B3C2-C7CE-2FCA-15BC22515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C3FDF5-3BC8-1B1A-B599-328DF69F1643}"/>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2249051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6517-446A-A445-4117-0EC9515DE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70F1D3-DB05-5BC5-8955-5FFF86B045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98B677-029B-E377-2ABE-6FFE1FF9C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F8BA20-1AB8-B19C-0ED7-99CED647BC4A}"/>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6" name="Footer Placeholder 5">
            <a:extLst>
              <a:ext uri="{FF2B5EF4-FFF2-40B4-BE49-F238E27FC236}">
                <a16:creationId xmlns:a16="http://schemas.microsoft.com/office/drawing/2014/main" id="{B7CD8FEC-CAEF-05B6-C308-9878CF618A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26D2-DCA4-FBFD-A2AF-734BD854EFB0}"/>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430001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515A0-1B1F-9622-79F3-DD14D5A8F5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E0A3B-F4FE-71EE-EF9C-95E312446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137A32-25DE-1E1C-60E1-8245297745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751834-7C43-FD21-3FC4-3742ECEC3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637A9A-FBB3-01D5-08C7-747526B08C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71BF59-04EE-43A8-131A-05CADF13EA0B}"/>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8" name="Footer Placeholder 7">
            <a:extLst>
              <a:ext uri="{FF2B5EF4-FFF2-40B4-BE49-F238E27FC236}">
                <a16:creationId xmlns:a16="http://schemas.microsoft.com/office/drawing/2014/main" id="{2E0F0CE9-6A84-CDF3-084D-EA6393C6A1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5CD6F5-FDD3-3D13-C451-7EB594EE9216}"/>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225270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E3707-BF66-0D8E-73AC-BD37EC9E1D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7F7A85-A343-B752-DCE0-9C119E2AF027}"/>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4" name="Footer Placeholder 3">
            <a:extLst>
              <a:ext uri="{FF2B5EF4-FFF2-40B4-BE49-F238E27FC236}">
                <a16:creationId xmlns:a16="http://schemas.microsoft.com/office/drawing/2014/main" id="{4355D72E-581F-111D-C88E-858DCF5A7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36CAB-E7B5-777F-E972-95808743F3A6}"/>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400939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59F6EA-22CB-0FD6-EB82-C7291E96040D}"/>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3" name="Footer Placeholder 2">
            <a:extLst>
              <a:ext uri="{FF2B5EF4-FFF2-40B4-BE49-F238E27FC236}">
                <a16:creationId xmlns:a16="http://schemas.microsoft.com/office/drawing/2014/main" id="{B028554E-5112-E056-9DAE-9764A756CD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7867CD-E68D-37C2-D715-BC98A2E469D3}"/>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60543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29130-ACCC-E098-8413-9E2FF26F1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A58E5B-2647-3017-5874-76320A9E92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A0697D-D70D-B597-C830-B080F4CF6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7B8E9B-638D-7F9F-E6FD-9E9282545761}"/>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6" name="Footer Placeholder 5">
            <a:extLst>
              <a:ext uri="{FF2B5EF4-FFF2-40B4-BE49-F238E27FC236}">
                <a16:creationId xmlns:a16="http://schemas.microsoft.com/office/drawing/2014/main" id="{8A78EF5C-02E4-D3F3-8657-36583450D4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EC4677-09B1-130D-9B80-4F229FF016CD}"/>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113286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80BB-AB6F-0A6F-6938-FC943A157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0A8C4D-CC1D-D12C-F2C4-D2F70E1D60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99A86F-BEBD-9FF3-D141-DDF38F0E2C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F49F97-5AB8-8F62-9E19-93A0FC974FD7}"/>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6" name="Footer Placeholder 5">
            <a:extLst>
              <a:ext uri="{FF2B5EF4-FFF2-40B4-BE49-F238E27FC236}">
                <a16:creationId xmlns:a16="http://schemas.microsoft.com/office/drawing/2014/main" id="{EECDF240-2ED9-EA8C-53FF-7126798BB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BCCA6-F362-5F25-EC40-4A384B1255E6}"/>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1838625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D7C45-13A3-A1B3-55AF-89A4E2B9E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A041B3-0F19-4409-104E-31BE916FF0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54596-4904-201C-2AC3-E7F0CC5DC882}"/>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028D1E3E-A576-1D27-1E46-29B71AB96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A1FA9-8CE4-E1A8-EBA3-0176F82E1FC7}"/>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2319938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CB7AD7-66E8-1BEA-B9CE-F755616F0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AA9826-C574-4F39-A15B-72768D1223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35E2F-AAD9-DAF8-76E6-424D86F689B7}"/>
              </a:ext>
            </a:extLst>
          </p:cNvPr>
          <p:cNvSpPr>
            <a:spLocks noGrp="1"/>
          </p:cNvSpPr>
          <p:nvPr>
            <p:ph type="dt" sz="half" idx="10"/>
          </p:nvPr>
        </p:nvSpPr>
        <p:spPr/>
        <p:txBody>
          <a:body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1844FB27-1A62-E0CF-CAD4-52B1D7467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607EE4-F1A1-1853-0698-945E0E30940C}"/>
              </a:ext>
            </a:extLst>
          </p:cNvPr>
          <p:cNvSpPr>
            <a:spLocks noGrp="1"/>
          </p:cNvSpPr>
          <p:nvPr>
            <p:ph type="sldNum" sz="quarter" idx="12"/>
          </p:nvPr>
        </p:nvSpPr>
        <p:spPr/>
        <p:txBody>
          <a:bodyPr/>
          <a:lstStyle/>
          <a:p>
            <a:fld id="{0C01F773-E99C-43DE-8666-BEE58FBA66F5}" type="slidenum">
              <a:rPr lang="en-US" smtClean="0"/>
              <a:t>‹#›</a:t>
            </a:fld>
            <a:endParaRPr lang="en-US"/>
          </a:p>
        </p:txBody>
      </p:sp>
    </p:spTree>
    <p:extLst>
      <p:ext uri="{BB962C8B-B14F-4D97-AF65-F5344CB8AC3E}">
        <p14:creationId xmlns:p14="http://schemas.microsoft.com/office/powerpoint/2010/main" val="3404934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883A71-EA5B-F0CA-5AE5-436B7DDF6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896238-373A-C3DA-33B2-606972C6B0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F5EFC2-BECB-189B-75F5-F9041662A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6DCF12-0259-4C62-9CAA-1EF9D21CC0D2}" type="datetimeFigureOut">
              <a:rPr lang="en-US" smtClean="0"/>
              <a:t>7/20/2026</a:t>
            </a:fld>
            <a:endParaRPr lang="en-US"/>
          </a:p>
        </p:txBody>
      </p:sp>
      <p:sp>
        <p:nvSpPr>
          <p:cNvPr id="5" name="Footer Placeholder 4">
            <a:extLst>
              <a:ext uri="{FF2B5EF4-FFF2-40B4-BE49-F238E27FC236}">
                <a16:creationId xmlns:a16="http://schemas.microsoft.com/office/drawing/2014/main" id="{FF868EC5-3CDE-9A86-F8AE-F619F7237E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276265-BABB-2AE0-0CEE-9785F666A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01F773-E99C-43DE-8666-BEE58FBA66F5}" type="slidenum">
              <a:rPr lang="en-US" smtClean="0"/>
              <a:t>‹#›</a:t>
            </a:fld>
            <a:endParaRPr lang="en-US"/>
          </a:p>
        </p:txBody>
      </p:sp>
    </p:spTree>
    <p:extLst>
      <p:ext uri="{BB962C8B-B14F-4D97-AF65-F5344CB8AC3E}">
        <p14:creationId xmlns:p14="http://schemas.microsoft.com/office/powerpoint/2010/main" val="2313633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6CF2C98-1257-521C-B293-2EE84DB04338}"/>
              </a:ext>
            </a:extLst>
          </p:cNvPr>
          <p:cNvSpPr>
            <a:spLocks noGrp="1"/>
          </p:cNvSpPr>
          <p:nvPr>
            <p:ph type="ctrTitle"/>
          </p:nvPr>
        </p:nvSpPr>
        <p:spPr/>
        <p:txBody>
          <a:bodyPr/>
          <a:lstStyle/>
          <a:p>
            <a:r>
              <a:rPr lang="en-US" dirty="0"/>
              <a:t>Project figures and tables</a:t>
            </a:r>
          </a:p>
        </p:txBody>
      </p:sp>
      <p:sp>
        <p:nvSpPr>
          <p:cNvPr id="11" name="Subtitle 10">
            <a:extLst>
              <a:ext uri="{FF2B5EF4-FFF2-40B4-BE49-F238E27FC236}">
                <a16:creationId xmlns:a16="http://schemas.microsoft.com/office/drawing/2014/main" id="{6ABAB03A-FD40-9D26-1216-57BA4D911184}"/>
              </a:ext>
            </a:extLst>
          </p:cNvPr>
          <p:cNvSpPr>
            <a:spLocks noGrp="1"/>
          </p:cNvSpPr>
          <p:nvPr>
            <p:ph type="subTitle" idx="1"/>
          </p:nvPr>
        </p:nvSpPr>
        <p:spPr/>
        <p:txBody>
          <a:bodyPr/>
          <a:lstStyle/>
          <a:p>
            <a:r>
              <a:rPr lang="en-US" dirty="0"/>
              <a:t>In order of assumed appearance/reference in the manuscript</a:t>
            </a:r>
          </a:p>
        </p:txBody>
      </p:sp>
    </p:spTree>
    <p:extLst>
      <p:ext uri="{BB962C8B-B14F-4D97-AF65-F5344CB8AC3E}">
        <p14:creationId xmlns:p14="http://schemas.microsoft.com/office/powerpoint/2010/main" val="3129493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327F4C-8CFB-29AB-26AF-8A3F74D52947}"/>
              </a:ext>
            </a:extLst>
          </p:cNvPr>
          <p:cNvSpPr>
            <a:spLocks noGrp="1"/>
          </p:cNvSpPr>
          <p:nvPr>
            <p:ph type="title"/>
          </p:nvPr>
        </p:nvSpPr>
        <p:spPr/>
        <p:txBody>
          <a:bodyPr/>
          <a:lstStyle/>
          <a:p>
            <a:r>
              <a:rPr lang="en-US" dirty="0"/>
              <a:t>Objective 1</a:t>
            </a:r>
          </a:p>
        </p:txBody>
      </p:sp>
      <p:sp>
        <p:nvSpPr>
          <p:cNvPr id="5" name="Text Placeholder 4">
            <a:extLst>
              <a:ext uri="{FF2B5EF4-FFF2-40B4-BE49-F238E27FC236}">
                <a16:creationId xmlns:a16="http://schemas.microsoft.com/office/drawing/2014/main" id="{6D431BD1-EDD7-656F-872B-64AF546E62D1}"/>
              </a:ext>
            </a:extLst>
          </p:cNvPr>
          <p:cNvSpPr>
            <a:spLocks noGrp="1"/>
          </p:cNvSpPr>
          <p:nvPr>
            <p:ph type="body" idx="1"/>
          </p:nvPr>
        </p:nvSpPr>
        <p:spPr/>
        <p:txBody>
          <a:bodyPr/>
          <a:lstStyle/>
          <a:p>
            <a:r>
              <a:rPr lang="en-US" dirty="0"/>
              <a:t>describe patterns in assemblage composition</a:t>
            </a:r>
          </a:p>
          <a:p>
            <a:endParaRPr lang="en-US" dirty="0"/>
          </a:p>
        </p:txBody>
      </p:sp>
    </p:spTree>
    <p:extLst>
      <p:ext uri="{BB962C8B-B14F-4D97-AF65-F5344CB8AC3E}">
        <p14:creationId xmlns:p14="http://schemas.microsoft.com/office/powerpoint/2010/main" val="3855106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DCA6-D3C7-70FE-0875-F42EDD39F4A9}"/>
              </a:ext>
            </a:extLst>
          </p:cNvPr>
          <p:cNvSpPr>
            <a:spLocks noGrp="1"/>
          </p:cNvSpPr>
          <p:nvPr>
            <p:ph type="ctrTitle"/>
          </p:nvPr>
        </p:nvSpPr>
        <p:spPr/>
        <p:txBody>
          <a:bodyPr/>
          <a:lstStyle/>
          <a:p>
            <a:r>
              <a:rPr lang="en-US" dirty="0"/>
              <a:t>Figures and Tables to appear in supplemental materials</a:t>
            </a:r>
          </a:p>
        </p:txBody>
      </p:sp>
    </p:spTree>
    <p:extLst>
      <p:ext uri="{BB962C8B-B14F-4D97-AF65-F5344CB8AC3E}">
        <p14:creationId xmlns:p14="http://schemas.microsoft.com/office/powerpoint/2010/main" val="370471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DB168F-090B-8349-E312-F69F26946C3F}"/>
              </a:ext>
            </a:extLst>
          </p:cNvPr>
          <p:cNvSpPr>
            <a:spLocks noGrp="1"/>
          </p:cNvSpPr>
          <p:nvPr>
            <p:ph type="title"/>
          </p:nvPr>
        </p:nvSpPr>
        <p:spPr>
          <a:xfrm>
            <a:off x="838200" y="5765028"/>
            <a:ext cx="10515600" cy="759339"/>
          </a:xfrm>
        </p:spPr>
        <p:txBody>
          <a:bodyPr>
            <a:normAutofit/>
          </a:bodyPr>
          <a:lstStyle/>
          <a:p>
            <a:r>
              <a:rPr lang="en-US" sz="2000" i="1" dirty="0"/>
              <a:t>Supplemental Figure 1</a:t>
            </a:r>
            <a:r>
              <a:rPr lang="en-US" sz="2000" dirty="0"/>
              <a:t>: Dendrogram of net tows clustered by agglomerative hierarchical clustering. Number of clusters determined as the fewest necessary to yield expected groups (k = 10).</a:t>
            </a:r>
            <a:endParaRPr lang="en-US" sz="2000" i="1" dirty="0"/>
          </a:p>
        </p:txBody>
      </p:sp>
      <p:pic>
        <p:nvPicPr>
          <p:cNvPr id="6" name="Picture 5">
            <a:extLst>
              <a:ext uri="{FF2B5EF4-FFF2-40B4-BE49-F238E27FC236}">
                <a16:creationId xmlns:a16="http://schemas.microsoft.com/office/drawing/2014/main" id="{B5968C40-8389-8F68-939C-DEB8F1E37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89" y="333633"/>
            <a:ext cx="10972822" cy="5486411"/>
          </a:xfrm>
          <a:prstGeom prst="rect">
            <a:avLst/>
          </a:prstGeom>
        </p:spPr>
      </p:pic>
    </p:spTree>
    <p:extLst>
      <p:ext uri="{BB962C8B-B14F-4D97-AF65-F5344CB8AC3E}">
        <p14:creationId xmlns:p14="http://schemas.microsoft.com/office/powerpoint/2010/main" val="2678185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2386-D28B-63AF-5C13-D86AAFF654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343693-B3FA-A565-EB07-9C12C768B2F8}"/>
              </a:ext>
            </a:extLst>
          </p:cNvPr>
          <p:cNvSpPr>
            <a:spLocks noGrp="1"/>
          </p:cNvSpPr>
          <p:nvPr>
            <p:ph type="title"/>
          </p:nvPr>
        </p:nvSpPr>
        <p:spPr>
          <a:xfrm>
            <a:off x="838200" y="5765028"/>
            <a:ext cx="10515600" cy="759339"/>
          </a:xfrm>
        </p:spPr>
        <p:txBody>
          <a:bodyPr>
            <a:noAutofit/>
          </a:bodyPr>
          <a:lstStyle/>
          <a:p>
            <a:r>
              <a:rPr lang="en-US" sz="2000" i="1" dirty="0"/>
              <a:t>(alternative?) Supplemental Figure 1</a:t>
            </a:r>
            <a:r>
              <a:rPr lang="en-US" sz="2000" dirty="0"/>
              <a:t>: Dendrogram of net tows belonging to the four largest clusters resulting from agglomerative hierarchical clustering (AHC) of the entire data set. AHC was ran on the filtered net tows to yield the resultant dendrogram with four cluster rectangles (k = 4).</a:t>
            </a:r>
            <a:endParaRPr lang="en-US" sz="2000" i="1" dirty="0"/>
          </a:p>
        </p:txBody>
      </p:sp>
      <p:pic>
        <p:nvPicPr>
          <p:cNvPr id="3" name="Picture 2">
            <a:extLst>
              <a:ext uri="{FF2B5EF4-FFF2-40B4-BE49-F238E27FC236}">
                <a16:creationId xmlns:a16="http://schemas.microsoft.com/office/drawing/2014/main" id="{9137BD2B-CCA5-A589-559E-B0961F839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89" y="204531"/>
            <a:ext cx="10972822" cy="5486411"/>
          </a:xfrm>
          <a:prstGeom prst="rect">
            <a:avLst/>
          </a:prstGeom>
        </p:spPr>
      </p:pic>
    </p:spTree>
    <p:extLst>
      <p:ext uri="{BB962C8B-B14F-4D97-AF65-F5344CB8AC3E}">
        <p14:creationId xmlns:p14="http://schemas.microsoft.com/office/powerpoint/2010/main" val="57729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6537-340B-0304-D8B5-519306DABB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15F585-4BB4-5F27-9541-63B76984517E}"/>
              </a:ext>
            </a:extLst>
          </p:cNvPr>
          <p:cNvSpPr>
            <a:spLocks noGrp="1"/>
          </p:cNvSpPr>
          <p:nvPr>
            <p:ph type="title"/>
          </p:nvPr>
        </p:nvSpPr>
        <p:spPr>
          <a:xfrm>
            <a:off x="838200" y="5765028"/>
            <a:ext cx="10515600" cy="759339"/>
          </a:xfrm>
        </p:spPr>
        <p:txBody>
          <a:bodyPr>
            <a:normAutofit/>
          </a:bodyPr>
          <a:lstStyle/>
          <a:p>
            <a:r>
              <a:rPr lang="en-US" sz="2000" i="1" dirty="0"/>
              <a:t>Supplemental Figure 2</a:t>
            </a:r>
            <a:r>
              <a:rPr lang="en-US" sz="2000" dirty="0"/>
              <a:t>: Bar plot of taxa concentrations (individuals per m3) in each net tow. Tows are organized by cluster to show the approximate composition of each cluster.</a:t>
            </a:r>
            <a:endParaRPr lang="en-US" sz="2000" i="1" dirty="0"/>
          </a:p>
        </p:txBody>
      </p:sp>
    </p:spTree>
    <p:extLst>
      <p:ext uri="{BB962C8B-B14F-4D97-AF65-F5344CB8AC3E}">
        <p14:creationId xmlns:p14="http://schemas.microsoft.com/office/powerpoint/2010/main" val="325815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49C2-7A32-2526-6573-05CC113694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CAC89D-0816-F188-BFEB-DE08AFA05A8D}"/>
              </a:ext>
            </a:extLst>
          </p:cNvPr>
          <p:cNvSpPr>
            <a:spLocks noGrp="1"/>
          </p:cNvSpPr>
          <p:nvPr>
            <p:ph type="title"/>
          </p:nvPr>
        </p:nvSpPr>
        <p:spPr>
          <a:xfrm>
            <a:off x="838200" y="5765028"/>
            <a:ext cx="10515600" cy="759339"/>
          </a:xfrm>
        </p:spPr>
        <p:txBody>
          <a:bodyPr>
            <a:noAutofit/>
          </a:bodyPr>
          <a:lstStyle/>
          <a:p>
            <a:r>
              <a:rPr lang="en-US" sz="2000" i="1" dirty="0"/>
              <a:t>(alternative?) Supplemental Figure 2</a:t>
            </a:r>
            <a:r>
              <a:rPr lang="en-US" sz="2000" dirty="0"/>
              <a:t>: Bar plot of taxa concentrations (individuals per m3) in each net tow belonging to the four main clusters. Tows are organized by cluster to show the approximate composition of each cluster of interest.</a:t>
            </a:r>
            <a:endParaRPr lang="en-US" sz="2000" i="1" dirty="0"/>
          </a:p>
        </p:txBody>
      </p:sp>
    </p:spTree>
    <p:extLst>
      <p:ext uri="{BB962C8B-B14F-4D97-AF65-F5344CB8AC3E}">
        <p14:creationId xmlns:p14="http://schemas.microsoft.com/office/powerpoint/2010/main" val="66974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A439-88E8-8DB4-11B1-CBEAB3CB71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8F083A-692A-C5EF-ED97-F63B76F80265}"/>
              </a:ext>
            </a:extLst>
          </p:cNvPr>
          <p:cNvSpPr>
            <a:spLocks noGrp="1"/>
          </p:cNvSpPr>
          <p:nvPr>
            <p:ph type="title"/>
          </p:nvPr>
        </p:nvSpPr>
        <p:spPr>
          <a:xfrm>
            <a:off x="838200" y="206439"/>
            <a:ext cx="10515600" cy="759339"/>
          </a:xfrm>
        </p:spPr>
        <p:txBody>
          <a:bodyPr>
            <a:noAutofit/>
          </a:bodyPr>
          <a:lstStyle/>
          <a:p>
            <a:r>
              <a:rPr lang="en-US" sz="2000" i="1" dirty="0"/>
              <a:t>Supplemental Table 1</a:t>
            </a:r>
            <a:r>
              <a:rPr lang="en-US" sz="2000" dirty="0"/>
              <a:t>: Results of indicator species analysis (ISA) on net tows clustered by AHC. Max number of clusters that can be indicated together set equal to two. Used to verify the dominant taxa for each cluster and the use of clusters as representatives of taxa assemblages.</a:t>
            </a:r>
            <a:endParaRPr lang="en-US" sz="2000" i="1" dirty="0"/>
          </a:p>
        </p:txBody>
      </p:sp>
    </p:spTree>
    <p:extLst>
      <p:ext uri="{BB962C8B-B14F-4D97-AF65-F5344CB8AC3E}">
        <p14:creationId xmlns:p14="http://schemas.microsoft.com/office/powerpoint/2010/main" val="166035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2358C-3DED-8623-223A-38B520D154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166C8B-63A5-630A-051D-AED281BA7F24}"/>
              </a:ext>
            </a:extLst>
          </p:cNvPr>
          <p:cNvSpPr>
            <a:spLocks noGrp="1"/>
          </p:cNvSpPr>
          <p:nvPr>
            <p:ph type="title"/>
          </p:nvPr>
        </p:nvSpPr>
        <p:spPr>
          <a:xfrm>
            <a:off x="838200" y="78206"/>
            <a:ext cx="10515600" cy="1092110"/>
          </a:xfrm>
        </p:spPr>
        <p:txBody>
          <a:bodyPr>
            <a:noAutofit/>
          </a:bodyPr>
          <a:lstStyle/>
          <a:p>
            <a:r>
              <a:rPr lang="en-US" sz="2000" i="1" dirty="0"/>
              <a:t>(alternative?) Supplemental Table 1</a:t>
            </a:r>
            <a:r>
              <a:rPr lang="en-US" sz="2000" dirty="0"/>
              <a:t>: Results of indicator species analysis (ISA) on net tows from four main clusters in the overall AHC. Max number of clusters that can be indicated together set equal to two. Used to verify the dominant taxa for each cluster and the use of clusters as representatives of taxa assemblages.</a:t>
            </a:r>
            <a:endParaRPr lang="en-US" sz="2000" i="1" dirty="0"/>
          </a:p>
        </p:txBody>
      </p:sp>
    </p:spTree>
    <p:extLst>
      <p:ext uri="{BB962C8B-B14F-4D97-AF65-F5344CB8AC3E}">
        <p14:creationId xmlns:p14="http://schemas.microsoft.com/office/powerpoint/2010/main" val="646512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D393-2834-41E5-D35A-B2AE1946B4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810874-F6CD-271A-95D0-412424B52466}"/>
              </a:ext>
            </a:extLst>
          </p:cNvPr>
          <p:cNvSpPr>
            <a:spLocks noGrp="1"/>
          </p:cNvSpPr>
          <p:nvPr>
            <p:ph type="title"/>
          </p:nvPr>
        </p:nvSpPr>
        <p:spPr>
          <a:xfrm>
            <a:off x="838200" y="5704870"/>
            <a:ext cx="10515600" cy="1092972"/>
          </a:xfrm>
        </p:spPr>
        <p:txBody>
          <a:bodyPr>
            <a:noAutofit/>
          </a:bodyPr>
          <a:lstStyle/>
          <a:p>
            <a:r>
              <a:rPr lang="en-US" sz="2000" i="1" dirty="0"/>
              <a:t>Supplemental Figure 3</a:t>
            </a:r>
            <a:r>
              <a:rPr lang="en-US" sz="2000" dirty="0"/>
              <a:t>: Map of sampling events in space based on latitude and longitude of sampling stations. Points at each station are organized by net tow which is indicative of depth (0 = 1-100m, 1 = …). Points are also colored by cluster. Used to assess how clusters organized in space and thus how ichthyoplankton assemblages might be distributing.</a:t>
            </a:r>
            <a:endParaRPr lang="en-US" sz="2000" i="1" dirty="0"/>
          </a:p>
        </p:txBody>
      </p:sp>
      <p:pic>
        <p:nvPicPr>
          <p:cNvPr id="6" name="Picture 5">
            <a:extLst>
              <a:ext uri="{FF2B5EF4-FFF2-40B4-BE49-F238E27FC236}">
                <a16:creationId xmlns:a16="http://schemas.microsoft.com/office/drawing/2014/main" id="{946A4565-A6A7-3A5C-1C1C-69D7C68A2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5579" y="102269"/>
            <a:ext cx="8095247" cy="5396831"/>
          </a:xfrm>
          <a:prstGeom prst="rect">
            <a:avLst/>
          </a:prstGeom>
        </p:spPr>
      </p:pic>
    </p:spTree>
    <p:extLst>
      <p:ext uri="{BB962C8B-B14F-4D97-AF65-F5344CB8AC3E}">
        <p14:creationId xmlns:p14="http://schemas.microsoft.com/office/powerpoint/2010/main" val="3392081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369</Words>
  <Application>Microsoft Office PowerPoint</Application>
  <PresentationFormat>Widescreen</PresentationFormat>
  <Paragraphs>12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Project figures and tables</vt:lpstr>
      <vt:lpstr>Objective 1</vt:lpstr>
      <vt:lpstr>Figures and Tables to appear in supplemental materials</vt:lpstr>
      <vt:lpstr>Supplemental Figure 1: Dendrogram of net tows clustered by agglomerative hierarchical clustering. Number of clusters determined as the fewest necessary to yield expected groups (k = 10).</vt:lpstr>
      <vt:lpstr>(alternative?) Supplemental Figure 1: Dendrogram of net tows belonging to the four largest clusters resulting from agglomerative hierarchical clustering (AHC) of the entire data set. AHC was ran on the filtered net tows to yield the resultant dendrogram with four cluster rectangles (k = 4).</vt:lpstr>
      <vt:lpstr>Supplemental Figure 2: Bar plot of taxa concentrations (individuals per m3) in each net tow. Tows are organized by cluster to show the approximate composition of each cluster.</vt:lpstr>
      <vt:lpstr>(alternative?) Supplemental Figure 2: Bar plot of taxa concentrations (individuals per m3) in each net tow belonging to the four main clusters. Tows are organized by cluster to show the approximate composition of each cluster of interest.</vt:lpstr>
      <vt:lpstr>Supplemental Table 1: Results of indicator species analysis (ISA) on net tows clustered by AHC. Max number of clusters that can be indicated together set equal to two. Used to verify the dominant taxa for each cluster and the use of clusters as representatives of taxa assemblages.</vt:lpstr>
      <vt:lpstr>(alternative?) Supplemental Table 1: Results of indicator species analysis (ISA) on net tows from four main clusters in the overall AHC. Max number of clusters that can be indicated together set equal to two. Used to verify the dominant taxa for each cluster and the use of clusters as representatives of taxa assemblages.</vt:lpstr>
      <vt:lpstr>Supplemental Figure 3: Map of sampling events in space based on latitude and longitude of sampling stations. Points at each station are organized by net tow which is indicative of depth (0 = 1-100m, 1 = …). Points are also colored by cluster. Used to assess how clusters organized in space and thus how ichthyoplankton assemblages might be distributing.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McCloskey, Ross</dc:creator>
  <cp:lastModifiedBy>McCloskey, Ross</cp:lastModifiedBy>
  <cp:revision>1</cp:revision>
  <dcterms:created xsi:type="dcterms:W3CDTF">2026-07-20T15:41:17Z</dcterms:created>
  <dcterms:modified xsi:type="dcterms:W3CDTF">2026-07-20T16:09:48Z</dcterms:modified>
</cp:coreProperties>
</file>