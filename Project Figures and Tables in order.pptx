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changesInfos/changesInfo1.xml" ContentType="application/vnd.ms-powerpoint.changes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66" r:id="rId4"/>
    <p:sldId id="267" r:id="rId5"/>
    <p:sldId id="260" r:id="rId6"/>
    <p:sldId id="258" r:id="rId7"/>
    <p:sldId id="259" r:id="rId8"/>
    <p:sldId id="261" r:id="rId9"/>
    <p:sldId id="262" r:id="rId10"/>
    <p:sldId id="263" r:id="rId11"/>
    <p:sldId id="264" r:id="rId12"/>
    <p:sldId id="265" r:id="rId1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9D7B26C5-4107-4FEC-AEDC-1716B250A1EF}" styleName="Light Style 1">
    <a:wholeTbl>
      <a:tcTxStyle>
        <a:fontRef idx="minor">
          <a:scrgbClr r="0" g="0" b="0"/>
        </a:fontRef>
        <a:schemeClr val="tx1"/>
      </a:tcTxStyle>
      <a:tcStyle>
        <a:tcBdr>
          <a:left>
            <a:ln>
              <a:noFill/>
            </a:ln>
          </a:left>
          <a:right>
            <a:ln>
              <a:noFill/>
            </a:ln>
          </a:right>
          <a:top>
            <a:ln w="12700" cmpd="sng">
              <a:solidFill>
                <a:schemeClr val="tx1"/>
              </a:solidFill>
            </a:ln>
          </a:top>
          <a:bottom>
            <a:ln w="12700" cmpd="sng">
              <a:solidFill>
                <a:schemeClr val="tx1"/>
              </a:solidFill>
            </a:ln>
          </a:bottom>
          <a:insideH>
            <a:ln>
              <a:noFill/>
            </a:ln>
          </a:insideH>
          <a:insideV>
            <a:ln>
              <a:noFill/>
            </a:ln>
          </a:insideV>
        </a:tcBdr>
        <a:fill>
          <a:noFill/>
        </a:fill>
      </a:tcStyle>
    </a:wholeTbl>
    <a:band1H>
      <a:tcStyle>
        <a:tcBdr/>
        <a:fill>
          <a:solidFill>
            <a:schemeClr val="tx1">
              <a:alpha val="20000"/>
            </a:schemeClr>
          </a:solidFill>
        </a:fill>
      </a:tcStyle>
    </a:band1H>
    <a:band2H>
      <a:tcStyle>
        <a:tcBdr/>
      </a:tcStyle>
    </a:band2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12700" cmpd="sng">
              <a:solidFill>
                <a:schemeClr val="tx1"/>
              </a:solidFill>
            </a:ln>
          </a:top>
        </a:tcBdr>
        <a:fill>
          <a:noFill/>
        </a:fill>
      </a:tcStyle>
    </a:lastRow>
    <a:firstRow>
      <a:tcTxStyle b="on"/>
      <a:tcStyle>
        <a:tcBdr>
          <a:bottom>
            <a:ln w="12700" cmpd="sng">
              <a:solidFill>
                <a:schemeClr val="tx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p:cViewPr varScale="1">
        <p:scale>
          <a:sx n="52" d="100"/>
          <a:sy n="52" d="100"/>
        </p:scale>
        <p:origin x="76" y="13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microsoft.com/office/2016/11/relationships/changesInfo" Target="changesInfos/changesInfo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McCloskey, Ross" userId="b1990487-ee44-4922-b58f-5b2980a02730" providerId="ADAL" clId="{7D443C21-FD7D-4E65-8C72-B41829F67170}"/>
    <pc:docChg chg="undo custSel addSld delSld modSld sldOrd">
      <pc:chgData name="McCloskey, Ross" userId="b1990487-ee44-4922-b58f-5b2980a02730" providerId="ADAL" clId="{7D443C21-FD7D-4E65-8C72-B41829F67170}" dt="2026-08-05T19:56:16.129" v="3723" actId="47"/>
      <pc:docMkLst>
        <pc:docMk/>
      </pc:docMkLst>
      <pc:sldChg chg="addSp delSp modSp new mod modClrScheme chgLayout">
        <pc:chgData name="McCloskey, Ross" userId="b1990487-ee44-4922-b58f-5b2980a02730" providerId="ADAL" clId="{7D443C21-FD7D-4E65-8C72-B41829F67170}" dt="2026-07-20T15:43:06.966" v="164" actId="20577"/>
        <pc:sldMkLst>
          <pc:docMk/>
          <pc:sldMk cId="3129493839" sldId="256"/>
        </pc:sldMkLst>
        <pc:spChg chg="add mod ord">
          <ac:chgData name="McCloskey, Ross" userId="b1990487-ee44-4922-b58f-5b2980a02730" providerId="ADAL" clId="{7D443C21-FD7D-4E65-8C72-B41829F67170}" dt="2026-07-20T15:42:45.443" v="63" actId="20577"/>
          <ac:spMkLst>
            <pc:docMk/>
            <pc:sldMk cId="3129493839" sldId="256"/>
            <ac:spMk id="10" creationId="{86CF2C98-1257-521C-B293-2EE84DB04338}"/>
          </ac:spMkLst>
        </pc:spChg>
        <pc:spChg chg="add mod ord">
          <ac:chgData name="McCloskey, Ross" userId="b1990487-ee44-4922-b58f-5b2980a02730" providerId="ADAL" clId="{7D443C21-FD7D-4E65-8C72-B41829F67170}" dt="2026-07-20T15:43:06.966" v="164" actId="20577"/>
          <ac:spMkLst>
            <pc:docMk/>
            <pc:sldMk cId="3129493839" sldId="256"/>
            <ac:spMk id="11" creationId="{6ABAB03A-FD40-9D26-1216-57BA4D911184}"/>
          </ac:spMkLst>
        </pc:spChg>
      </pc:sldChg>
      <pc:sldChg chg="addSp delSp modSp new mod modClrScheme chgLayout">
        <pc:chgData name="McCloskey, Ross" userId="b1990487-ee44-4922-b58f-5b2980a02730" providerId="ADAL" clId="{7D443C21-FD7D-4E65-8C72-B41829F67170}" dt="2026-07-20T15:44:17.729" v="182" actId="20577"/>
        <pc:sldMkLst>
          <pc:docMk/>
          <pc:sldMk cId="3855106060" sldId="257"/>
        </pc:sldMkLst>
        <pc:spChg chg="add mod ord">
          <ac:chgData name="McCloskey, Ross" userId="b1990487-ee44-4922-b58f-5b2980a02730" providerId="ADAL" clId="{7D443C21-FD7D-4E65-8C72-B41829F67170}" dt="2026-07-20T15:43:31.131" v="179" actId="20577"/>
          <ac:spMkLst>
            <pc:docMk/>
            <pc:sldMk cId="3855106060" sldId="257"/>
            <ac:spMk id="4" creationId="{27327F4C-8CFB-29AB-26AF-8A3F74D52947}"/>
          </ac:spMkLst>
        </pc:spChg>
        <pc:spChg chg="add mod ord">
          <ac:chgData name="McCloskey, Ross" userId="b1990487-ee44-4922-b58f-5b2980a02730" providerId="ADAL" clId="{7D443C21-FD7D-4E65-8C72-B41829F67170}" dt="2026-07-20T15:44:17.729" v="182" actId="20577"/>
          <ac:spMkLst>
            <pc:docMk/>
            <pc:sldMk cId="3855106060" sldId="257"/>
            <ac:spMk id="5" creationId="{6D431BD1-EDD7-656F-872B-64AF546E62D1}"/>
          </ac:spMkLst>
        </pc:spChg>
      </pc:sldChg>
      <pc:sldChg chg="addSp delSp modSp new mod ord modClrScheme chgLayout">
        <pc:chgData name="McCloskey, Ross" userId="b1990487-ee44-4922-b58f-5b2980a02730" providerId="ADAL" clId="{7D443C21-FD7D-4E65-8C72-B41829F67170}" dt="2026-07-20T15:54:06.578" v="1063" actId="20577"/>
        <pc:sldMkLst>
          <pc:docMk/>
          <pc:sldMk cId="2678185482" sldId="258"/>
        </pc:sldMkLst>
        <pc:spChg chg="add mod ord">
          <ac:chgData name="McCloskey, Ross" userId="b1990487-ee44-4922-b58f-5b2980a02730" providerId="ADAL" clId="{7D443C21-FD7D-4E65-8C72-B41829F67170}" dt="2026-07-20T15:54:06.578" v="1063" actId="20577"/>
          <ac:spMkLst>
            <pc:docMk/>
            <pc:sldMk cId="2678185482" sldId="258"/>
            <ac:spMk id="4" creationId="{EDDB168F-090B-8349-E312-F69F26946C3F}"/>
          </ac:spMkLst>
        </pc:spChg>
        <pc:picChg chg="add mod">
          <ac:chgData name="McCloskey, Ross" userId="b1990487-ee44-4922-b58f-5b2980a02730" providerId="ADAL" clId="{7D443C21-FD7D-4E65-8C72-B41829F67170}" dt="2026-07-20T15:49:38.945" v="564" actId="1076"/>
          <ac:picMkLst>
            <pc:docMk/>
            <pc:sldMk cId="2678185482" sldId="258"/>
            <ac:picMk id="6" creationId="{B5968C40-8389-8F68-939C-DEB8F1E37677}"/>
          </ac:picMkLst>
        </pc:picChg>
      </pc:sldChg>
      <pc:sldChg chg="addSp delSp modSp add mod ord">
        <pc:chgData name="McCloskey, Ross" userId="b1990487-ee44-4922-b58f-5b2980a02730" providerId="ADAL" clId="{7D443C21-FD7D-4E65-8C72-B41829F67170}" dt="2026-07-20T15:58:17.632" v="1339" actId="139"/>
        <pc:sldMkLst>
          <pc:docMk/>
          <pc:sldMk cId="577290267" sldId="259"/>
        </pc:sldMkLst>
        <pc:spChg chg="mod">
          <ac:chgData name="McCloskey, Ross" userId="b1990487-ee44-4922-b58f-5b2980a02730" providerId="ADAL" clId="{7D443C21-FD7D-4E65-8C72-B41829F67170}" dt="2026-07-20T15:58:17.632" v="1339" actId="139"/>
          <ac:spMkLst>
            <pc:docMk/>
            <pc:sldMk cId="577290267" sldId="259"/>
            <ac:spMk id="4" creationId="{A3343693-B3FA-A565-EB07-9C12C768B2F8}"/>
          </ac:spMkLst>
        </pc:spChg>
        <pc:picChg chg="add mod">
          <ac:chgData name="McCloskey, Ross" userId="b1990487-ee44-4922-b58f-5b2980a02730" providerId="ADAL" clId="{7D443C21-FD7D-4E65-8C72-B41829F67170}" dt="2026-07-20T15:52:41.391" v="960" actId="1076"/>
          <ac:picMkLst>
            <pc:docMk/>
            <pc:sldMk cId="577290267" sldId="259"/>
            <ac:picMk id="3" creationId="{9137BD2B-CCA5-A589-559E-B0961F839FEF}"/>
          </ac:picMkLst>
        </pc:picChg>
      </pc:sldChg>
      <pc:sldChg chg="delSp modSp new mod">
        <pc:chgData name="McCloskey, Ross" userId="b1990487-ee44-4922-b58f-5b2980a02730" providerId="ADAL" clId="{7D443C21-FD7D-4E65-8C72-B41829F67170}" dt="2026-07-20T15:53:39.252" v="1032" actId="478"/>
        <pc:sldMkLst>
          <pc:docMk/>
          <pc:sldMk cId="3704713804" sldId="260"/>
        </pc:sldMkLst>
        <pc:spChg chg="mod">
          <ac:chgData name="McCloskey, Ross" userId="b1990487-ee44-4922-b58f-5b2980a02730" providerId="ADAL" clId="{7D443C21-FD7D-4E65-8C72-B41829F67170}" dt="2026-07-20T15:53:34.050" v="1031" actId="20577"/>
          <ac:spMkLst>
            <pc:docMk/>
            <pc:sldMk cId="3704713804" sldId="260"/>
            <ac:spMk id="2" creationId="{390EDCA6-D3C7-70FE-0875-F42EDD39F4A9}"/>
          </ac:spMkLst>
        </pc:spChg>
      </pc:sldChg>
      <pc:sldChg chg="addSp delSp modSp add mod">
        <pc:chgData name="McCloskey, Ross" userId="b1990487-ee44-4922-b58f-5b2980a02730" providerId="ADAL" clId="{7D443C21-FD7D-4E65-8C72-B41829F67170}" dt="2026-08-05T18:55:51.991" v="3710" actId="166"/>
        <pc:sldMkLst>
          <pc:docMk/>
          <pc:sldMk cId="3258157237" sldId="261"/>
        </pc:sldMkLst>
        <pc:spChg chg="mod">
          <ac:chgData name="McCloskey, Ross" userId="b1990487-ee44-4922-b58f-5b2980a02730" providerId="ADAL" clId="{7D443C21-FD7D-4E65-8C72-B41829F67170}" dt="2026-07-20T15:57:06.249" v="1256" actId="20577"/>
          <ac:spMkLst>
            <pc:docMk/>
            <pc:sldMk cId="3258157237" sldId="261"/>
            <ac:spMk id="4" creationId="{4915F585-4BB4-5F27-9541-63B76984517E}"/>
          </ac:spMkLst>
        </pc:spChg>
        <pc:picChg chg="add del mod modCrop">
          <ac:chgData name="McCloskey, Ross" userId="b1990487-ee44-4922-b58f-5b2980a02730" providerId="ADAL" clId="{7D443C21-FD7D-4E65-8C72-B41829F67170}" dt="2026-08-05T18:45:39.149" v="3695" actId="478"/>
          <ac:picMkLst>
            <pc:docMk/>
            <pc:sldMk cId="3258157237" sldId="261"/>
            <ac:picMk id="3" creationId="{A6805772-4FFC-7BD2-F11F-54D0F2FF9302}"/>
          </ac:picMkLst>
        </pc:picChg>
        <pc:picChg chg="add del mod">
          <ac:chgData name="McCloskey, Ross" userId="b1990487-ee44-4922-b58f-5b2980a02730" providerId="ADAL" clId="{7D443C21-FD7D-4E65-8C72-B41829F67170}" dt="2026-08-05T18:54:12.219" v="3699" actId="478"/>
          <ac:picMkLst>
            <pc:docMk/>
            <pc:sldMk cId="3258157237" sldId="261"/>
            <ac:picMk id="6" creationId="{60481D3A-E6B5-0DC3-FC69-1D1950339449}"/>
          </ac:picMkLst>
        </pc:picChg>
        <pc:picChg chg="add del mod">
          <ac:chgData name="McCloskey, Ross" userId="b1990487-ee44-4922-b58f-5b2980a02730" providerId="ADAL" clId="{7D443C21-FD7D-4E65-8C72-B41829F67170}" dt="2026-08-05T18:55:08.499" v="3702" actId="478"/>
          <ac:picMkLst>
            <pc:docMk/>
            <pc:sldMk cId="3258157237" sldId="261"/>
            <ac:picMk id="8" creationId="{26BFD441-58BF-C6E7-E70E-9E6EC23528F2}"/>
          </ac:picMkLst>
        </pc:picChg>
        <pc:picChg chg="add mod ord">
          <ac:chgData name="McCloskey, Ross" userId="b1990487-ee44-4922-b58f-5b2980a02730" providerId="ADAL" clId="{7D443C21-FD7D-4E65-8C72-B41829F67170}" dt="2026-08-05T18:55:51.991" v="3710" actId="166"/>
          <ac:picMkLst>
            <pc:docMk/>
            <pc:sldMk cId="3258157237" sldId="261"/>
            <ac:picMk id="10" creationId="{9C6A8FAE-3197-53DB-081A-9F9B8B47FDB8}"/>
          </ac:picMkLst>
        </pc:picChg>
        <pc:picChg chg="add mod">
          <ac:chgData name="McCloskey, Ross" userId="b1990487-ee44-4922-b58f-5b2980a02730" providerId="ADAL" clId="{7D443C21-FD7D-4E65-8C72-B41829F67170}" dt="2026-08-05T18:55:47.011" v="3709" actId="1076"/>
          <ac:picMkLst>
            <pc:docMk/>
            <pc:sldMk cId="3258157237" sldId="261"/>
            <ac:picMk id="12" creationId="{75358480-967E-EB28-E15E-D655C65A741E}"/>
          </ac:picMkLst>
        </pc:picChg>
      </pc:sldChg>
      <pc:sldChg chg="addSp delSp modSp add mod">
        <pc:chgData name="McCloskey, Ross" userId="b1990487-ee44-4922-b58f-5b2980a02730" providerId="ADAL" clId="{7D443C21-FD7D-4E65-8C72-B41829F67170}" dt="2026-08-05T19:11:23.381" v="3722" actId="1076"/>
        <pc:sldMkLst>
          <pc:docMk/>
          <pc:sldMk cId="669740212" sldId="262"/>
        </pc:sldMkLst>
        <pc:spChg chg="mod">
          <ac:chgData name="McCloskey, Ross" userId="b1990487-ee44-4922-b58f-5b2980a02730" providerId="ADAL" clId="{7D443C21-FD7D-4E65-8C72-B41829F67170}" dt="2026-07-20T15:58:05.549" v="1338" actId="255"/>
          <ac:spMkLst>
            <pc:docMk/>
            <pc:sldMk cId="669740212" sldId="262"/>
            <ac:spMk id="4" creationId="{AFCAC89D-0816-F188-BFEB-DE08AFA05A8D}"/>
          </ac:spMkLst>
        </pc:spChg>
        <pc:picChg chg="add del mod">
          <ac:chgData name="McCloskey, Ross" userId="b1990487-ee44-4922-b58f-5b2980a02730" providerId="ADAL" clId="{7D443C21-FD7D-4E65-8C72-B41829F67170}" dt="2026-08-05T19:07:55.413" v="3715" actId="478"/>
          <ac:picMkLst>
            <pc:docMk/>
            <pc:sldMk cId="669740212" sldId="262"/>
            <ac:picMk id="3" creationId="{59A90D42-8F8C-66BA-AE1C-2921198341FC}"/>
          </ac:picMkLst>
        </pc:picChg>
        <pc:picChg chg="add mod">
          <ac:chgData name="McCloskey, Ross" userId="b1990487-ee44-4922-b58f-5b2980a02730" providerId="ADAL" clId="{7D443C21-FD7D-4E65-8C72-B41829F67170}" dt="2026-08-05T19:11:06.098" v="3719" actId="1076"/>
          <ac:picMkLst>
            <pc:docMk/>
            <pc:sldMk cId="669740212" sldId="262"/>
            <ac:picMk id="6" creationId="{4B26AA83-1CB4-189B-1A11-1A9E458DE720}"/>
          </ac:picMkLst>
        </pc:picChg>
        <pc:picChg chg="add mod">
          <ac:chgData name="McCloskey, Ross" userId="b1990487-ee44-4922-b58f-5b2980a02730" providerId="ADAL" clId="{7D443C21-FD7D-4E65-8C72-B41829F67170}" dt="2026-08-05T19:11:23.381" v="3722" actId="1076"/>
          <ac:picMkLst>
            <pc:docMk/>
            <pc:sldMk cId="669740212" sldId="262"/>
            <ac:picMk id="8" creationId="{FCDC7F1C-0850-D1F0-004B-C25FF84E6A24}"/>
          </ac:picMkLst>
        </pc:picChg>
      </pc:sldChg>
      <pc:sldChg chg="addSp modSp add mod">
        <pc:chgData name="McCloskey, Ross" userId="b1990487-ee44-4922-b58f-5b2980a02730" providerId="ADAL" clId="{7D443C21-FD7D-4E65-8C72-B41829F67170}" dt="2026-08-05T18:19:09.090" v="3686" actId="255"/>
        <pc:sldMkLst>
          <pc:docMk/>
          <pc:sldMk cId="1660356394" sldId="263"/>
        </pc:sldMkLst>
        <pc:spChg chg="mod">
          <ac:chgData name="McCloskey, Ross" userId="b1990487-ee44-4922-b58f-5b2980a02730" providerId="ADAL" clId="{7D443C21-FD7D-4E65-8C72-B41829F67170}" dt="2026-07-20T16:03:25.794" v="1904" actId="20577"/>
          <ac:spMkLst>
            <pc:docMk/>
            <pc:sldMk cId="1660356394" sldId="263"/>
            <ac:spMk id="4" creationId="{648F083A-692A-C5EF-ED97-F63B76F80265}"/>
          </ac:spMkLst>
        </pc:spChg>
        <pc:graphicFrameChg chg="add mod modGraphic">
          <ac:chgData name="McCloskey, Ross" userId="b1990487-ee44-4922-b58f-5b2980a02730" providerId="ADAL" clId="{7D443C21-FD7D-4E65-8C72-B41829F67170}" dt="2026-08-05T18:19:09.090" v="3686" actId="255"/>
          <ac:graphicFrameMkLst>
            <pc:docMk/>
            <pc:sldMk cId="1660356394" sldId="263"/>
            <ac:graphicFrameMk id="2" creationId="{C8F4AD93-7124-DF47-70F0-EAFA46198C62}"/>
          </ac:graphicFrameMkLst>
        </pc:graphicFrameChg>
      </pc:sldChg>
      <pc:sldChg chg="addSp modSp add mod">
        <pc:chgData name="McCloskey, Ross" userId="b1990487-ee44-4922-b58f-5b2980a02730" providerId="ADAL" clId="{7D443C21-FD7D-4E65-8C72-B41829F67170}" dt="2026-08-05T18:18:52.750" v="3685" actId="1076"/>
        <pc:sldMkLst>
          <pc:docMk/>
          <pc:sldMk cId="646512240" sldId="264"/>
        </pc:sldMkLst>
        <pc:spChg chg="mod">
          <ac:chgData name="McCloskey, Ross" userId="b1990487-ee44-4922-b58f-5b2980a02730" providerId="ADAL" clId="{7D443C21-FD7D-4E65-8C72-B41829F67170}" dt="2026-08-05T18:18:42.024" v="3684" actId="1076"/>
          <ac:spMkLst>
            <pc:docMk/>
            <pc:sldMk cId="646512240" sldId="264"/>
            <ac:spMk id="4" creationId="{C2166C8B-63A5-630A-051D-AED281BA7F24}"/>
          </ac:spMkLst>
        </pc:spChg>
        <pc:graphicFrameChg chg="add mod modGraphic">
          <ac:chgData name="McCloskey, Ross" userId="b1990487-ee44-4922-b58f-5b2980a02730" providerId="ADAL" clId="{7D443C21-FD7D-4E65-8C72-B41829F67170}" dt="2026-08-05T18:18:52.750" v="3685" actId="1076"/>
          <ac:graphicFrameMkLst>
            <pc:docMk/>
            <pc:sldMk cId="646512240" sldId="264"/>
            <ac:graphicFrameMk id="3" creationId="{30DB109B-E96C-1C40-5475-7D086EA7FA15}"/>
          </ac:graphicFrameMkLst>
        </pc:graphicFrameChg>
      </pc:sldChg>
      <pc:sldChg chg="addSp delSp modSp add mod ord">
        <pc:chgData name="McCloskey, Ross" userId="b1990487-ee44-4922-b58f-5b2980a02730" providerId="ADAL" clId="{7D443C21-FD7D-4E65-8C72-B41829F67170}" dt="2026-07-20T16:09:41.479" v="2457" actId="1076"/>
        <pc:sldMkLst>
          <pc:docMk/>
          <pc:sldMk cId="3392081390" sldId="265"/>
        </pc:sldMkLst>
        <pc:spChg chg="mod">
          <ac:chgData name="McCloskey, Ross" userId="b1990487-ee44-4922-b58f-5b2980a02730" providerId="ADAL" clId="{7D443C21-FD7D-4E65-8C72-B41829F67170}" dt="2026-07-20T16:08:46.340" v="2452" actId="1076"/>
          <ac:spMkLst>
            <pc:docMk/>
            <pc:sldMk cId="3392081390" sldId="265"/>
            <ac:spMk id="4" creationId="{F1810874-F6CD-271A-95D0-412424B52466}"/>
          </ac:spMkLst>
        </pc:spChg>
        <pc:picChg chg="add mod">
          <ac:chgData name="McCloskey, Ross" userId="b1990487-ee44-4922-b58f-5b2980a02730" providerId="ADAL" clId="{7D443C21-FD7D-4E65-8C72-B41829F67170}" dt="2026-07-20T16:09:41.479" v="2457" actId="1076"/>
          <ac:picMkLst>
            <pc:docMk/>
            <pc:sldMk cId="3392081390" sldId="265"/>
            <ac:picMk id="6" creationId="{946A4565-A6A7-3A5C-1C1C-69D7C68A2EB1}"/>
          </ac:picMkLst>
        </pc:picChg>
      </pc:sldChg>
      <pc:sldChg chg="modSp add mod">
        <pc:chgData name="McCloskey, Ross" userId="b1990487-ee44-4922-b58f-5b2980a02730" providerId="ADAL" clId="{7D443C21-FD7D-4E65-8C72-B41829F67170}" dt="2026-08-05T17:35:22.724" v="2580" actId="20577"/>
        <pc:sldMkLst>
          <pc:docMk/>
          <pc:sldMk cId="4010563470" sldId="266"/>
        </pc:sldMkLst>
        <pc:spChg chg="mod">
          <ac:chgData name="McCloskey, Ross" userId="b1990487-ee44-4922-b58f-5b2980a02730" providerId="ADAL" clId="{7D443C21-FD7D-4E65-8C72-B41829F67170}" dt="2026-08-05T17:34:39.944" v="2461" actId="20577"/>
          <ac:spMkLst>
            <pc:docMk/>
            <pc:sldMk cId="4010563470" sldId="266"/>
            <ac:spMk id="4" creationId="{EED71206-5DEB-59B9-58B9-E3E8535388C6}"/>
          </ac:spMkLst>
        </pc:spChg>
        <pc:spChg chg="mod">
          <ac:chgData name="McCloskey, Ross" userId="b1990487-ee44-4922-b58f-5b2980a02730" providerId="ADAL" clId="{7D443C21-FD7D-4E65-8C72-B41829F67170}" dt="2026-08-05T17:35:22.724" v="2580" actId="20577"/>
          <ac:spMkLst>
            <pc:docMk/>
            <pc:sldMk cId="4010563470" sldId="266"/>
            <ac:spMk id="5" creationId="{6D82CA60-3EAB-EE79-1D86-2021B3B5417A}"/>
          </ac:spMkLst>
        </pc:spChg>
      </pc:sldChg>
      <pc:sldChg chg="modSp add mod">
        <pc:chgData name="McCloskey, Ross" userId="b1990487-ee44-4922-b58f-5b2980a02730" providerId="ADAL" clId="{7D443C21-FD7D-4E65-8C72-B41829F67170}" dt="2026-08-05T17:36:29.443" v="2679" actId="20577"/>
        <pc:sldMkLst>
          <pc:docMk/>
          <pc:sldMk cId="2827154758" sldId="267"/>
        </pc:sldMkLst>
        <pc:spChg chg="mod">
          <ac:chgData name="McCloskey, Ross" userId="b1990487-ee44-4922-b58f-5b2980a02730" providerId="ADAL" clId="{7D443C21-FD7D-4E65-8C72-B41829F67170}" dt="2026-08-05T17:34:44.497" v="2463" actId="20577"/>
          <ac:spMkLst>
            <pc:docMk/>
            <pc:sldMk cId="2827154758" sldId="267"/>
            <ac:spMk id="4" creationId="{DD50304E-E4A7-EF2C-3D5C-CB8F9AA1E942}"/>
          </ac:spMkLst>
        </pc:spChg>
        <pc:spChg chg="mod">
          <ac:chgData name="McCloskey, Ross" userId="b1990487-ee44-4922-b58f-5b2980a02730" providerId="ADAL" clId="{7D443C21-FD7D-4E65-8C72-B41829F67170}" dt="2026-08-05T17:36:29.443" v="2679" actId="20577"/>
          <ac:spMkLst>
            <pc:docMk/>
            <pc:sldMk cId="2827154758" sldId="267"/>
            <ac:spMk id="5" creationId="{96598701-C0E7-8830-851B-70B89A3BCD13}"/>
          </ac:spMkLst>
        </pc:spChg>
      </pc:sldChg>
      <pc:sldChg chg="new del">
        <pc:chgData name="McCloskey, Ross" userId="b1990487-ee44-4922-b58f-5b2980a02730" providerId="ADAL" clId="{7D443C21-FD7D-4E65-8C72-B41829F67170}" dt="2026-08-05T19:56:16.129" v="3723" actId="47"/>
        <pc:sldMkLst>
          <pc:docMk/>
          <pc:sldMk cId="1891765391" sldId="268"/>
        </pc:sldMkLst>
      </pc:sldChg>
    </pc:docChg>
  </pc:docChgLst>
</pc:chgInfo>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046C3E-93DD-8D5D-BDBE-D7CE2497DDA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B34477DC-5095-FCD4-B2FD-A88445908A5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E3A57604-90BF-DA7E-B4CD-D9A260DE1E53}"/>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5" name="Footer Placeholder 4">
            <a:extLst>
              <a:ext uri="{FF2B5EF4-FFF2-40B4-BE49-F238E27FC236}">
                <a16:creationId xmlns:a16="http://schemas.microsoft.com/office/drawing/2014/main" id="{CFD735BD-869E-FE01-F1C4-BA265EE69DE0}"/>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E8960B5F-0088-44B0-CD7E-FD88478674E5}"/>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32259036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B45C7B2-78AC-593F-469A-9F9CD2DAE7E9}"/>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3CA7FF04-7B07-74CC-0B0A-DE1B36025B90}"/>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067629E-1D1E-85E6-7912-1DDA0A4E6025}"/>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5" name="Footer Placeholder 4">
            <a:extLst>
              <a:ext uri="{FF2B5EF4-FFF2-40B4-BE49-F238E27FC236}">
                <a16:creationId xmlns:a16="http://schemas.microsoft.com/office/drawing/2014/main" id="{19553A7E-2F1E-6063-CF46-9B521299F6C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29513BE3-D2AF-5A05-BADD-252937890BE5}"/>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82528181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2F2834C-CD50-F75F-D430-F3EFEBB062FD}"/>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D565F698-5427-67A3-1D1B-3A34A3E5F013}"/>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905EC014-8B28-F191-7803-AE067923D08E}"/>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5" name="Footer Placeholder 4">
            <a:extLst>
              <a:ext uri="{FF2B5EF4-FFF2-40B4-BE49-F238E27FC236}">
                <a16:creationId xmlns:a16="http://schemas.microsoft.com/office/drawing/2014/main" id="{92424F4E-B3C2-C7CE-2FCA-15BC2251569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4DC3FDF5-3BC8-1B1A-B599-328DF69F1643}"/>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2490517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D8C6517-446A-A445-4117-0EC9515DEAD4}"/>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CB70F1D3-DB05-5BC5-8955-5FFF86B04591}"/>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A398B677-029B-E377-2ABE-6FFE1FF9CB98}"/>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30F8BA20-1AB8-B19C-0ED7-99CED647BC4A}"/>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6" name="Footer Placeholder 5">
            <a:extLst>
              <a:ext uri="{FF2B5EF4-FFF2-40B4-BE49-F238E27FC236}">
                <a16:creationId xmlns:a16="http://schemas.microsoft.com/office/drawing/2014/main" id="{B7CD8FEC-CAEF-05B6-C308-9878CF618AD3}"/>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AE0326D2-DCA4-FBFD-A2AF-734BD854EFB0}"/>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430001651"/>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73515A0-1B1F-9622-79F3-DD14D5A8F526}"/>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716E0A3B-F4FE-71EE-EF9C-95E312446D9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07137A32-25DE-1E1C-60E1-8245297745DE}"/>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10751834-7C43-FD21-3FC4-3742ECEC335B}"/>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0A637A9A-FBB3-01D5-08C7-747526B08C0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3A71BF59-04EE-43A8-131A-05CADF13EA0B}"/>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8" name="Footer Placeholder 7">
            <a:extLst>
              <a:ext uri="{FF2B5EF4-FFF2-40B4-BE49-F238E27FC236}">
                <a16:creationId xmlns:a16="http://schemas.microsoft.com/office/drawing/2014/main" id="{2E0F0CE9-6A84-CDF3-084D-EA6393C6A19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75CD6F5-FDD3-3D13-C451-7EB594EE9216}"/>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25270774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4EE3707-BF66-0D8E-73AC-BD37EC9E1D26}"/>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027F7A85-A343-B752-DCE0-9C119E2AF027}"/>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4" name="Footer Placeholder 3">
            <a:extLst>
              <a:ext uri="{FF2B5EF4-FFF2-40B4-BE49-F238E27FC236}">
                <a16:creationId xmlns:a16="http://schemas.microsoft.com/office/drawing/2014/main" id="{4355D72E-581F-111D-C88E-858DCF5A7ADC}"/>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BA536CAB-E7B5-777F-E972-95808743F3A6}"/>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400939146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D259F6EA-22CB-0FD6-EB82-C7291E96040D}"/>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3" name="Footer Placeholder 2">
            <a:extLst>
              <a:ext uri="{FF2B5EF4-FFF2-40B4-BE49-F238E27FC236}">
                <a16:creationId xmlns:a16="http://schemas.microsoft.com/office/drawing/2014/main" id="{B028554E-5112-E056-9DAE-9764A756CDE2}"/>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147867CD-E68D-37C2-D715-BC98A2E469D3}"/>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6054327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D729130-ACCC-E098-8413-9E2FF26F1B30}"/>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31A58E5B-2647-3017-5874-76320A9E9239}"/>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51A0697D-D70D-B597-C830-B080F4CF6E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D7B8E9B-638D-7F9F-E6FD-9E9282545761}"/>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6" name="Footer Placeholder 5">
            <a:extLst>
              <a:ext uri="{FF2B5EF4-FFF2-40B4-BE49-F238E27FC236}">
                <a16:creationId xmlns:a16="http://schemas.microsoft.com/office/drawing/2014/main" id="{8A78EF5C-02E4-D3F3-8657-36583450D43D}"/>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AEC4677-09B1-130D-9B80-4F229FF016CD}"/>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11328695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CB80BB-AB6F-0A6F-6938-FC943A157B9C}"/>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410A8C4D-CC1D-D12C-F2C4-D2F70E1D601A}"/>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BB99A86F-BEBD-9FF3-D141-DDF38F0E2C47}"/>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EAF49F97-5AB8-8F62-9E19-93A0FC974FD7}"/>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6" name="Footer Placeholder 5">
            <a:extLst>
              <a:ext uri="{FF2B5EF4-FFF2-40B4-BE49-F238E27FC236}">
                <a16:creationId xmlns:a16="http://schemas.microsoft.com/office/drawing/2014/main" id="{EECDF240-2ED9-EA8C-53FF-7126798BB0F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425BCCA6-F362-5F25-EC40-4A384B1255E6}"/>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183862563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C0D7C45-13A3-A1B3-55AF-89A4E2B9EA5D}"/>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37A041B3-0F19-4409-104E-31BE916FF0A5}"/>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E5D54596-4904-201C-2AC3-E7F0CC5DC882}"/>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5" name="Footer Placeholder 4">
            <a:extLst>
              <a:ext uri="{FF2B5EF4-FFF2-40B4-BE49-F238E27FC236}">
                <a16:creationId xmlns:a16="http://schemas.microsoft.com/office/drawing/2014/main" id="{028D1E3E-A576-1D27-1E46-29B71AB96A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15A1FA9-8CE4-E1A8-EBA3-0176F82E1FC7}"/>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23199384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8CB7AD7-66E8-1BEA-B9CE-F755616F097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A1AA9826-C574-4F39-A15B-72768D1223A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DC535E2F-AAD9-DAF8-76E6-424D86F689B7}"/>
              </a:ext>
            </a:extLst>
          </p:cNvPr>
          <p:cNvSpPr>
            <a:spLocks noGrp="1"/>
          </p:cNvSpPr>
          <p:nvPr>
            <p:ph type="dt" sz="half" idx="10"/>
          </p:nvPr>
        </p:nvSpPr>
        <p:spPr/>
        <p:txBody>
          <a:bodyPr/>
          <a:lstStyle/>
          <a:p>
            <a:fld id="{736DCF12-0259-4C62-9CAA-1EF9D21CC0D2}" type="datetimeFigureOut">
              <a:rPr lang="en-US" smtClean="0"/>
              <a:t>8/5/2026</a:t>
            </a:fld>
            <a:endParaRPr lang="en-US"/>
          </a:p>
        </p:txBody>
      </p:sp>
      <p:sp>
        <p:nvSpPr>
          <p:cNvPr id="5" name="Footer Placeholder 4">
            <a:extLst>
              <a:ext uri="{FF2B5EF4-FFF2-40B4-BE49-F238E27FC236}">
                <a16:creationId xmlns:a16="http://schemas.microsoft.com/office/drawing/2014/main" id="{1844FB27-1A62-E0CF-CAD4-52B1D7467976}"/>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96607EE4-F1A1-1853-0698-945E0E30940C}"/>
              </a:ext>
            </a:extLst>
          </p:cNvPr>
          <p:cNvSpPr>
            <a:spLocks noGrp="1"/>
          </p:cNvSpPr>
          <p:nvPr>
            <p:ph type="sldNum" sz="quarter" idx="12"/>
          </p:nvPr>
        </p:nvSpPr>
        <p:spPr/>
        <p:txBody>
          <a:bodyPr/>
          <a:lstStyle/>
          <a:p>
            <a:fld id="{0C01F773-E99C-43DE-8666-BEE58FBA66F5}" type="slidenum">
              <a:rPr lang="en-US" smtClean="0"/>
              <a:t>‹#›</a:t>
            </a:fld>
            <a:endParaRPr lang="en-US"/>
          </a:p>
        </p:txBody>
      </p:sp>
    </p:spTree>
    <p:extLst>
      <p:ext uri="{BB962C8B-B14F-4D97-AF65-F5344CB8AC3E}">
        <p14:creationId xmlns:p14="http://schemas.microsoft.com/office/powerpoint/2010/main" val="340493466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E883A71-EA5B-F0CA-5AE5-436B7DDF697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DD896238-373A-C3DA-33B2-606972C6B04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FDF5EFC2-BECB-189B-75F5-F9041662A98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736DCF12-0259-4C62-9CAA-1EF9D21CC0D2}" type="datetimeFigureOut">
              <a:rPr lang="en-US" smtClean="0"/>
              <a:t>8/5/2026</a:t>
            </a:fld>
            <a:endParaRPr lang="en-US"/>
          </a:p>
        </p:txBody>
      </p:sp>
      <p:sp>
        <p:nvSpPr>
          <p:cNvPr id="5" name="Footer Placeholder 4">
            <a:extLst>
              <a:ext uri="{FF2B5EF4-FFF2-40B4-BE49-F238E27FC236}">
                <a16:creationId xmlns:a16="http://schemas.microsoft.com/office/drawing/2014/main" id="{FF868EC5-3CDE-9A86-F8AE-F619F7237E59}"/>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8C276265-BABB-2AE0-0CEE-9785F666A5A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0C01F773-E99C-43DE-8666-BEE58FBA66F5}" type="slidenum">
              <a:rPr lang="en-US" smtClean="0"/>
              <a:t>‹#›</a:t>
            </a:fld>
            <a:endParaRPr lang="en-US"/>
          </a:p>
        </p:txBody>
      </p:sp>
    </p:spTree>
    <p:extLst>
      <p:ext uri="{BB962C8B-B14F-4D97-AF65-F5344CB8AC3E}">
        <p14:creationId xmlns:p14="http://schemas.microsoft.com/office/powerpoint/2010/main" val="231363327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3.pn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image" Target="../media/image5.pn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86CF2C98-1257-521C-B293-2EE84DB04338}"/>
              </a:ext>
            </a:extLst>
          </p:cNvPr>
          <p:cNvSpPr>
            <a:spLocks noGrp="1"/>
          </p:cNvSpPr>
          <p:nvPr>
            <p:ph type="ctrTitle"/>
          </p:nvPr>
        </p:nvSpPr>
        <p:spPr/>
        <p:txBody>
          <a:bodyPr/>
          <a:lstStyle/>
          <a:p>
            <a:r>
              <a:rPr lang="en-US" dirty="0"/>
              <a:t>Project figures and tables</a:t>
            </a:r>
          </a:p>
        </p:txBody>
      </p:sp>
      <p:sp>
        <p:nvSpPr>
          <p:cNvPr id="11" name="Subtitle 10">
            <a:extLst>
              <a:ext uri="{FF2B5EF4-FFF2-40B4-BE49-F238E27FC236}">
                <a16:creationId xmlns:a16="http://schemas.microsoft.com/office/drawing/2014/main" id="{6ABAB03A-FD40-9D26-1216-57BA4D911184}"/>
              </a:ext>
            </a:extLst>
          </p:cNvPr>
          <p:cNvSpPr>
            <a:spLocks noGrp="1"/>
          </p:cNvSpPr>
          <p:nvPr>
            <p:ph type="subTitle" idx="1"/>
          </p:nvPr>
        </p:nvSpPr>
        <p:spPr/>
        <p:txBody>
          <a:bodyPr/>
          <a:lstStyle/>
          <a:p>
            <a:r>
              <a:rPr lang="en-US" dirty="0"/>
              <a:t>In order of assumed appearance/reference in the manuscript</a:t>
            </a:r>
          </a:p>
        </p:txBody>
      </p:sp>
    </p:spTree>
    <p:extLst>
      <p:ext uri="{BB962C8B-B14F-4D97-AF65-F5344CB8AC3E}">
        <p14:creationId xmlns:p14="http://schemas.microsoft.com/office/powerpoint/2010/main" val="312949383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27327F4C-8CFB-29AB-26AF-8A3F74D52947}"/>
              </a:ext>
            </a:extLst>
          </p:cNvPr>
          <p:cNvSpPr>
            <a:spLocks noGrp="1"/>
          </p:cNvSpPr>
          <p:nvPr>
            <p:ph type="title"/>
          </p:nvPr>
        </p:nvSpPr>
        <p:spPr/>
        <p:txBody>
          <a:bodyPr/>
          <a:lstStyle/>
          <a:p>
            <a:r>
              <a:rPr lang="en-US" dirty="0"/>
              <a:t>Objective 1</a:t>
            </a:r>
          </a:p>
        </p:txBody>
      </p:sp>
      <p:sp>
        <p:nvSpPr>
          <p:cNvPr id="5" name="Text Placeholder 4">
            <a:extLst>
              <a:ext uri="{FF2B5EF4-FFF2-40B4-BE49-F238E27FC236}">
                <a16:creationId xmlns:a16="http://schemas.microsoft.com/office/drawing/2014/main" id="{6D431BD1-EDD7-656F-872B-64AF546E62D1}"/>
              </a:ext>
            </a:extLst>
          </p:cNvPr>
          <p:cNvSpPr>
            <a:spLocks noGrp="1"/>
          </p:cNvSpPr>
          <p:nvPr>
            <p:ph type="body" idx="1"/>
          </p:nvPr>
        </p:nvSpPr>
        <p:spPr/>
        <p:txBody>
          <a:bodyPr/>
          <a:lstStyle/>
          <a:p>
            <a:r>
              <a:rPr lang="en-US" dirty="0"/>
              <a:t>describe patterns in assemblage composition</a:t>
            </a:r>
          </a:p>
          <a:p>
            <a:endParaRPr lang="en-US" dirty="0"/>
          </a:p>
        </p:txBody>
      </p:sp>
    </p:spTree>
    <p:extLst>
      <p:ext uri="{BB962C8B-B14F-4D97-AF65-F5344CB8AC3E}">
        <p14:creationId xmlns:p14="http://schemas.microsoft.com/office/powerpoint/2010/main" val="385510606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622ABA-C215-5271-A2A3-045BC7A16283}"/>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EED71206-5DEB-59B9-58B9-E3E8535388C6}"/>
              </a:ext>
            </a:extLst>
          </p:cNvPr>
          <p:cNvSpPr>
            <a:spLocks noGrp="1"/>
          </p:cNvSpPr>
          <p:nvPr>
            <p:ph type="title"/>
          </p:nvPr>
        </p:nvSpPr>
        <p:spPr/>
        <p:txBody>
          <a:bodyPr/>
          <a:lstStyle/>
          <a:p>
            <a:r>
              <a:rPr lang="en-US" dirty="0"/>
              <a:t>Objective 2</a:t>
            </a:r>
          </a:p>
        </p:txBody>
      </p:sp>
      <p:sp>
        <p:nvSpPr>
          <p:cNvPr id="5" name="Text Placeholder 4">
            <a:extLst>
              <a:ext uri="{FF2B5EF4-FFF2-40B4-BE49-F238E27FC236}">
                <a16:creationId xmlns:a16="http://schemas.microsoft.com/office/drawing/2014/main" id="{6D82CA60-3EAB-EE79-1D86-2021B3B5417A}"/>
              </a:ext>
            </a:extLst>
          </p:cNvPr>
          <p:cNvSpPr>
            <a:spLocks noGrp="1"/>
          </p:cNvSpPr>
          <p:nvPr>
            <p:ph type="body" idx="1"/>
          </p:nvPr>
        </p:nvSpPr>
        <p:spPr/>
        <p:txBody>
          <a:bodyPr/>
          <a:lstStyle/>
          <a:p>
            <a:r>
              <a:rPr lang="en-US" dirty="0"/>
              <a:t>Quantify the effects of spatiotemporal and environmental variables on assemblage composition</a:t>
            </a:r>
          </a:p>
          <a:p>
            <a:endParaRPr lang="en-US" dirty="0"/>
          </a:p>
        </p:txBody>
      </p:sp>
    </p:spTree>
    <p:extLst>
      <p:ext uri="{BB962C8B-B14F-4D97-AF65-F5344CB8AC3E}">
        <p14:creationId xmlns:p14="http://schemas.microsoft.com/office/powerpoint/2010/main" val="401056347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5BA26DD-F1D0-9B07-C1B3-8A0FA2A40C37}"/>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DD50304E-E4A7-EF2C-3D5C-CB8F9AA1E942}"/>
              </a:ext>
            </a:extLst>
          </p:cNvPr>
          <p:cNvSpPr>
            <a:spLocks noGrp="1"/>
          </p:cNvSpPr>
          <p:nvPr>
            <p:ph type="title"/>
          </p:nvPr>
        </p:nvSpPr>
        <p:spPr/>
        <p:txBody>
          <a:bodyPr/>
          <a:lstStyle/>
          <a:p>
            <a:r>
              <a:rPr lang="en-US" dirty="0"/>
              <a:t>Objective 3</a:t>
            </a:r>
          </a:p>
        </p:txBody>
      </p:sp>
      <p:sp>
        <p:nvSpPr>
          <p:cNvPr id="5" name="Text Placeholder 4">
            <a:extLst>
              <a:ext uri="{FF2B5EF4-FFF2-40B4-BE49-F238E27FC236}">
                <a16:creationId xmlns:a16="http://schemas.microsoft.com/office/drawing/2014/main" id="{96598701-C0E7-8830-851B-70B89A3BCD13}"/>
              </a:ext>
            </a:extLst>
          </p:cNvPr>
          <p:cNvSpPr>
            <a:spLocks noGrp="1"/>
          </p:cNvSpPr>
          <p:nvPr>
            <p:ph type="body" idx="1"/>
          </p:nvPr>
        </p:nvSpPr>
        <p:spPr/>
        <p:txBody>
          <a:bodyPr/>
          <a:lstStyle/>
          <a:p>
            <a:r>
              <a:rPr lang="en-US" dirty="0"/>
              <a:t>Assess how vertical position of larvae differs between day and night</a:t>
            </a:r>
          </a:p>
          <a:p>
            <a:endParaRPr lang="en-US" dirty="0"/>
          </a:p>
        </p:txBody>
      </p:sp>
    </p:spTree>
    <p:extLst>
      <p:ext uri="{BB962C8B-B14F-4D97-AF65-F5344CB8AC3E}">
        <p14:creationId xmlns:p14="http://schemas.microsoft.com/office/powerpoint/2010/main" val="282715475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90EDCA6-D3C7-70FE-0875-F42EDD39F4A9}"/>
              </a:ext>
            </a:extLst>
          </p:cNvPr>
          <p:cNvSpPr>
            <a:spLocks noGrp="1"/>
          </p:cNvSpPr>
          <p:nvPr>
            <p:ph type="ctrTitle"/>
          </p:nvPr>
        </p:nvSpPr>
        <p:spPr/>
        <p:txBody>
          <a:bodyPr/>
          <a:lstStyle/>
          <a:p>
            <a:r>
              <a:rPr lang="en-US" dirty="0"/>
              <a:t>Figures and Tables to appear in supplemental materials</a:t>
            </a:r>
          </a:p>
        </p:txBody>
      </p:sp>
    </p:spTree>
    <p:extLst>
      <p:ext uri="{BB962C8B-B14F-4D97-AF65-F5344CB8AC3E}">
        <p14:creationId xmlns:p14="http://schemas.microsoft.com/office/powerpoint/2010/main" val="370471380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a:extLst>
              <a:ext uri="{FF2B5EF4-FFF2-40B4-BE49-F238E27FC236}">
                <a16:creationId xmlns:a16="http://schemas.microsoft.com/office/drawing/2014/main" id="{EDDB168F-090B-8349-E312-F69F26946C3F}"/>
              </a:ext>
            </a:extLst>
          </p:cNvPr>
          <p:cNvSpPr>
            <a:spLocks noGrp="1"/>
          </p:cNvSpPr>
          <p:nvPr>
            <p:ph type="title"/>
          </p:nvPr>
        </p:nvSpPr>
        <p:spPr>
          <a:xfrm>
            <a:off x="838200" y="5765028"/>
            <a:ext cx="10515600" cy="759339"/>
          </a:xfrm>
        </p:spPr>
        <p:txBody>
          <a:bodyPr>
            <a:normAutofit/>
          </a:bodyPr>
          <a:lstStyle/>
          <a:p>
            <a:r>
              <a:rPr lang="en-US" sz="2000" i="1" dirty="0"/>
              <a:t>Supplemental Figure 1</a:t>
            </a:r>
            <a:r>
              <a:rPr lang="en-US" sz="2000" dirty="0"/>
              <a:t>: Dendrogram of net tows clustered by agglomerative hierarchical clustering. Number of clusters determined as the fewest necessary to yield expected groups (k = 10).</a:t>
            </a:r>
            <a:endParaRPr lang="en-US" sz="2000" i="1" dirty="0"/>
          </a:p>
        </p:txBody>
      </p:sp>
      <p:pic>
        <p:nvPicPr>
          <p:cNvPr id="6" name="Picture 5">
            <a:extLst>
              <a:ext uri="{FF2B5EF4-FFF2-40B4-BE49-F238E27FC236}">
                <a16:creationId xmlns:a16="http://schemas.microsoft.com/office/drawing/2014/main" id="{B5968C40-8389-8F68-939C-DEB8F1E3767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333633"/>
            <a:ext cx="10972822" cy="5486411"/>
          </a:xfrm>
          <a:prstGeom prst="rect">
            <a:avLst/>
          </a:prstGeom>
        </p:spPr>
      </p:pic>
    </p:spTree>
    <p:extLst>
      <p:ext uri="{BB962C8B-B14F-4D97-AF65-F5344CB8AC3E}">
        <p14:creationId xmlns:p14="http://schemas.microsoft.com/office/powerpoint/2010/main" val="267818548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452386-D28B-63AF-5C13-D86AAFF65420}"/>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3343693-B3FA-A565-EB07-9C12C768B2F8}"/>
              </a:ext>
            </a:extLst>
          </p:cNvPr>
          <p:cNvSpPr>
            <a:spLocks noGrp="1"/>
          </p:cNvSpPr>
          <p:nvPr>
            <p:ph type="title"/>
          </p:nvPr>
        </p:nvSpPr>
        <p:spPr>
          <a:xfrm>
            <a:off x="838200" y="5765028"/>
            <a:ext cx="10515600" cy="759339"/>
          </a:xfrm>
        </p:spPr>
        <p:txBody>
          <a:bodyPr>
            <a:noAutofit/>
          </a:bodyPr>
          <a:lstStyle/>
          <a:p>
            <a:r>
              <a:rPr lang="en-US" sz="2000" i="1" dirty="0"/>
              <a:t>(alternative?) Supplemental Figure 1</a:t>
            </a:r>
            <a:r>
              <a:rPr lang="en-US" sz="2000" dirty="0"/>
              <a:t>: Dendrogram of net tows belonging to the four largest clusters resulting from agglomerative hierarchical clustering (AHC) of the entire data set. AHC was ran on the filtered net tows to yield the resultant dendrogram with four cluster rectangles (k = 4).</a:t>
            </a:r>
            <a:endParaRPr lang="en-US" sz="2000" i="1" dirty="0"/>
          </a:p>
        </p:txBody>
      </p:sp>
      <p:pic>
        <p:nvPicPr>
          <p:cNvPr id="3" name="Picture 2">
            <a:extLst>
              <a:ext uri="{FF2B5EF4-FFF2-40B4-BE49-F238E27FC236}">
                <a16:creationId xmlns:a16="http://schemas.microsoft.com/office/drawing/2014/main" id="{9137BD2B-CCA5-A589-559E-B0961F839FEF}"/>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589" y="204531"/>
            <a:ext cx="10972822" cy="5486411"/>
          </a:xfrm>
          <a:prstGeom prst="rect">
            <a:avLst/>
          </a:prstGeom>
        </p:spPr>
      </p:pic>
    </p:spTree>
    <p:extLst>
      <p:ext uri="{BB962C8B-B14F-4D97-AF65-F5344CB8AC3E}">
        <p14:creationId xmlns:p14="http://schemas.microsoft.com/office/powerpoint/2010/main" val="57729026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3D36537-340B-0304-D8B5-519306DABB2D}"/>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4915F585-4BB4-5F27-9541-63B76984517E}"/>
              </a:ext>
            </a:extLst>
          </p:cNvPr>
          <p:cNvSpPr>
            <a:spLocks noGrp="1"/>
          </p:cNvSpPr>
          <p:nvPr>
            <p:ph type="title"/>
          </p:nvPr>
        </p:nvSpPr>
        <p:spPr>
          <a:xfrm>
            <a:off x="838200" y="5765028"/>
            <a:ext cx="10515600" cy="759339"/>
          </a:xfrm>
        </p:spPr>
        <p:txBody>
          <a:bodyPr>
            <a:normAutofit/>
          </a:bodyPr>
          <a:lstStyle/>
          <a:p>
            <a:r>
              <a:rPr lang="en-US" sz="2000" i="1" dirty="0"/>
              <a:t>Supplemental Figure 2</a:t>
            </a:r>
            <a:r>
              <a:rPr lang="en-US" sz="2000" dirty="0"/>
              <a:t>: Bar plot of taxa concentrations (individuals per m3) in each net tow. Tows are organized by cluster to show the approximate composition of each cluster.</a:t>
            </a:r>
            <a:endParaRPr lang="en-US" sz="2000" i="1" dirty="0"/>
          </a:p>
        </p:txBody>
      </p:sp>
      <p:pic>
        <p:nvPicPr>
          <p:cNvPr id="12" name="Picture 11">
            <a:extLst>
              <a:ext uri="{FF2B5EF4-FFF2-40B4-BE49-F238E27FC236}">
                <a16:creationId xmlns:a16="http://schemas.microsoft.com/office/drawing/2014/main" id="{75358480-967E-EB28-E15E-D655C65A741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33956" y="434634"/>
            <a:ext cx="10187753" cy="5093876"/>
          </a:xfrm>
          <a:prstGeom prst="rect">
            <a:avLst/>
          </a:prstGeom>
        </p:spPr>
      </p:pic>
      <p:pic>
        <p:nvPicPr>
          <p:cNvPr id="10" name="Picture 9">
            <a:extLst>
              <a:ext uri="{FF2B5EF4-FFF2-40B4-BE49-F238E27FC236}">
                <a16:creationId xmlns:a16="http://schemas.microsoft.com/office/drawing/2014/main" id="{9C6A8FAE-3197-53DB-081A-9F9B8B47FDB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0229240" y="333633"/>
            <a:ext cx="1828804" cy="5486411"/>
          </a:xfrm>
          <a:prstGeom prst="rect">
            <a:avLst/>
          </a:prstGeom>
        </p:spPr>
      </p:pic>
    </p:spTree>
    <p:extLst>
      <p:ext uri="{BB962C8B-B14F-4D97-AF65-F5344CB8AC3E}">
        <p14:creationId xmlns:p14="http://schemas.microsoft.com/office/powerpoint/2010/main" val="325815723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0F949C2-7A32-2526-6573-05CC113694CE}"/>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AFCAC89D-0816-F188-BFEB-DE08AFA05A8D}"/>
              </a:ext>
            </a:extLst>
          </p:cNvPr>
          <p:cNvSpPr>
            <a:spLocks noGrp="1"/>
          </p:cNvSpPr>
          <p:nvPr>
            <p:ph type="title"/>
          </p:nvPr>
        </p:nvSpPr>
        <p:spPr>
          <a:xfrm>
            <a:off x="838200" y="5765028"/>
            <a:ext cx="10515600" cy="759339"/>
          </a:xfrm>
        </p:spPr>
        <p:txBody>
          <a:bodyPr>
            <a:noAutofit/>
          </a:bodyPr>
          <a:lstStyle/>
          <a:p>
            <a:r>
              <a:rPr lang="en-US" sz="2000" i="1" dirty="0"/>
              <a:t>(alternative?) Supplemental Figure 2</a:t>
            </a:r>
            <a:r>
              <a:rPr lang="en-US" sz="2000" dirty="0"/>
              <a:t>: Bar plot of taxa concentrations (individuals per m3) in each net tow belonging to the four main clusters. Tows are organized by cluster to show the approximate composition of each cluster of interest.</a:t>
            </a:r>
            <a:endParaRPr lang="en-US" sz="2000" i="1" dirty="0"/>
          </a:p>
        </p:txBody>
      </p:sp>
      <p:pic>
        <p:nvPicPr>
          <p:cNvPr id="6" name="Picture 5">
            <a:extLst>
              <a:ext uri="{FF2B5EF4-FFF2-40B4-BE49-F238E27FC236}">
                <a16:creationId xmlns:a16="http://schemas.microsoft.com/office/drawing/2014/main" id="{4B26AA83-1CB4-189B-1A11-1A9E458DE72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333633"/>
            <a:ext cx="9998249" cy="4999124"/>
          </a:xfrm>
          <a:prstGeom prst="rect">
            <a:avLst/>
          </a:prstGeom>
        </p:spPr>
      </p:pic>
      <p:pic>
        <p:nvPicPr>
          <p:cNvPr id="8" name="Picture 7">
            <a:extLst>
              <a:ext uri="{FF2B5EF4-FFF2-40B4-BE49-F238E27FC236}">
                <a16:creationId xmlns:a16="http://schemas.microsoft.com/office/drawing/2014/main" id="{FCDC7F1C-0850-D1F0-004B-C25FF84E6A24}"/>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922041" y="89989"/>
            <a:ext cx="1828804" cy="5486411"/>
          </a:xfrm>
          <a:prstGeom prst="rect">
            <a:avLst/>
          </a:prstGeom>
        </p:spPr>
      </p:pic>
    </p:spTree>
    <p:extLst>
      <p:ext uri="{BB962C8B-B14F-4D97-AF65-F5344CB8AC3E}">
        <p14:creationId xmlns:p14="http://schemas.microsoft.com/office/powerpoint/2010/main" val="66974021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D4A439-88E8-8DB4-11B1-CBEAB3CB71D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648F083A-692A-C5EF-ED97-F63B76F80265}"/>
              </a:ext>
            </a:extLst>
          </p:cNvPr>
          <p:cNvSpPr>
            <a:spLocks noGrp="1"/>
          </p:cNvSpPr>
          <p:nvPr>
            <p:ph type="title"/>
          </p:nvPr>
        </p:nvSpPr>
        <p:spPr>
          <a:xfrm>
            <a:off x="838200" y="206439"/>
            <a:ext cx="10515600" cy="759339"/>
          </a:xfrm>
        </p:spPr>
        <p:txBody>
          <a:bodyPr>
            <a:noAutofit/>
          </a:bodyPr>
          <a:lstStyle/>
          <a:p>
            <a:r>
              <a:rPr lang="en-US" sz="2000" i="1" dirty="0"/>
              <a:t>Supplemental Table 1</a:t>
            </a:r>
            <a:r>
              <a:rPr lang="en-US" sz="2000" dirty="0"/>
              <a:t>: Results of indicator species analysis (ISA) on net tows clustered by AHC. Max number of clusters that can be indicated together set equal to two. Used to verify the dominant taxa for each cluster and the use of clusters as representatives of taxa assemblages.</a:t>
            </a:r>
            <a:endParaRPr lang="en-US" sz="2000" i="1" dirty="0"/>
          </a:p>
        </p:txBody>
      </p:sp>
      <p:graphicFrame>
        <p:nvGraphicFramePr>
          <p:cNvPr id="2" name="Table 1">
            <a:extLst>
              <a:ext uri="{FF2B5EF4-FFF2-40B4-BE49-F238E27FC236}">
                <a16:creationId xmlns:a16="http://schemas.microsoft.com/office/drawing/2014/main" id="{C8F4AD93-7124-DF47-70F0-EAFA46198C62}"/>
              </a:ext>
            </a:extLst>
          </p:cNvPr>
          <p:cNvGraphicFramePr>
            <a:graphicFrameLocks noGrp="1"/>
          </p:cNvGraphicFramePr>
          <p:nvPr>
            <p:extLst>
              <p:ext uri="{D42A27DB-BD31-4B8C-83A1-F6EECF244321}">
                <p14:modId xmlns:p14="http://schemas.microsoft.com/office/powerpoint/2010/main" val="3630301574"/>
              </p:ext>
            </p:extLst>
          </p:nvPr>
        </p:nvGraphicFramePr>
        <p:xfrm>
          <a:off x="2032000" y="1671136"/>
          <a:ext cx="8127999" cy="416052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dirty="0"/>
                        <a:t>Cluster(s)</a:t>
                      </a:r>
                    </a:p>
                  </a:txBody>
                  <a:tcPr/>
                </a:tc>
                <a:tc>
                  <a:txBody>
                    <a:bodyPr/>
                    <a:lstStyle/>
                    <a:p>
                      <a:r>
                        <a:rPr lang="en-US" sz="1600" dirty="0"/>
                        <a:t>Taxa</a:t>
                      </a:r>
                    </a:p>
                  </a:txBody>
                  <a:tcPr/>
                </a:tc>
                <a:tc>
                  <a:txBody>
                    <a:bodyPr/>
                    <a:lstStyle/>
                    <a:p>
                      <a:r>
                        <a:rPr lang="en-US" sz="1600" dirty="0"/>
                        <a:t>P-value</a:t>
                      </a:r>
                    </a:p>
                  </a:txBody>
                  <a:tcPr/>
                </a:tc>
                <a:extLst>
                  <a:ext uri="{0D108BD9-81ED-4DB2-BD59-A6C34878D82A}">
                    <a16:rowId xmlns:a16="http://schemas.microsoft.com/office/drawing/2014/main" val="3621098174"/>
                  </a:ext>
                </a:extLst>
              </a:tr>
              <a:tr h="370840">
                <a:tc>
                  <a:txBody>
                    <a:bodyPr/>
                    <a:lstStyle/>
                    <a:p>
                      <a:r>
                        <a:rPr lang="en-US" sz="1600" dirty="0"/>
                        <a:t>10</a:t>
                      </a:r>
                    </a:p>
                  </a:txBody>
                  <a:tcPr/>
                </a:tc>
                <a:tc>
                  <a:txBody>
                    <a:bodyPr/>
                    <a:lstStyle/>
                    <a:p>
                      <a:r>
                        <a:rPr lang="en-US" sz="1600" dirty="0" err="1"/>
                        <a:t>Hexagrammidae</a:t>
                      </a:r>
                      <a:endParaRPr lang="en-US" sz="1600" dirty="0"/>
                    </a:p>
                  </a:txBody>
                  <a:tcPr/>
                </a:tc>
                <a:tc>
                  <a:txBody>
                    <a:bodyPr/>
                    <a:lstStyle/>
                    <a:p>
                      <a:r>
                        <a:rPr lang="en-US" sz="1600" dirty="0"/>
                        <a:t>0.005 **</a:t>
                      </a:r>
                    </a:p>
                  </a:txBody>
                  <a:tcPr/>
                </a:tc>
                <a:extLst>
                  <a:ext uri="{0D108BD9-81ED-4DB2-BD59-A6C34878D82A}">
                    <a16:rowId xmlns:a16="http://schemas.microsoft.com/office/drawing/2014/main" val="3145787672"/>
                  </a:ext>
                </a:extLst>
              </a:tr>
              <a:tr h="370840">
                <a:tc>
                  <a:txBody>
                    <a:bodyPr/>
                    <a:lstStyle/>
                    <a:p>
                      <a:r>
                        <a:rPr lang="en-US" sz="1600" dirty="0"/>
                        <a:t>1 + 5</a:t>
                      </a:r>
                    </a:p>
                  </a:txBody>
                  <a:tcPr/>
                </a:tc>
                <a:tc>
                  <a:txBody>
                    <a:bodyPr/>
                    <a:lstStyle/>
                    <a:p>
                      <a:r>
                        <a:rPr lang="en-US" sz="1600" i="1" dirty="0"/>
                        <a:t>Sebastes</a:t>
                      </a:r>
                      <a:r>
                        <a:rPr lang="en-US" sz="1600" i="0" dirty="0"/>
                        <a:t> spp.</a:t>
                      </a:r>
                      <a:endParaRPr lang="en-US" sz="1600" i="1" dirty="0"/>
                    </a:p>
                  </a:txBody>
                  <a:tcPr/>
                </a:tc>
                <a:tc>
                  <a:txBody>
                    <a:bodyPr/>
                    <a:lstStyle/>
                    <a:p>
                      <a:r>
                        <a:rPr lang="en-US" sz="1600" dirty="0"/>
                        <a:t>0.005 **</a:t>
                      </a:r>
                    </a:p>
                  </a:txBody>
                  <a:tcPr/>
                </a:tc>
                <a:extLst>
                  <a:ext uri="{0D108BD9-81ED-4DB2-BD59-A6C34878D82A}">
                    <a16:rowId xmlns:a16="http://schemas.microsoft.com/office/drawing/2014/main" val="1892644640"/>
                  </a:ext>
                </a:extLst>
              </a:tr>
              <a:tr h="370840">
                <a:tc>
                  <a:txBody>
                    <a:bodyPr/>
                    <a:lstStyle/>
                    <a:p>
                      <a:r>
                        <a:rPr lang="en-US" sz="1600" dirty="0"/>
                        <a:t>2 + 6</a:t>
                      </a:r>
                    </a:p>
                  </a:txBody>
                  <a:tcPr/>
                </a:tc>
                <a:tc>
                  <a:txBody>
                    <a:bodyPr/>
                    <a:lstStyle/>
                    <a:p>
                      <a:r>
                        <a:rPr lang="en-US" sz="1600" i="1" dirty="0" err="1"/>
                        <a:t>Parophrys</a:t>
                      </a:r>
                      <a:r>
                        <a:rPr lang="en-US" sz="1600" i="1" dirty="0"/>
                        <a:t> </a:t>
                      </a:r>
                      <a:r>
                        <a:rPr lang="en-US" sz="1600" i="1" dirty="0" err="1"/>
                        <a:t>vetulus</a:t>
                      </a:r>
                      <a:endParaRPr lang="en-US" sz="1600" i="1" dirty="0"/>
                    </a:p>
                  </a:txBody>
                  <a:tcPr/>
                </a:tc>
                <a:tc>
                  <a:txBody>
                    <a:bodyPr/>
                    <a:lstStyle/>
                    <a:p>
                      <a:r>
                        <a:rPr lang="en-US" sz="1600" dirty="0"/>
                        <a:t>0.005 **</a:t>
                      </a:r>
                    </a:p>
                  </a:txBody>
                  <a:tcPr/>
                </a:tc>
                <a:extLst>
                  <a:ext uri="{0D108BD9-81ED-4DB2-BD59-A6C34878D82A}">
                    <a16:rowId xmlns:a16="http://schemas.microsoft.com/office/drawing/2014/main" val="2227666454"/>
                  </a:ext>
                </a:extLst>
              </a:tr>
              <a:tr h="370840">
                <a:tc>
                  <a:txBody>
                    <a:bodyPr/>
                    <a:lstStyle/>
                    <a:p>
                      <a:r>
                        <a:rPr lang="en-US" sz="1600" dirty="0"/>
                        <a:t>3 + 4</a:t>
                      </a:r>
                    </a:p>
                  </a:txBody>
                  <a:tcPr/>
                </a:tc>
                <a:tc>
                  <a:txBody>
                    <a:bodyPr/>
                    <a:lstStyle/>
                    <a:p>
                      <a:r>
                        <a:rPr lang="en-US" sz="1600" i="1" dirty="0" err="1"/>
                        <a:t>Bathylagus</a:t>
                      </a:r>
                      <a:r>
                        <a:rPr lang="en-US" sz="1600" i="1" dirty="0"/>
                        <a:t> </a:t>
                      </a:r>
                      <a:r>
                        <a:rPr lang="en-US" sz="1600" i="1" dirty="0" err="1"/>
                        <a:t>ochotensis</a:t>
                      </a:r>
                      <a:endParaRPr lang="en-US" sz="1600" i="1" dirty="0"/>
                    </a:p>
                  </a:txBody>
                  <a:tcPr/>
                </a:tc>
                <a:tc>
                  <a:txBody>
                    <a:bodyPr/>
                    <a:lstStyle/>
                    <a:p>
                      <a:r>
                        <a:rPr lang="en-US" sz="1600" dirty="0"/>
                        <a:t>0.025 *</a:t>
                      </a:r>
                    </a:p>
                  </a:txBody>
                  <a:tcPr/>
                </a:tc>
                <a:extLst>
                  <a:ext uri="{0D108BD9-81ED-4DB2-BD59-A6C34878D82A}">
                    <a16:rowId xmlns:a16="http://schemas.microsoft.com/office/drawing/2014/main" val="3253798277"/>
                  </a:ext>
                </a:extLst>
              </a:tr>
              <a:tr h="370840">
                <a:tc>
                  <a:txBody>
                    <a:bodyPr/>
                    <a:lstStyle/>
                    <a:p>
                      <a:r>
                        <a:rPr lang="en-US" sz="1600" dirty="0"/>
                        <a:t>4 + 10</a:t>
                      </a:r>
                    </a:p>
                  </a:txBody>
                  <a:tcPr/>
                </a:tc>
                <a:tc>
                  <a:txBody>
                    <a:bodyPr/>
                    <a:lstStyle/>
                    <a:p>
                      <a:r>
                        <a:rPr lang="en-US" sz="1600" i="1" dirty="0" err="1"/>
                        <a:t>Stenobrachius</a:t>
                      </a:r>
                      <a:r>
                        <a:rPr lang="en-US" sz="1600" i="1" dirty="0"/>
                        <a:t> </a:t>
                      </a:r>
                      <a:r>
                        <a:rPr lang="en-US" sz="1600" i="1" dirty="0" err="1"/>
                        <a:t>leucopsarus</a:t>
                      </a:r>
                      <a:endParaRPr lang="en-US" sz="1600" i="1" dirty="0"/>
                    </a:p>
                  </a:txBody>
                  <a:tcPr/>
                </a:tc>
                <a:tc>
                  <a:txBody>
                    <a:bodyPr/>
                    <a:lstStyle/>
                    <a:p>
                      <a:r>
                        <a:rPr lang="en-US" sz="1600" dirty="0"/>
                        <a:t>0.01 **</a:t>
                      </a:r>
                    </a:p>
                  </a:txBody>
                  <a:tcPr/>
                </a:tc>
                <a:extLst>
                  <a:ext uri="{0D108BD9-81ED-4DB2-BD59-A6C34878D82A}">
                    <a16:rowId xmlns:a16="http://schemas.microsoft.com/office/drawing/2014/main" val="2364807414"/>
                  </a:ext>
                </a:extLst>
              </a:tr>
              <a:tr h="370840">
                <a:tc>
                  <a:txBody>
                    <a:bodyPr/>
                    <a:lstStyle/>
                    <a:p>
                      <a:r>
                        <a:rPr lang="en-US" sz="1600" dirty="0"/>
                        <a:t>5 + 6</a:t>
                      </a:r>
                    </a:p>
                  </a:txBody>
                  <a:tcPr/>
                </a:tc>
                <a:tc>
                  <a:txBody>
                    <a:bodyPr/>
                    <a:lstStyle/>
                    <a:p>
                      <a:r>
                        <a:rPr lang="en-US" sz="1600" i="1" dirty="0" err="1"/>
                        <a:t>Isopsetta</a:t>
                      </a:r>
                      <a:r>
                        <a:rPr lang="en-US" sz="1600" i="1" dirty="0"/>
                        <a:t> </a:t>
                      </a:r>
                      <a:r>
                        <a:rPr lang="en-US" sz="1600" i="1" dirty="0" err="1"/>
                        <a:t>isolepis</a:t>
                      </a:r>
                      <a:endParaRPr lang="en-US" sz="1600" i="1" dirty="0"/>
                    </a:p>
                  </a:txBody>
                  <a:tcPr/>
                </a:tc>
                <a:tc>
                  <a:txBody>
                    <a:bodyPr/>
                    <a:lstStyle/>
                    <a:p>
                      <a:r>
                        <a:rPr lang="en-US" sz="1600" dirty="0"/>
                        <a:t>0.02 *</a:t>
                      </a:r>
                    </a:p>
                  </a:txBody>
                  <a:tcPr/>
                </a:tc>
                <a:extLst>
                  <a:ext uri="{0D108BD9-81ED-4DB2-BD59-A6C34878D82A}">
                    <a16:rowId xmlns:a16="http://schemas.microsoft.com/office/drawing/2014/main" val="4229098351"/>
                  </a:ext>
                </a:extLst>
              </a:tr>
              <a:tr h="370840">
                <a:tc>
                  <a:txBody>
                    <a:bodyPr/>
                    <a:lstStyle/>
                    <a:p>
                      <a:r>
                        <a:rPr lang="en-US" sz="1600" dirty="0"/>
                        <a:t>5 + 10</a:t>
                      </a:r>
                    </a:p>
                  </a:txBody>
                  <a:tcPr/>
                </a:tc>
                <a:tc>
                  <a:txBody>
                    <a:bodyPr/>
                    <a:lstStyle/>
                    <a:p>
                      <a:r>
                        <a:rPr lang="en-US" sz="1600" i="1" dirty="0"/>
                        <a:t>Liparis</a:t>
                      </a:r>
                      <a:r>
                        <a:rPr lang="en-US" sz="1600" i="0" dirty="0"/>
                        <a:t> spp.</a:t>
                      </a:r>
                      <a:endParaRPr lang="en-US" sz="1600" i="1" dirty="0"/>
                    </a:p>
                  </a:txBody>
                  <a:tcPr/>
                </a:tc>
                <a:tc>
                  <a:txBody>
                    <a:bodyPr/>
                    <a:lstStyle/>
                    <a:p>
                      <a:r>
                        <a:rPr lang="en-US" sz="1600" dirty="0"/>
                        <a:t>0.005 **</a:t>
                      </a:r>
                    </a:p>
                  </a:txBody>
                  <a:tcPr/>
                </a:tc>
                <a:extLst>
                  <a:ext uri="{0D108BD9-81ED-4DB2-BD59-A6C34878D82A}">
                    <a16:rowId xmlns:a16="http://schemas.microsoft.com/office/drawing/2014/main" val="1711312673"/>
                  </a:ext>
                </a:extLst>
              </a:tr>
              <a:tr h="370840">
                <a:tc>
                  <a:txBody>
                    <a:bodyPr/>
                    <a:lstStyle/>
                    <a:p>
                      <a:r>
                        <a:rPr lang="en-US" sz="1600" dirty="0"/>
                        <a:t>6 + 9</a:t>
                      </a:r>
                    </a:p>
                  </a:txBody>
                  <a:tcPr/>
                </a:tc>
                <a:tc>
                  <a:txBody>
                    <a:bodyPr/>
                    <a:lstStyle/>
                    <a:p>
                      <a:r>
                        <a:rPr lang="en-US" sz="1600" dirty="0"/>
                        <a:t>Osmeridae</a:t>
                      </a:r>
                    </a:p>
                    <a:p>
                      <a:r>
                        <a:rPr lang="en-US" sz="1600" i="1" dirty="0" err="1"/>
                        <a:t>Psettichthys</a:t>
                      </a:r>
                      <a:r>
                        <a:rPr lang="en-US" sz="1600" i="1" dirty="0"/>
                        <a:t> </a:t>
                      </a:r>
                      <a:r>
                        <a:rPr lang="en-US" sz="1600" i="1" dirty="0" err="1"/>
                        <a:t>melanostictus</a:t>
                      </a:r>
                      <a:endParaRPr lang="en-US" sz="1600" i="0" dirty="0"/>
                    </a:p>
                    <a:p>
                      <a:r>
                        <a:rPr lang="en-US" sz="1600" i="0" dirty="0" err="1"/>
                        <a:t>Gadidae</a:t>
                      </a:r>
                      <a:endParaRPr lang="en-US" sz="1600" i="1" dirty="0"/>
                    </a:p>
                  </a:txBody>
                  <a:tcPr/>
                </a:tc>
                <a:tc>
                  <a:txBody>
                    <a:bodyPr/>
                    <a:lstStyle/>
                    <a:p>
                      <a:r>
                        <a:rPr lang="en-US" sz="1600" dirty="0"/>
                        <a:t>0.005 **</a:t>
                      </a:r>
                    </a:p>
                    <a:p>
                      <a:r>
                        <a:rPr lang="en-US" sz="1600" dirty="0"/>
                        <a:t>0.005 **</a:t>
                      </a:r>
                    </a:p>
                    <a:p>
                      <a:r>
                        <a:rPr lang="en-US" sz="1600" dirty="0"/>
                        <a:t>0.050 *</a:t>
                      </a:r>
                    </a:p>
                  </a:txBody>
                  <a:tcPr/>
                </a:tc>
                <a:extLst>
                  <a:ext uri="{0D108BD9-81ED-4DB2-BD59-A6C34878D82A}">
                    <a16:rowId xmlns:a16="http://schemas.microsoft.com/office/drawing/2014/main" val="3978542847"/>
                  </a:ext>
                </a:extLst>
              </a:tr>
              <a:tr h="370840">
                <a:tc>
                  <a:txBody>
                    <a:bodyPr/>
                    <a:lstStyle/>
                    <a:p>
                      <a:r>
                        <a:rPr lang="en-US" sz="1600" dirty="0"/>
                        <a:t>6 + 10</a:t>
                      </a:r>
                    </a:p>
                  </a:txBody>
                  <a:tcPr/>
                </a:tc>
                <a:tc>
                  <a:txBody>
                    <a:bodyPr/>
                    <a:lstStyle/>
                    <a:p>
                      <a:r>
                        <a:rPr lang="en-US" sz="1600" dirty="0" err="1"/>
                        <a:t>Ammodytidae</a:t>
                      </a:r>
                      <a:endParaRPr lang="en-US" sz="1600" dirty="0"/>
                    </a:p>
                  </a:txBody>
                  <a:tcPr/>
                </a:tc>
                <a:tc>
                  <a:txBody>
                    <a:bodyPr/>
                    <a:lstStyle/>
                    <a:p>
                      <a:r>
                        <a:rPr lang="en-US" sz="1600" dirty="0"/>
                        <a:t>0.005 **</a:t>
                      </a:r>
                    </a:p>
                  </a:txBody>
                  <a:tcPr/>
                </a:tc>
                <a:extLst>
                  <a:ext uri="{0D108BD9-81ED-4DB2-BD59-A6C34878D82A}">
                    <a16:rowId xmlns:a16="http://schemas.microsoft.com/office/drawing/2014/main" val="4061474650"/>
                  </a:ext>
                </a:extLst>
              </a:tr>
            </a:tbl>
          </a:graphicData>
        </a:graphic>
      </p:graphicFrame>
    </p:spTree>
    <p:extLst>
      <p:ext uri="{BB962C8B-B14F-4D97-AF65-F5344CB8AC3E}">
        <p14:creationId xmlns:p14="http://schemas.microsoft.com/office/powerpoint/2010/main" val="166035639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E2358C-3DED-8623-223A-38B520D15428}"/>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C2166C8B-63A5-630A-051D-AED281BA7F24}"/>
              </a:ext>
            </a:extLst>
          </p:cNvPr>
          <p:cNvSpPr>
            <a:spLocks noGrp="1"/>
          </p:cNvSpPr>
          <p:nvPr>
            <p:ph type="title"/>
          </p:nvPr>
        </p:nvSpPr>
        <p:spPr>
          <a:xfrm>
            <a:off x="274938" y="78785"/>
            <a:ext cx="11642124" cy="1092110"/>
          </a:xfrm>
        </p:spPr>
        <p:txBody>
          <a:bodyPr>
            <a:noAutofit/>
          </a:bodyPr>
          <a:lstStyle/>
          <a:p>
            <a:r>
              <a:rPr lang="en-US" sz="2000" i="1" dirty="0"/>
              <a:t>(alternative?) Supplemental Table 1</a:t>
            </a:r>
            <a:r>
              <a:rPr lang="en-US" sz="2000" dirty="0"/>
              <a:t>: Results of indicator species analysis (ISA) on net tows from four main clusters in the overall AHC. Max number of clusters that can be indicated together set equal to two. Used to verify the dominant taxa for each cluster and the use of clusters as representatives of taxa assemblages.</a:t>
            </a:r>
            <a:endParaRPr lang="en-US" sz="2000" i="1" dirty="0"/>
          </a:p>
        </p:txBody>
      </p:sp>
      <p:graphicFrame>
        <p:nvGraphicFramePr>
          <p:cNvPr id="3" name="Table 2">
            <a:extLst>
              <a:ext uri="{FF2B5EF4-FFF2-40B4-BE49-F238E27FC236}">
                <a16:creationId xmlns:a16="http://schemas.microsoft.com/office/drawing/2014/main" id="{30DB109B-E96C-1C40-5475-7D086EA7FA15}"/>
              </a:ext>
            </a:extLst>
          </p:cNvPr>
          <p:cNvGraphicFramePr>
            <a:graphicFrameLocks noGrp="1"/>
          </p:cNvGraphicFramePr>
          <p:nvPr>
            <p:extLst>
              <p:ext uri="{D42A27DB-BD31-4B8C-83A1-F6EECF244321}">
                <p14:modId xmlns:p14="http://schemas.microsoft.com/office/powerpoint/2010/main" val="2821240553"/>
              </p:ext>
            </p:extLst>
          </p:nvPr>
        </p:nvGraphicFramePr>
        <p:xfrm>
          <a:off x="2032000" y="1064215"/>
          <a:ext cx="8127999" cy="5715000"/>
        </p:xfrm>
        <a:graphic>
          <a:graphicData uri="http://schemas.openxmlformats.org/drawingml/2006/table">
            <a:tbl>
              <a:tblPr firstRow="1" bandRow="1">
                <a:tableStyleId>{5940675A-B579-460E-94D1-54222C63F5DA}</a:tableStyleId>
              </a:tblPr>
              <a:tblGrid>
                <a:gridCol w="1390822">
                  <a:extLst>
                    <a:ext uri="{9D8B030D-6E8A-4147-A177-3AD203B41FA5}">
                      <a16:colId xmlns:a16="http://schemas.microsoft.com/office/drawing/2014/main" val="3288010381"/>
                    </a:ext>
                  </a:extLst>
                </a:gridCol>
                <a:gridCol w="4027844">
                  <a:extLst>
                    <a:ext uri="{9D8B030D-6E8A-4147-A177-3AD203B41FA5}">
                      <a16:colId xmlns:a16="http://schemas.microsoft.com/office/drawing/2014/main" val="238683654"/>
                    </a:ext>
                  </a:extLst>
                </a:gridCol>
                <a:gridCol w="2709333">
                  <a:extLst>
                    <a:ext uri="{9D8B030D-6E8A-4147-A177-3AD203B41FA5}">
                      <a16:colId xmlns:a16="http://schemas.microsoft.com/office/drawing/2014/main" val="2418419917"/>
                    </a:ext>
                  </a:extLst>
                </a:gridCol>
              </a:tblGrid>
              <a:tr h="370840">
                <a:tc>
                  <a:txBody>
                    <a:bodyPr/>
                    <a:lstStyle/>
                    <a:p>
                      <a:r>
                        <a:rPr lang="en-US" sz="1600" dirty="0"/>
                        <a:t>Cluster(s)</a:t>
                      </a:r>
                    </a:p>
                  </a:txBody>
                  <a:tcPr/>
                </a:tc>
                <a:tc>
                  <a:txBody>
                    <a:bodyPr/>
                    <a:lstStyle/>
                    <a:p>
                      <a:r>
                        <a:rPr lang="en-US" sz="1600" dirty="0"/>
                        <a:t>Taxa</a:t>
                      </a:r>
                    </a:p>
                  </a:txBody>
                  <a:tcPr/>
                </a:tc>
                <a:tc>
                  <a:txBody>
                    <a:bodyPr/>
                    <a:lstStyle/>
                    <a:p>
                      <a:r>
                        <a:rPr lang="en-US" sz="1600" dirty="0"/>
                        <a:t>P-value</a:t>
                      </a:r>
                    </a:p>
                  </a:txBody>
                  <a:tcPr/>
                </a:tc>
                <a:extLst>
                  <a:ext uri="{0D108BD9-81ED-4DB2-BD59-A6C34878D82A}">
                    <a16:rowId xmlns:a16="http://schemas.microsoft.com/office/drawing/2014/main" val="3621098174"/>
                  </a:ext>
                </a:extLst>
              </a:tr>
              <a:tr h="370840">
                <a:tc>
                  <a:txBody>
                    <a:bodyPr/>
                    <a:lstStyle/>
                    <a:p>
                      <a:r>
                        <a:rPr lang="en-US" sz="1600" dirty="0"/>
                        <a:t>2</a:t>
                      </a:r>
                    </a:p>
                  </a:txBody>
                  <a:tcPr/>
                </a:tc>
                <a:tc>
                  <a:txBody>
                    <a:bodyPr/>
                    <a:lstStyle/>
                    <a:p>
                      <a:r>
                        <a:rPr lang="en-US" sz="1600" dirty="0" err="1"/>
                        <a:t>Cyclopsettidae</a:t>
                      </a:r>
                      <a:endParaRPr lang="en-US" sz="1600" dirty="0"/>
                    </a:p>
                  </a:txBody>
                  <a:tcPr/>
                </a:tc>
                <a:tc>
                  <a:txBody>
                    <a:bodyPr/>
                    <a:lstStyle/>
                    <a:p>
                      <a:r>
                        <a:rPr lang="en-US" sz="1600" dirty="0"/>
                        <a:t>0.005 **</a:t>
                      </a:r>
                    </a:p>
                  </a:txBody>
                  <a:tcPr/>
                </a:tc>
                <a:extLst>
                  <a:ext uri="{0D108BD9-81ED-4DB2-BD59-A6C34878D82A}">
                    <a16:rowId xmlns:a16="http://schemas.microsoft.com/office/drawing/2014/main" val="3145787672"/>
                  </a:ext>
                </a:extLst>
              </a:tr>
              <a:tr h="370840">
                <a:tc>
                  <a:txBody>
                    <a:bodyPr/>
                    <a:lstStyle/>
                    <a:p>
                      <a:r>
                        <a:rPr lang="en-US" sz="1600" dirty="0"/>
                        <a:t>3</a:t>
                      </a:r>
                    </a:p>
                  </a:txBody>
                  <a:tcPr/>
                </a:tc>
                <a:tc>
                  <a:txBody>
                    <a:bodyPr/>
                    <a:lstStyle/>
                    <a:p>
                      <a:r>
                        <a:rPr lang="en-US" sz="1600" i="1" dirty="0" err="1"/>
                        <a:t>Bathylagus</a:t>
                      </a:r>
                      <a:r>
                        <a:rPr lang="en-US" sz="1600" i="1" dirty="0"/>
                        <a:t> </a:t>
                      </a:r>
                      <a:r>
                        <a:rPr lang="en-US" sz="1600" i="1" dirty="0" err="1"/>
                        <a:t>ochotensis</a:t>
                      </a:r>
                      <a:endParaRPr lang="en-US" sz="1600" i="0" dirty="0"/>
                    </a:p>
                    <a:p>
                      <a:r>
                        <a:rPr lang="en-US" sz="1600" i="1" dirty="0" err="1"/>
                        <a:t>Protomyctophum</a:t>
                      </a:r>
                      <a:r>
                        <a:rPr lang="en-US" sz="1600" i="0" dirty="0"/>
                        <a:t> spp.</a:t>
                      </a:r>
                      <a:endParaRPr lang="en-US" sz="1600" i="1" dirty="0"/>
                    </a:p>
                  </a:txBody>
                  <a:tcPr/>
                </a:tc>
                <a:tc>
                  <a:txBody>
                    <a:bodyPr/>
                    <a:lstStyle/>
                    <a:p>
                      <a:r>
                        <a:rPr lang="en-US" sz="1600" dirty="0"/>
                        <a:t>0.005 **</a:t>
                      </a:r>
                    </a:p>
                    <a:p>
                      <a:r>
                        <a:rPr lang="en-US" sz="1600" dirty="0"/>
                        <a:t>0.005 **</a:t>
                      </a:r>
                    </a:p>
                  </a:txBody>
                  <a:tcPr/>
                </a:tc>
                <a:extLst>
                  <a:ext uri="{0D108BD9-81ED-4DB2-BD59-A6C34878D82A}">
                    <a16:rowId xmlns:a16="http://schemas.microsoft.com/office/drawing/2014/main" val="1892644640"/>
                  </a:ext>
                </a:extLst>
              </a:tr>
              <a:tr h="370840">
                <a:tc>
                  <a:txBody>
                    <a:bodyPr/>
                    <a:lstStyle/>
                    <a:p>
                      <a:r>
                        <a:rPr lang="en-US" sz="1600" dirty="0"/>
                        <a:t>4</a:t>
                      </a:r>
                    </a:p>
                  </a:txBody>
                  <a:tcPr/>
                </a:tc>
                <a:tc>
                  <a:txBody>
                    <a:bodyPr/>
                    <a:lstStyle/>
                    <a:p>
                      <a:r>
                        <a:rPr lang="en-US" sz="1600" i="0" dirty="0"/>
                        <a:t>Osmeridae</a:t>
                      </a:r>
                    </a:p>
                    <a:p>
                      <a:r>
                        <a:rPr lang="en-US" sz="1600" i="1" dirty="0" err="1"/>
                        <a:t>Isopsetta</a:t>
                      </a:r>
                      <a:r>
                        <a:rPr lang="en-US" sz="1600" i="1" dirty="0"/>
                        <a:t> </a:t>
                      </a:r>
                      <a:r>
                        <a:rPr lang="en-US" sz="1600" i="1" dirty="0" err="1"/>
                        <a:t>isolepis</a:t>
                      </a:r>
                      <a:endParaRPr lang="en-US" sz="1600" i="1" dirty="0"/>
                    </a:p>
                    <a:p>
                      <a:r>
                        <a:rPr lang="en-US" sz="1600" i="1" dirty="0" err="1"/>
                        <a:t>Psettichthys</a:t>
                      </a:r>
                      <a:r>
                        <a:rPr lang="en-US" sz="1600" i="1" dirty="0"/>
                        <a:t> </a:t>
                      </a:r>
                      <a:r>
                        <a:rPr lang="en-US" sz="1600" i="1" dirty="0" err="1"/>
                        <a:t>melanostictus</a:t>
                      </a:r>
                      <a:endParaRPr lang="en-US" sz="1600" i="1" dirty="0"/>
                    </a:p>
                    <a:p>
                      <a:r>
                        <a:rPr lang="en-US" sz="1600" i="0" dirty="0"/>
                        <a:t>Cottidae</a:t>
                      </a:r>
                    </a:p>
                    <a:p>
                      <a:r>
                        <a:rPr lang="en-US" sz="1600" i="0" dirty="0" err="1"/>
                        <a:t>Gadidae</a:t>
                      </a:r>
                      <a:endParaRPr lang="en-US" sz="1600" i="0" dirty="0"/>
                    </a:p>
                  </a:txBody>
                  <a:tcPr/>
                </a:tc>
                <a:tc>
                  <a:txBody>
                    <a:bodyPr/>
                    <a:lstStyle/>
                    <a:p>
                      <a:r>
                        <a:rPr lang="en-US" sz="1600" dirty="0"/>
                        <a:t>0.005 **</a:t>
                      </a:r>
                    </a:p>
                    <a:p>
                      <a:r>
                        <a:rPr lang="en-US" sz="1600" dirty="0"/>
                        <a:t>0.005 **</a:t>
                      </a:r>
                    </a:p>
                    <a:p>
                      <a:r>
                        <a:rPr lang="en-US" sz="1600" dirty="0"/>
                        <a:t>0.005 **</a:t>
                      </a:r>
                    </a:p>
                    <a:p>
                      <a:r>
                        <a:rPr lang="en-US" sz="1600" dirty="0"/>
                        <a:t>0.005 **</a:t>
                      </a:r>
                    </a:p>
                    <a:p>
                      <a:r>
                        <a:rPr lang="en-US" sz="1600" dirty="0"/>
                        <a:t>0.005 **</a:t>
                      </a:r>
                    </a:p>
                  </a:txBody>
                  <a:tcPr/>
                </a:tc>
                <a:extLst>
                  <a:ext uri="{0D108BD9-81ED-4DB2-BD59-A6C34878D82A}">
                    <a16:rowId xmlns:a16="http://schemas.microsoft.com/office/drawing/2014/main" val="2227666454"/>
                  </a:ext>
                </a:extLst>
              </a:tr>
              <a:tr h="370840">
                <a:tc>
                  <a:txBody>
                    <a:bodyPr/>
                    <a:lstStyle/>
                    <a:p>
                      <a:r>
                        <a:rPr lang="en-US" sz="1600" dirty="0"/>
                        <a:t>1 + 2</a:t>
                      </a:r>
                    </a:p>
                  </a:txBody>
                  <a:tcPr/>
                </a:tc>
                <a:tc>
                  <a:txBody>
                    <a:bodyPr/>
                    <a:lstStyle/>
                    <a:p>
                      <a:r>
                        <a:rPr lang="en-US" sz="1600" i="1" dirty="0"/>
                        <a:t>Sebastes </a:t>
                      </a:r>
                      <a:r>
                        <a:rPr lang="en-US" sz="1600" i="0" dirty="0"/>
                        <a:t>spp.</a:t>
                      </a:r>
                    </a:p>
                    <a:p>
                      <a:r>
                        <a:rPr lang="en-US" sz="1600" i="1" dirty="0" err="1"/>
                        <a:t>Glyptocephalus</a:t>
                      </a:r>
                      <a:r>
                        <a:rPr lang="en-US" sz="1600" i="1" dirty="0"/>
                        <a:t> </a:t>
                      </a:r>
                      <a:r>
                        <a:rPr lang="en-US" sz="1600" i="1" dirty="0" err="1"/>
                        <a:t>zachirus</a:t>
                      </a:r>
                      <a:endParaRPr lang="en-US" sz="1600" i="1" dirty="0"/>
                    </a:p>
                  </a:txBody>
                  <a:tcPr/>
                </a:tc>
                <a:tc>
                  <a:txBody>
                    <a:bodyPr/>
                    <a:lstStyle/>
                    <a:p>
                      <a:r>
                        <a:rPr lang="en-US" sz="1600" dirty="0"/>
                        <a:t>0.005 **</a:t>
                      </a:r>
                    </a:p>
                    <a:p>
                      <a:r>
                        <a:rPr lang="en-US" sz="1600" dirty="0"/>
                        <a:t>0.005 **</a:t>
                      </a:r>
                    </a:p>
                  </a:txBody>
                  <a:tcPr/>
                </a:tc>
                <a:extLst>
                  <a:ext uri="{0D108BD9-81ED-4DB2-BD59-A6C34878D82A}">
                    <a16:rowId xmlns:a16="http://schemas.microsoft.com/office/drawing/2014/main" val="3253798277"/>
                  </a:ext>
                </a:extLst>
              </a:tr>
              <a:tr h="370840">
                <a:tc>
                  <a:txBody>
                    <a:bodyPr/>
                    <a:lstStyle/>
                    <a:p>
                      <a:r>
                        <a:rPr lang="en-US" sz="1600" dirty="0"/>
                        <a:t>1 + 3</a:t>
                      </a:r>
                    </a:p>
                  </a:txBody>
                  <a:tcPr/>
                </a:tc>
                <a:tc>
                  <a:txBody>
                    <a:bodyPr/>
                    <a:lstStyle/>
                    <a:p>
                      <a:r>
                        <a:rPr lang="en-US" sz="1600" i="1" dirty="0" err="1"/>
                        <a:t>Stenobrachius</a:t>
                      </a:r>
                      <a:r>
                        <a:rPr lang="en-US" sz="1600" i="1" dirty="0"/>
                        <a:t> </a:t>
                      </a:r>
                      <a:r>
                        <a:rPr lang="en-US" sz="1600" i="1" dirty="0" err="1"/>
                        <a:t>leucopsarus</a:t>
                      </a:r>
                      <a:endParaRPr lang="en-US" sz="1600" i="1" dirty="0"/>
                    </a:p>
                    <a:p>
                      <a:r>
                        <a:rPr lang="en-US" sz="1600" i="1" dirty="0" err="1"/>
                        <a:t>Tarletonbenia</a:t>
                      </a:r>
                      <a:r>
                        <a:rPr lang="en-US" sz="1600" i="1" dirty="0"/>
                        <a:t> </a:t>
                      </a:r>
                      <a:r>
                        <a:rPr lang="en-US" sz="1600" i="1" dirty="0" err="1"/>
                        <a:t>crenularis</a:t>
                      </a:r>
                      <a:endParaRPr lang="en-US" sz="1600" i="1" dirty="0"/>
                    </a:p>
                  </a:txBody>
                  <a:tcPr/>
                </a:tc>
                <a:tc>
                  <a:txBody>
                    <a:bodyPr/>
                    <a:lstStyle/>
                    <a:p>
                      <a:r>
                        <a:rPr lang="en-US" sz="1600" dirty="0"/>
                        <a:t>0.005 **</a:t>
                      </a:r>
                    </a:p>
                    <a:p>
                      <a:r>
                        <a:rPr lang="en-US" sz="1600" dirty="0"/>
                        <a:t>0.005 **</a:t>
                      </a:r>
                    </a:p>
                  </a:txBody>
                  <a:tcPr/>
                </a:tc>
                <a:extLst>
                  <a:ext uri="{0D108BD9-81ED-4DB2-BD59-A6C34878D82A}">
                    <a16:rowId xmlns:a16="http://schemas.microsoft.com/office/drawing/2014/main" val="2364807414"/>
                  </a:ext>
                </a:extLst>
              </a:tr>
              <a:tr h="370840">
                <a:tc>
                  <a:txBody>
                    <a:bodyPr/>
                    <a:lstStyle/>
                    <a:p>
                      <a:r>
                        <a:rPr lang="en-US" sz="1600" dirty="0"/>
                        <a:t>1 + 4</a:t>
                      </a:r>
                    </a:p>
                  </a:txBody>
                  <a:tcPr/>
                </a:tc>
                <a:tc>
                  <a:txBody>
                    <a:bodyPr/>
                    <a:lstStyle/>
                    <a:p>
                      <a:r>
                        <a:rPr lang="en-US" sz="1600" i="1" dirty="0" err="1"/>
                        <a:t>Hemilepidotus</a:t>
                      </a:r>
                      <a:r>
                        <a:rPr lang="en-US" sz="1600" i="1" dirty="0"/>
                        <a:t> </a:t>
                      </a:r>
                      <a:r>
                        <a:rPr lang="en-US" sz="1600" i="0" dirty="0"/>
                        <a:t>spp.</a:t>
                      </a:r>
                      <a:endParaRPr lang="en-US" sz="1600" i="1" dirty="0"/>
                    </a:p>
                  </a:txBody>
                  <a:tcPr/>
                </a:tc>
                <a:tc>
                  <a:txBody>
                    <a:bodyPr/>
                    <a:lstStyle/>
                    <a:p>
                      <a:r>
                        <a:rPr lang="en-US" sz="1600" dirty="0"/>
                        <a:t>0.02 *</a:t>
                      </a:r>
                    </a:p>
                  </a:txBody>
                  <a:tcPr/>
                </a:tc>
                <a:extLst>
                  <a:ext uri="{0D108BD9-81ED-4DB2-BD59-A6C34878D82A}">
                    <a16:rowId xmlns:a16="http://schemas.microsoft.com/office/drawing/2014/main" val="4229098351"/>
                  </a:ext>
                </a:extLst>
              </a:tr>
              <a:tr h="370840">
                <a:tc>
                  <a:txBody>
                    <a:bodyPr/>
                    <a:lstStyle/>
                    <a:p>
                      <a:r>
                        <a:rPr lang="en-US" sz="1600" dirty="0"/>
                        <a:t>2 + 4</a:t>
                      </a:r>
                    </a:p>
                  </a:txBody>
                  <a:tcPr/>
                </a:tc>
                <a:tc>
                  <a:txBody>
                    <a:bodyPr/>
                    <a:lstStyle/>
                    <a:p>
                      <a:r>
                        <a:rPr lang="en-US" sz="1600" i="1" dirty="0" err="1"/>
                        <a:t>Parophrys</a:t>
                      </a:r>
                      <a:r>
                        <a:rPr lang="en-US" sz="1600" i="1" dirty="0"/>
                        <a:t> </a:t>
                      </a:r>
                      <a:r>
                        <a:rPr lang="en-US" sz="1600" i="1" dirty="0" err="1"/>
                        <a:t>vetulus</a:t>
                      </a:r>
                      <a:endParaRPr lang="en-US" sz="1600" i="1" dirty="0"/>
                    </a:p>
                    <a:p>
                      <a:r>
                        <a:rPr lang="en-US" sz="1600" i="0" dirty="0" err="1"/>
                        <a:t>Ammodytidae</a:t>
                      </a:r>
                      <a:endParaRPr lang="en-US" sz="1600" i="0" dirty="0"/>
                    </a:p>
                    <a:p>
                      <a:r>
                        <a:rPr lang="en-US" sz="1600" i="1" dirty="0"/>
                        <a:t>Liparis</a:t>
                      </a:r>
                      <a:r>
                        <a:rPr lang="en-US" sz="1600" i="0" dirty="0"/>
                        <a:t> spp.</a:t>
                      </a:r>
                    </a:p>
                    <a:p>
                      <a:r>
                        <a:rPr lang="en-US" sz="1600" i="0" dirty="0" err="1"/>
                        <a:t>Hexagrammidae</a:t>
                      </a:r>
                      <a:endParaRPr lang="en-US" sz="1600" i="0" dirty="0"/>
                    </a:p>
                    <a:p>
                      <a:r>
                        <a:rPr lang="en-US" sz="1600" i="0" dirty="0" err="1"/>
                        <a:t>Psychrolutidae</a:t>
                      </a:r>
                      <a:endParaRPr lang="en-US" sz="1600" i="0" dirty="0"/>
                    </a:p>
                    <a:p>
                      <a:r>
                        <a:rPr lang="en-US" sz="1600" i="1" dirty="0" err="1"/>
                        <a:t>Scropaenichthys</a:t>
                      </a:r>
                      <a:r>
                        <a:rPr lang="en-US" sz="1600" i="1" dirty="0"/>
                        <a:t> marmoratus</a:t>
                      </a:r>
                    </a:p>
                  </a:txBody>
                  <a:tcPr/>
                </a:tc>
                <a:tc>
                  <a:txBody>
                    <a:bodyPr/>
                    <a:lstStyle/>
                    <a:p>
                      <a:r>
                        <a:rPr lang="en-US" sz="1600" dirty="0"/>
                        <a:t>0.005 **</a:t>
                      </a:r>
                    </a:p>
                    <a:p>
                      <a:r>
                        <a:rPr lang="en-US" sz="1600" dirty="0"/>
                        <a:t>0.005 **</a:t>
                      </a:r>
                    </a:p>
                    <a:p>
                      <a:r>
                        <a:rPr lang="en-US" sz="1600" dirty="0"/>
                        <a:t>0.005 **</a:t>
                      </a:r>
                    </a:p>
                    <a:p>
                      <a:r>
                        <a:rPr lang="en-US" sz="1600" dirty="0"/>
                        <a:t>0.005 **</a:t>
                      </a:r>
                    </a:p>
                    <a:p>
                      <a:r>
                        <a:rPr lang="en-US" sz="1600" dirty="0"/>
                        <a:t>0.010 **</a:t>
                      </a:r>
                    </a:p>
                    <a:p>
                      <a:r>
                        <a:rPr lang="en-US" sz="1600" dirty="0"/>
                        <a:t>0.050 **</a:t>
                      </a:r>
                    </a:p>
                  </a:txBody>
                  <a:tcPr/>
                </a:tc>
                <a:extLst>
                  <a:ext uri="{0D108BD9-81ED-4DB2-BD59-A6C34878D82A}">
                    <a16:rowId xmlns:a16="http://schemas.microsoft.com/office/drawing/2014/main" val="1711312673"/>
                  </a:ext>
                </a:extLst>
              </a:tr>
            </a:tbl>
          </a:graphicData>
        </a:graphic>
      </p:graphicFrame>
    </p:spTree>
    <p:extLst>
      <p:ext uri="{BB962C8B-B14F-4D97-AF65-F5344CB8AC3E}">
        <p14:creationId xmlns:p14="http://schemas.microsoft.com/office/powerpoint/2010/main" val="646512240"/>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1D2D393-2834-41E5-D35A-B2AE1946B4F2}"/>
            </a:ext>
          </a:extLst>
        </p:cNvPr>
        <p:cNvGrpSpPr/>
        <p:nvPr/>
      </p:nvGrpSpPr>
      <p:grpSpPr>
        <a:xfrm>
          <a:off x="0" y="0"/>
          <a:ext cx="0" cy="0"/>
          <a:chOff x="0" y="0"/>
          <a:chExt cx="0" cy="0"/>
        </a:xfrm>
      </p:grpSpPr>
      <p:sp>
        <p:nvSpPr>
          <p:cNvPr id="4" name="Title 3">
            <a:extLst>
              <a:ext uri="{FF2B5EF4-FFF2-40B4-BE49-F238E27FC236}">
                <a16:creationId xmlns:a16="http://schemas.microsoft.com/office/drawing/2014/main" id="{F1810874-F6CD-271A-95D0-412424B52466}"/>
              </a:ext>
            </a:extLst>
          </p:cNvPr>
          <p:cNvSpPr>
            <a:spLocks noGrp="1"/>
          </p:cNvSpPr>
          <p:nvPr>
            <p:ph type="title"/>
          </p:nvPr>
        </p:nvSpPr>
        <p:spPr>
          <a:xfrm>
            <a:off x="838200" y="5704870"/>
            <a:ext cx="10515600" cy="1092972"/>
          </a:xfrm>
        </p:spPr>
        <p:txBody>
          <a:bodyPr>
            <a:noAutofit/>
          </a:bodyPr>
          <a:lstStyle/>
          <a:p>
            <a:r>
              <a:rPr lang="en-US" sz="2000" i="1" dirty="0"/>
              <a:t>Supplemental Figure 3</a:t>
            </a:r>
            <a:r>
              <a:rPr lang="en-US" sz="2000" dirty="0"/>
              <a:t>: Map of sampling events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a:t>
            </a:r>
            <a:endParaRPr lang="en-US" sz="2000" i="1" dirty="0"/>
          </a:p>
        </p:txBody>
      </p:sp>
      <p:pic>
        <p:nvPicPr>
          <p:cNvPr id="6" name="Picture 5">
            <a:extLst>
              <a:ext uri="{FF2B5EF4-FFF2-40B4-BE49-F238E27FC236}">
                <a16:creationId xmlns:a16="http://schemas.microsoft.com/office/drawing/2014/main" id="{946A4565-A6A7-3A5C-1C1C-69D7C68A2EB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125579" y="102269"/>
            <a:ext cx="8095247" cy="5396831"/>
          </a:xfrm>
          <a:prstGeom prst="rect">
            <a:avLst/>
          </a:prstGeom>
        </p:spPr>
      </p:pic>
    </p:spTree>
    <p:extLst>
      <p:ext uri="{BB962C8B-B14F-4D97-AF65-F5344CB8AC3E}">
        <p14:creationId xmlns:p14="http://schemas.microsoft.com/office/powerpoint/2010/main" val="339208139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189</TotalTime>
  <Words>562</Words>
  <Application>Microsoft Office PowerPoint</Application>
  <PresentationFormat>Widescreen</PresentationFormat>
  <Paragraphs>98</Paragraphs>
  <Slides>12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12</vt:i4>
      </vt:variant>
    </vt:vector>
  </HeadingPairs>
  <TitlesOfParts>
    <vt:vector size="16" baseType="lpstr">
      <vt:lpstr>Aptos</vt:lpstr>
      <vt:lpstr>Aptos Display</vt:lpstr>
      <vt:lpstr>Arial</vt:lpstr>
      <vt:lpstr>Office Theme</vt:lpstr>
      <vt:lpstr>Project figures and tables</vt:lpstr>
      <vt:lpstr>Objective 1</vt:lpstr>
      <vt:lpstr>Objective 2</vt:lpstr>
      <vt:lpstr>Objective 3</vt:lpstr>
      <vt:lpstr>Figures and Tables to appear in supplemental materials</vt:lpstr>
      <vt:lpstr>Supplemental Figure 1: Dendrogram of net tows clustered by agglomerative hierarchical clustering. Number of clusters determined as the fewest necessary to yield expected groups (k = 10).</vt:lpstr>
      <vt:lpstr>(alternative?) Supplemental Figure 1: Dendrogram of net tows belonging to the four largest clusters resulting from agglomerative hierarchical clustering (AHC) of the entire data set. AHC was ran on the filtered net tows to yield the resultant dendrogram with four cluster rectangles (k = 4).</vt:lpstr>
      <vt:lpstr>Supplemental Figure 2: Bar plot of taxa concentrations (individuals per m3) in each net tow. Tows are organized by cluster to show the approximate composition of each cluster.</vt:lpstr>
      <vt:lpstr>(alternative?) Supplemental Figure 2: Bar plot of taxa concentrations (individuals per m3) in each net tow belonging to the four main clusters. Tows are organized by cluster to show the approximate composition of each cluster of interest.</vt:lpstr>
      <vt:lpstr>Supplemental Table 1: Results of indicator species analysis (ISA) on net tows clustered by AHC. Max number of clusters that can be indicated together set equal to two. Used to verify the dominant taxa for each cluster and the use of clusters as representatives of taxa assemblages.</vt:lpstr>
      <vt:lpstr>(alternative?) Supplemental Table 1: Results of indicator species analysis (ISA) on net tows from four main clusters in the overall AHC. Max number of clusters that can be indicated together set equal to two. Used to verify the dominant taxa for each cluster and the use of clusters as representatives of taxa assemblages.</vt:lpstr>
      <vt:lpstr>Supplemental Figure 3: Map of sampling events in space based on latitude and longitude of sampling stations. Points at each station are organized by net tow which is indicative of depth (0 = 1-100m, 1 = …). Points are also colored by cluster. Used to assess how clusters organized in space and thus how ichthyoplankton assemblages might be distributing.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McCloskey, Ross</dc:creator>
  <cp:lastModifiedBy>McCloskey, Ross</cp:lastModifiedBy>
  <cp:revision>1</cp:revision>
  <dcterms:created xsi:type="dcterms:W3CDTF">2026-07-20T15:41:17Z</dcterms:created>
  <dcterms:modified xsi:type="dcterms:W3CDTF">2026-08-05T19:56:24Z</dcterms:modified>
</cp:coreProperties>
</file>