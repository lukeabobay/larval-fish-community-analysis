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56" r:id="rId2"/>
    <p:sldId id="257" r:id="rId3"/>
    <p:sldId id="268" r:id="rId4"/>
    <p:sldId id="270" r:id="rId5"/>
    <p:sldId id="269" r:id="rId6"/>
    <p:sldId id="271" r:id="rId7"/>
    <p:sldId id="266" r:id="rId8"/>
    <p:sldId id="273" r:id="rId9"/>
    <p:sldId id="267" r:id="rId10"/>
    <p:sldId id="278" r:id="rId11"/>
    <p:sldId id="279" r:id="rId12"/>
    <p:sldId id="280" r:id="rId13"/>
    <p:sldId id="260" r:id="rId14"/>
    <p:sldId id="258" r:id="rId15"/>
    <p:sldId id="259" r:id="rId16"/>
    <p:sldId id="261" r:id="rId17"/>
    <p:sldId id="262" r:id="rId18"/>
    <p:sldId id="263" r:id="rId19"/>
    <p:sldId id="264" r:id="rId20"/>
    <p:sldId id="265" r:id="rId21"/>
    <p:sldId id="272" r:id="rId22"/>
    <p:sldId id="275" r:id="rId23"/>
    <p:sldId id="274" r:id="rId24"/>
    <p:sldId id="277" r:id="rId25"/>
    <p:sldId id="276"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7FD033-AE7A-42AD-8267-2A3E028CA24F}" v="16" dt="2026-08-06T18:38:52.2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92" d="100"/>
          <a:sy n="92" d="100"/>
        </p:scale>
        <p:origin x="632"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cCloskey, Ross" userId="b1990487-ee44-4922-b58f-5b2980a02730" providerId="ADAL" clId="{7D443C21-FD7D-4E65-8C72-B41829F67170}"/>
    <pc:docChg chg="undo redo custSel addSld delSld modSld sldOrd">
      <pc:chgData name="McCloskey, Ross" userId="b1990487-ee44-4922-b58f-5b2980a02730" providerId="ADAL" clId="{7D443C21-FD7D-4E65-8C72-B41829F67170}" dt="2026-08-06T18:39:09.371" v="6215" actId="20577"/>
      <pc:docMkLst>
        <pc:docMk/>
      </pc:docMkLst>
      <pc:sldChg chg="addSp delSp modSp new mod modClrScheme chgLayout">
        <pc:chgData name="McCloskey, Ross" userId="b1990487-ee44-4922-b58f-5b2980a02730" providerId="ADAL" clId="{7D443C21-FD7D-4E65-8C72-B41829F67170}" dt="2026-07-20T15:43:06.966" v="164" actId="20577"/>
        <pc:sldMkLst>
          <pc:docMk/>
          <pc:sldMk cId="3129493839" sldId="256"/>
        </pc:sldMkLst>
        <pc:spChg chg="add mod ord">
          <ac:chgData name="McCloskey, Ross" userId="b1990487-ee44-4922-b58f-5b2980a02730" providerId="ADAL" clId="{7D443C21-FD7D-4E65-8C72-B41829F67170}" dt="2026-07-20T15:42:45.443" v="63" actId="20577"/>
          <ac:spMkLst>
            <pc:docMk/>
            <pc:sldMk cId="3129493839" sldId="256"/>
            <ac:spMk id="10" creationId="{86CF2C98-1257-521C-B293-2EE84DB04338}"/>
          </ac:spMkLst>
        </pc:spChg>
        <pc:spChg chg="add mod ord">
          <ac:chgData name="McCloskey, Ross" userId="b1990487-ee44-4922-b58f-5b2980a02730" providerId="ADAL" clId="{7D443C21-FD7D-4E65-8C72-B41829F67170}" dt="2026-07-20T15:43:06.966" v="164" actId="20577"/>
          <ac:spMkLst>
            <pc:docMk/>
            <pc:sldMk cId="3129493839" sldId="256"/>
            <ac:spMk id="11" creationId="{6ABAB03A-FD40-9D26-1216-57BA4D911184}"/>
          </ac:spMkLst>
        </pc:spChg>
      </pc:sldChg>
      <pc:sldChg chg="addSp delSp modSp new mod modClrScheme chgLayout">
        <pc:chgData name="McCloskey, Ross" userId="b1990487-ee44-4922-b58f-5b2980a02730" providerId="ADAL" clId="{7D443C21-FD7D-4E65-8C72-B41829F67170}" dt="2026-07-20T15:44:17.729" v="182" actId="20577"/>
        <pc:sldMkLst>
          <pc:docMk/>
          <pc:sldMk cId="3855106060" sldId="257"/>
        </pc:sldMkLst>
        <pc:spChg chg="add mod ord">
          <ac:chgData name="McCloskey, Ross" userId="b1990487-ee44-4922-b58f-5b2980a02730" providerId="ADAL" clId="{7D443C21-FD7D-4E65-8C72-B41829F67170}" dt="2026-07-20T15:43:31.131" v="179" actId="20577"/>
          <ac:spMkLst>
            <pc:docMk/>
            <pc:sldMk cId="3855106060" sldId="257"/>
            <ac:spMk id="4" creationId="{27327F4C-8CFB-29AB-26AF-8A3F74D52947}"/>
          </ac:spMkLst>
        </pc:spChg>
        <pc:spChg chg="add mod ord">
          <ac:chgData name="McCloskey, Ross" userId="b1990487-ee44-4922-b58f-5b2980a02730" providerId="ADAL" clId="{7D443C21-FD7D-4E65-8C72-B41829F67170}" dt="2026-07-20T15:44:17.729" v="182" actId="20577"/>
          <ac:spMkLst>
            <pc:docMk/>
            <pc:sldMk cId="3855106060" sldId="257"/>
            <ac:spMk id="5" creationId="{6D431BD1-EDD7-656F-872B-64AF546E62D1}"/>
          </ac:spMkLst>
        </pc:spChg>
      </pc:sldChg>
      <pc:sldChg chg="addSp delSp modSp new mod ord modClrScheme chgLayout">
        <pc:chgData name="McCloskey, Ross" userId="b1990487-ee44-4922-b58f-5b2980a02730" providerId="ADAL" clId="{7D443C21-FD7D-4E65-8C72-B41829F67170}" dt="2026-07-20T15:54:06.578" v="1063" actId="20577"/>
        <pc:sldMkLst>
          <pc:docMk/>
          <pc:sldMk cId="2678185482" sldId="258"/>
        </pc:sldMkLst>
        <pc:spChg chg="add mod ord">
          <ac:chgData name="McCloskey, Ross" userId="b1990487-ee44-4922-b58f-5b2980a02730" providerId="ADAL" clId="{7D443C21-FD7D-4E65-8C72-B41829F67170}" dt="2026-07-20T15:54:06.578" v="1063" actId="20577"/>
          <ac:spMkLst>
            <pc:docMk/>
            <pc:sldMk cId="2678185482" sldId="258"/>
            <ac:spMk id="4" creationId="{EDDB168F-090B-8349-E312-F69F26946C3F}"/>
          </ac:spMkLst>
        </pc:spChg>
        <pc:picChg chg="add mod">
          <ac:chgData name="McCloskey, Ross" userId="b1990487-ee44-4922-b58f-5b2980a02730" providerId="ADAL" clId="{7D443C21-FD7D-4E65-8C72-B41829F67170}" dt="2026-07-20T15:49:38.945" v="564" actId="1076"/>
          <ac:picMkLst>
            <pc:docMk/>
            <pc:sldMk cId="2678185482" sldId="258"/>
            <ac:picMk id="6" creationId="{B5968C40-8389-8F68-939C-DEB8F1E37677}"/>
          </ac:picMkLst>
        </pc:picChg>
      </pc:sldChg>
      <pc:sldChg chg="addSp delSp modSp add mod ord">
        <pc:chgData name="McCloskey, Ross" userId="b1990487-ee44-4922-b58f-5b2980a02730" providerId="ADAL" clId="{7D443C21-FD7D-4E65-8C72-B41829F67170}" dt="2026-07-20T15:58:17.632" v="1339" actId="139"/>
        <pc:sldMkLst>
          <pc:docMk/>
          <pc:sldMk cId="577290267" sldId="259"/>
        </pc:sldMkLst>
        <pc:spChg chg="mod">
          <ac:chgData name="McCloskey, Ross" userId="b1990487-ee44-4922-b58f-5b2980a02730" providerId="ADAL" clId="{7D443C21-FD7D-4E65-8C72-B41829F67170}" dt="2026-07-20T15:58:17.632" v="1339" actId="139"/>
          <ac:spMkLst>
            <pc:docMk/>
            <pc:sldMk cId="577290267" sldId="259"/>
            <ac:spMk id="4" creationId="{A3343693-B3FA-A565-EB07-9C12C768B2F8}"/>
          </ac:spMkLst>
        </pc:spChg>
        <pc:picChg chg="add mod">
          <ac:chgData name="McCloskey, Ross" userId="b1990487-ee44-4922-b58f-5b2980a02730" providerId="ADAL" clId="{7D443C21-FD7D-4E65-8C72-B41829F67170}" dt="2026-07-20T15:52:41.391" v="960" actId="1076"/>
          <ac:picMkLst>
            <pc:docMk/>
            <pc:sldMk cId="577290267" sldId="259"/>
            <ac:picMk id="3" creationId="{9137BD2B-CCA5-A589-559E-B0961F839FEF}"/>
          </ac:picMkLst>
        </pc:picChg>
      </pc:sldChg>
      <pc:sldChg chg="delSp modSp new mod">
        <pc:chgData name="McCloskey, Ross" userId="b1990487-ee44-4922-b58f-5b2980a02730" providerId="ADAL" clId="{7D443C21-FD7D-4E65-8C72-B41829F67170}" dt="2026-07-20T15:53:39.252" v="1032" actId="478"/>
        <pc:sldMkLst>
          <pc:docMk/>
          <pc:sldMk cId="3704713804" sldId="260"/>
        </pc:sldMkLst>
        <pc:spChg chg="mod">
          <ac:chgData name="McCloskey, Ross" userId="b1990487-ee44-4922-b58f-5b2980a02730" providerId="ADAL" clId="{7D443C21-FD7D-4E65-8C72-B41829F67170}" dt="2026-07-20T15:53:34.050" v="1031" actId="20577"/>
          <ac:spMkLst>
            <pc:docMk/>
            <pc:sldMk cId="3704713804" sldId="260"/>
            <ac:spMk id="2" creationId="{390EDCA6-D3C7-70FE-0875-F42EDD39F4A9}"/>
          </ac:spMkLst>
        </pc:spChg>
      </pc:sldChg>
      <pc:sldChg chg="addSp delSp modSp add mod">
        <pc:chgData name="McCloskey, Ross" userId="b1990487-ee44-4922-b58f-5b2980a02730" providerId="ADAL" clId="{7D443C21-FD7D-4E65-8C72-B41829F67170}" dt="2026-08-05T18:55:51.991" v="3710" actId="166"/>
        <pc:sldMkLst>
          <pc:docMk/>
          <pc:sldMk cId="3258157237" sldId="261"/>
        </pc:sldMkLst>
        <pc:spChg chg="mod">
          <ac:chgData name="McCloskey, Ross" userId="b1990487-ee44-4922-b58f-5b2980a02730" providerId="ADAL" clId="{7D443C21-FD7D-4E65-8C72-B41829F67170}" dt="2026-07-20T15:57:06.249" v="1256" actId="20577"/>
          <ac:spMkLst>
            <pc:docMk/>
            <pc:sldMk cId="3258157237" sldId="261"/>
            <ac:spMk id="4" creationId="{4915F585-4BB4-5F27-9541-63B76984517E}"/>
          </ac:spMkLst>
        </pc:spChg>
        <pc:picChg chg="add del mod modCrop">
          <ac:chgData name="McCloskey, Ross" userId="b1990487-ee44-4922-b58f-5b2980a02730" providerId="ADAL" clId="{7D443C21-FD7D-4E65-8C72-B41829F67170}" dt="2026-08-05T18:45:39.149" v="3695" actId="478"/>
          <ac:picMkLst>
            <pc:docMk/>
            <pc:sldMk cId="3258157237" sldId="261"/>
            <ac:picMk id="3" creationId="{A6805772-4FFC-7BD2-F11F-54D0F2FF9302}"/>
          </ac:picMkLst>
        </pc:picChg>
        <pc:picChg chg="add del mod">
          <ac:chgData name="McCloskey, Ross" userId="b1990487-ee44-4922-b58f-5b2980a02730" providerId="ADAL" clId="{7D443C21-FD7D-4E65-8C72-B41829F67170}" dt="2026-08-05T18:54:12.219" v="3699" actId="478"/>
          <ac:picMkLst>
            <pc:docMk/>
            <pc:sldMk cId="3258157237" sldId="261"/>
            <ac:picMk id="6" creationId="{60481D3A-E6B5-0DC3-FC69-1D1950339449}"/>
          </ac:picMkLst>
        </pc:picChg>
        <pc:picChg chg="add del mod">
          <ac:chgData name="McCloskey, Ross" userId="b1990487-ee44-4922-b58f-5b2980a02730" providerId="ADAL" clId="{7D443C21-FD7D-4E65-8C72-B41829F67170}" dt="2026-08-05T18:55:08.499" v="3702" actId="478"/>
          <ac:picMkLst>
            <pc:docMk/>
            <pc:sldMk cId="3258157237" sldId="261"/>
            <ac:picMk id="8" creationId="{26BFD441-58BF-C6E7-E70E-9E6EC23528F2}"/>
          </ac:picMkLst>
        </pc:picChg>
        <pc:picChg chg="add mod ord">
          <ac:chgData name="McCloskey, Ross" userId="b1990487-ee44-4922-b58f-5b2980a02730" providerId="ADAL" clId="{7D443C21-FD7D-4E65-8C72-B41829F67170}" dt="2026-08-05T18:55:51.991" v="3710" actId="166"/>
          <ac:picMkLst>
            <pc:docMk/>
            <pc:sldMk cId="3258157237" sldId="261"/>
            <ac:picMk id="10" creationId="{9C6A8FAE-3197-53DB-081A-9F9B8B47FDB8}"/>
          </ac:picMkLst>
        </pc:picChg>
        <pc:picChg chg="add mod">
          <ac:chgData name="McCloskey, Ross" userId="b1990487-ee44-4922-b58f-5b2980a02730" providerId="ADAL" clId="{7D443C21-FD7D-4E65-8C72-B41829F67170}" dt="2026-08-05T18:55:47.011" v="3709" actId="1076"/>
          <ac:picMkLst>
            <pc:docMk/>
            <pc:sldMk cId="3258157237" sldId="261"/>
            <ac:picMk id="12" creationId="{75358480-967E-EB28-E15E-D655C65A741E}"/>
          </ac:picMkLst>
        </pc:picChg>
      </pc:sldChg>
      <pc:sldChg chg="addSp delSp modSp add mod">
        <pc:chgData name="McCloskey, Ross" userId="b1990487-ee44-4922-b58f-5b2980a02730" providerId="ADAL" clId="{7D443C21-FD7D-4E65-8C72-B41829F67170}" dt="2026-08-05T19:11:23.381" v="3722" actId="1076"/>
        <pc:sldMkLst>
          <pc:docMk/>
          <pc:sldMk cId="669740212" sldId="262"/>
        </pc:sldMkLst>
        <pc:spChg chg="mod">
          <ac:chgData name="McCloskey, Ross" userId="b1990487-ee44-4922-b58f-5b2980a02730" providerId="ADAL" clId="{7D443C21-FD7D-4E65-8C72-B41829F67170}" dt="2026-07-20T15:58:05.549" v="1338" actId="255"/>
          <ac:spMkLst>
            <pc:docMk/>
            <pc:sldMk cId="669740212" sldId="262"/>
            <ac:spMk id="4" creationId="{AFCAC89D-0816-F188-BFEB-DE08AFA05A8D}"/>
          </ac:spMkLst>
        </pc:spChg>
        <pc:picChg chg="add del mod">
          <ac:chgData name="McCloskey, Ross" userId="b1990487-ee44-4922-b58f-5b2980a02730" providerId="ADAL" clId="{7D443C21-FD7D-4E65-8C72-B41829F67170}" dt="2026-08-05T19:07:55.413" v="3715" actId="478"/>
          <ac:picMkLst>
            <pc:docMk/>
            <pc:sldMk cId="669740212" sldId="262"/>
            <ac:picMk id="3" creationId="{59A90D42-8F8C-66BA-AE1C-2921198341FC}"/>
          </ac:picMkLst>
        </pc:picChg>
        <pc:picChg chg="add mod">
          <ac:chgData name="McCloskey, Ross" userId="b1990487-ee44-4922-b58f-5b2980a02730" providerId="ADAL" clId="{7D443C21-FD7D-4E65-8C72-B41829F67170}" dt="2026-08-05T19:11:06.098" v="3719" actId="1076"/>
          <ac:picMkLst>
            <pc:docMk/>
            <pc:sldMk cId="669740212" sldId="262"/>
            <ac:picMk id="6" creationId="{4B26AA83-1CB4-189B-1A11-1A9E458DE720}"/>
          </ac:picMkLst>
        </pc:picChg>
        <pc:picChg chg="add mod">
          <ac:chgData name="McCloskey, Ross" userId="b1990487-ee44-4922-b58f-5b2980a02730" providerId="ADAL" clId="{7D443C21-FD7D-4E65-8C72-B41829F67170}" dt="2026-08-05T19:11:23.381" v="3722" actId="1076"/>
          <ac:picMkLst>
            <pc:docMk/>
            <pc:sldMk cId="669740212" sldId="262"/>
            <ac:picMk id="8" creationId="{FCDC7F1C-0850-D1F0-004B-C25FF84E6A24}"/>
          </ac:picMkLst>
        </pc:picChg>
      </pc:sldChg>
      <pc:sldChg chg="addSp modSp add mod">
        <pc:chgData name="McCloskey, Ross" userId="b1990487-ee44-4922-b58f-5b2980a02730" providerId="ADAL" clId="{7D443C21-FD7D-4E65-8C72-B41829F67170}" dt="2026-08-06T18:22:56.319" v="5970" actId="1076"/>
        <pc:sldMkLst>
          <pc:docMk/>
          <pc:sldMk cId="1660356394" sldId="263"/>
        </pc:sldMkLst>
        <pc:spChg chg="mod">
          <ac:chgData name="McCloskey, Ross" userId="b1990487-ee44-4922-b58f-5b2980a02730" providerId="ADAL" clId="{7D443C21-FD7D-4E65-8C72-B41829F67170}" dt="2026-07-20T16:03:25.794" v="1904" actId="20577"/>
          <ac:spMkLst>
            <pc:docMk/>
            <pc:sldMk cId="1660356394" sldId="263"/>
            <ac:spMk id="4" creationId="{648F083A-692A-C5EF-ED97-F63B76F80265}"/>
          </ac:spMkLst>
        </pc:spChg>
        <pc:graphicFrameChg chg="add mod modGraphic">
          <ac:chgData name="McCloskey, Ross" userId="b1990487-ee44-4922-b58f-5b2980a02730" providerId="ADAL" clId="{7D443C21-FD7D-4E65-8C72-B41829F67170}" dt="2026-08-06T18:22:56.319" v="5970" actId="1076"/>
          <ac:graphicFrameMkLst>
            <pc:docMk/>
            <pc:sldMk cId="1660356394" sldId="263"/>
            <ac:graphicFrameMk id="2" creationId="{C8F4AD93-7124-DF47-70F0-EAFA46198C62}"/>
          </ac:graphicFrameMkLst>
        </pc:graphicFrameChg>
      </pc:sldChg>
      <pc:sldChg chg="addSp modSp add mod">
        <pc:chgData name="McCloskey, Ross" userId="b1990487-ee44-4922-b58f-5b2980a02730" providerId="ADAL" clId="{7D443C21-FD7D-4E65-8C72-B41829F67170}" dt="2026-08-05T18:18:52.750" v="3685" actId="1076"/>
        <pc:sldMkLst>
          <pc:docMk/>
          <pc:sldMk cId="646512240" sldId="264"/>
        </pc:sldMkLst>
        <pc:spChg chg="mod">
          <ac:chgData name="McCloskey, Ross" userId="b1990487-ee44-4922-b58f-5b2980a02730" providerId="ADAL" clId="{7D443C21-FD7D-4E65-8C72-B41829F67170}" dt="2026-08-05T18:18:42.024" v="3684" actId="1076"/>
          <ac:spMkLst>
            <pc:docMk/>
            <pc:sldMk cId="646512240" sldId="264"/>
            <ac:spMk id="4" creationId="{C2166C8B-63A5-630A-051D-AED281BA7F24}"/>
          </ac:spMkLst>
        </pc:spChg>
        <pc:graphicFrameChg chg="add mod modGraphic">
          <ac:chgData name="McCloskey, Ross" userId="b1990487-ee44-4922-b58f-5b2980a02730" providerId="ADAL" clId="{7D443C21-FD7D-4E65-8C72-B41829F67170}" dt="2026-08-05T18:18:52.750" v="3685" actId="1076"/>
          <ac:graphicFrameMkLst>
            <pc:docMk/>
            <pc:sldMk cId="646512240" sldId="264"/>
            <ac:graphicFrameMk id="3" creationId="{30DB109B-E96C-1C40-5475-7D086EA7FA15}"/>
          </ac:graphicFrameMkLst>
        </pc:graphicFrameChg>
      </pc:sldChg>
      <pc:sldChg chg="addSp delSp modSp add mod ord modNotesTx">
        <pc:chgData name="McCloskey, Ross" userId="b1990487-ee44-4922-b58f-5b2980a02730" providerId="ADAL" clId="{7D443C21-FD7D-4E65-8C72-B41829F67170}" dt="2026-08-06T18:05:05.119" v="4999" actId="20577"/>
        <pc:sldMkLst>
          <pc:docMk/>
          <pc:sldMk cId="3392081390" sldId="265"/>
        </pc:sldMkLst>
        <pc:spChg chg="mod">
          <ac:chgData name="McCloskey, Ross" userId="b1990487-ee44-4922-b58f-5b2980a02730" providerId="ADAL" clId="{7D443C21-FD7D-4E65-8C72-B41829F67170}" dt="2026-07-20T16:08:46.340" v="2452" actId="1076"/>
          <ac:spMkLst>
            <pc:docMk/>
            <pc:sldMk cId="3392081390" sldId="265"/>
            <ac:spMk id="4" creationId="{F1810874-F6CD-271A-95D0-412424B52466}"/>
          </ac:spMkLst>
        </pc:spChg>
        <pc:picChg chg="add mod">
          <ac:chgData name="McCloskey, Ross" userId="b1990487-ee44-4922-b58f-5b2980a02730" providerId="ADAL" clId="{7D443C21-FD7D-4E65-8C72-B41829F67170}" dt="2026-07-20T16:09:41.479" v="2457" actId="1076"/>
          <ac:picMkLst>
            <pc:docMk/>
            <pc:sldMk cId="3392081390" sldId="265"/>
            <ac:picMk id="6" creationId="{946A4565-A6A7-3A5C-1C1C-69D7C68A2EB1}"/>
          </ac:picMkLst>
        </pc:picChg>
      </pc:sldChg>
      <pc:sldChg chg="modSp add mod">
        <pc:chgData name="McCloskey, Ross" userId="b1990487-ee44-4922-b58f-5b2980a02730" providerId="ADAL" clId="{7D443C21-FD7D-4E65-8C72-B41829F67170}" dt="2026-08-05T17:35:22.724" v="2580" actId="20577"/>
        <pc:sldMkLst>
          <pc:docMk/>
          <pc:sldMk cId="4010563470" sldId="266"/>
        </pc:sldMkLst>
        <pc:spChg chg="mod">
          <ac:chgData name="McCloskey, Ross" userId="b1990487-ee44-4922-b58f-5b2980a02730" providerId="ADAL" clId="{7D443C21-FD7D-4E65-8C72-B41829F67170}" dt="2026-08-05T17:34:39.944" v="2461" actId="20577"/>
          <ac:spMkLst>
            <pc:docMk/>
            <pc:sldMk cId="4010563470" sldId="266"/>
            <ac:spMk id="4" creationId="{EED71206-5DEB-59B9-58B9-E3E8535388C6}"/>
          </ac:spMkLst>
        </pc:spChg>
        <pc:spChg chg="mod">
          <ac:chgData name="McCloskey, Ross" userId="b1990487-ee44-4922-b58f-5b2980a02730" providerId="ADAL" clId="{7D443C21-FD7D-4E65-8C72-B41829F67170}" dt="2026-08-05T17:35:22.724" v="2580" actId="20577"/>
          <ac:spMkLst>
            <pc:docMk/>
            <pc:sldMk cId="4010563470" sldId="266"/>
            <ac:spMk id="5" creationId="{6D82CA60-3EAB-EE79-1D86-2021B3B5417A}"/>
          </ac:spMkLst>
        </pc:spChg>
      </pc:sldChg>
      <pc:sldChg chg="modSp add mod">
        <pc:chgData name="McCloskey, Ross" userId="b1990487-ee44-4922-b58f-5b2980a02730" providerId="ADAL" clId="{7D443C21-FD7D-4E65-8C72-B41829F67170}" dt="2026-08-05T17:36:29.443" v="2679" actId="20577"/>
        <pc:sldMkLst>
          <pc:docMk/>
          <pc:sldMk cId="2827154758" sldId="267"/>
        </pc:sldMkLst>
        <pc:spChg chg="mod">
          <ac:chgData name="McCloskey, Ross" userId="b1990487-ee44-4922-b58f-5b2980a02730" providerId="ADAL" clId="{7D443C21-FD7D-4E65-8C72-B41829F67170}" dt="2026-08-05T17:34:44.497" v="2463" actId="20577"/>
          <ac:spMkLst>
            <pc:docMk/>
            <pc:sldMk cId="2827154758" sldId="267"/>
            <ac:spMk id="4" creationId="{DD50304E-E4A7-EF2C-3D5C-CB8F9AA1E942}"/>
          </ac:spMkLst>
        </pc:spChg>
        <pc:spChg chg="mod">
          <ac:chgData name="McCloskey, Ross" userId="b1990487-ee44-4922-b58f-5b2980a02730" providerId="ADAL" clId="{7D443C21-FD7D-4E65-8C72-B41829F67170}" dt="2026-08-05T17:36:29.443" v="2679" actId="20577"/>
          <ac:spMkLst>
            <pc:docMk/>
            <pc:sldMk cId="2827154758" sldId="267"/>
            <ac:spMk id="5" creationId="{96598701-C0E7-8830-851B-70B89A3BCD13}"/>
          </ac:spMkLst>
        </pc:spChg>
      </pc:sldChg>
      <pc:sldChg chg="new del">
        <pc:chgData name="McCloskey, Ross" userId="b1990487-ee44-4922-b58f-5b2980a02730" providerId="ADAL" clId="{7D443C21-FD7D-4E65-8C72-B41829F67170}" dt="2026-08-05T19:56:16.129" v="3723" actId="47"/>
        <pc:sldMkLst>
          <pc:docMk/>
          <pc:sldMk cId="1891765391" sldId="268"/>
        </pc:sldMkLst>
      </pc:sldChg>
      <pc:sldChg chg="addSp delSp modSp add mod">
        <pc:chgData name="McCloskey, Ross" userId="b1990487-ee44-4922-b58f-5b2980a02730" providerId="ADAL" clId="{7D443C21-FD7D-4E65-8C72-B41829F67170}" dt="2026-08-06T17:56:06.156" v="4820" actId="20577"/>
        <pc:sldMkLst>
          <pc:docMk/>
          <pc:sldMk cId="3884581046" sldId="268"/>
        </pc:sldMkLst>
        <pc:spChg chg="del mod">
          <ac:chgData name="McCloskey, Ross" userId="b1990487-ee44-4922-b58f-5b2980a02730" providerId="ADAL" clId="{7D443C21-FD7D-4E65-8C72-B41829F67170}" dt="2026-08-06T17:55:54.088" v="4812" actId="478"/>
          <ac:spMkLst>
            <pc:docMk/>
            <pc:sldMk cId="3884581046" sldId="268"/>
            <ac:spMk id="4" creationId="{F98BC20C-469D-6AAC-C508-A6F9B552EDA9}"/>
          </ac:spMkLst>
        </pc:spChg>
        <pc:spChg chg="add del mod">
          <ac:chgData name="McCloskey, Ross" userId="b1990487-ee44-4922-b58f-5b2980a02730" providerId="ADAL" clId="{7D443C21-FD7D-4E65-8C72-B41829F67170}" dt="2026-08-06T17:55:56.385" v="4813" actId="478"/>
          <ac:spMkLst>
            <pc:docMk/>
            <pc:sldMk cId="3884581046" sldId="268"/>
            <ac:spMk id="7" creationId="{31ECB7E0-DA1B-6871-BA78-154BA0AB8A54}"/>
          </ac:spMkLst>
        </pc:spChg>
        <pc:spChg chg="add mod">
          <ac:chgData name="McCloskey, Ross" userId="b1990487-ee44-4922-b58f-5b2980a02730" providerId="ADAL" clId="{7D443C21-FD7D-4E65-8C72-B41829F67170}" dt="2026-08-06T17:56:06.156" v="4820" actId="20577"/>
          <ac:spMkLst>
            <pc:docMk/>
            <pc:sldMk cId="3884581046" sldId="268"/>
            <ac:spMk id="9" creationId="{931FC060-0F15-22F0-8087-8A1D9E74F4C5}"/>
          </ac:spMkLst>
        </pc:spChg>
        <pc:picChg chg="add mod">
          <ac:chgData name="McCloskey, Ross" userId="b1990487-ee44-4922-b58f-5b2980a02730" providerId="ADAL" clId="{7D443C21-FD7D-4E65-8C72-B41829F67170}" dt="2026-08-06T17:40:41.322" v="4215" actId="1076"/>
          <ac:picMkLst>
            <pc:docMk/>
            <pc:sldMk cId="3884581046" sldId="268"/>
            <ac:picMk id="3" creationId="{17A37444-75A9-E022-AFD2-E79F94D4930D}"/>
          </ac:picMkLst>
        </pc:picChg>
        <pc:picChg chg="del">
          <ac:chgData name="McCloskey, Ross" userId="b1990487-ee44-4922-b58f-5b2980a02730" providerId="ADAL" clId="{7D443C21-FD7D-4E65-8C72-B41829F67170}" dt="2026-08-06T17:36:44.631" v="3725" actId="478"/>
          <ac:picMkLst>
            <pc:docMk/>
            <pc:sldMk cId="3884581046" sldId="268"/>
            <ac:picMk id="6" creationId="{E41AC2BD-2686-B883-75D4-C0E725ABA369}"/>
          </ac:picMkLst>
        </pc:picChg>
      </pc:sldChg>
      <pc:sldChg chg="addSp delSp modSp add mod ord">
        <pc:chgData name="McCloskey, Ross" userId="b1990487-ee44-4922-b58f-5b2980a02730" providerId="ADAL" clId="{7D443C21-FD7D-4E65-8C72-B41829F67170}" dt="2026-08-06T17:56:49.211" v="4826" actId="20577"/>
        <pc:sldMkLst>
          <pc:docMk/>
          <pc:sldMk cId="463559054" sldId="269"/>
        </pc:sldMkLst>
        <pc:spChg chg="del mod">
          <ac:chgData name="McCloskey, Ross" userId="b1990487-ee44-4922-b58f-5b2980a02730" providerId="ADAL" clId="{7D443C21-FD7D-4E65-8C72-B41829F67170}" dt="2026-08-06T17:55:03.407" v="4707" actId="478"/>
          <ac:spMkLst>
            <pc:docMk/>
            <pc:sldMk cId="463559054" sldId="269"/>
            <ac:spMk id="4" creationId="{7789A40D-303C-82EB-FF8A-8B60905D1B5C}"/>
          </ac:spMkLst>
        </pc:spChg>
        <pc:spChg chg="add del mod">
          <ac:chgData name="McCloskey, Ross" userId="b1990487-ee44-4922-b58f-5b2980a02730" providerId="ADAL" clId="{7D443C21-FD7D-4E65-8C72-B41829F67170}" dt="2026-08-06T17:55:06.433" v="4709" actId="478"/>
          <ac:spMkLst>
            <pc:docMk/>
            <pc:sldMk cId="463559054" sldId="269"/>
            <ac:spMk id="5" creationId="{BA4B8750-50C2-B59C-2446-021D4E75D892}"/>
          </ac:spMkLst>
        </pc:spChg>
        <pc:spChg chg="add mod">
          <ac:chgData name="McCloskey, Ross" userId="b1990487-ee44-4922-b58f-5b2980a02730" providerId="ADAL" clId="{7D443C21-FD7D-4E65-8C72-B41829F67170}" dt="2026-08-06T17:56:49.211" v="4826" actId="20577"/>
          <ac:spMkLst>
            <pc:docMk/>
            <pc:sldMk cId="463559054" sldId="269"/>
            <ac:spMk id="6" creationId="{4EEF9698-ADA8-F6AA-B627-FB393B67AA1C}"/>
          </ac:spMkLst>
        </pc:spChg>
        <pc:picChg chg="mod">
          <ac:chgData name="McCloskey, Ross" userId="b1990487-ee44-4922-b58f-5b2980a02730" providerId="ADAL" clId="{7D443C21-FD7D-4E65-8C72-B41829F67170}" dt="2026-08-06T17:40:29.048" v="4212" actId="1076"/>
          <ac:picMkLst>
            <pc:docMk/>
            <pc:sldMk cId="463559054" sldId="269"/>
            <ac:picMk id="3" creationId="{309B775B-0E8F-EDF0-40D6-0A4CAAE66D87}"/>
          </ac:picMkLst>
        </pc:picChg>
      </pc:sldChg>
      <pc:sldChg chg="addSp delSp modSp add mod">
        <pc:chgData name="McCloskey, Ross" userId="b1990487-ee44-4922-b58f-5b2980a02730" providerId="ADAL" clId="{7D443C21-FD7D-4E65-8C72-B41829F67170}" dt="2026-08-06T17:56:45.436" v="4824" actId="20577"/>
        <pc:sldMkLst>
          <pc:docMk/>
          <pc:sldMk cId="4234093276" sldId="270"/>
        </pc:sldMkLst>
        <pc:spChg chg="del mod">
          <ac:chgData name="McCloskey, Ross" userId="b1990487-ee44-4922-b58f-5b2980a02730" providerId="ADAL" clId="{7D443C21-FD7D-4E65-8C72-B41829F67170}" dt="2026-08-06T17:54:34.910" v="4701" actId="478"/>
          <ac:spMkLst>
            <pc:docMk/>
            <pc:sldMk cId="4234093276" sldId="270"/>
            <ac:spMk id="4" creationId="{112CD11A-993E-A496-7EA4-6A903589F1EE}"/>
          </ac:spMkLst>
        </pc:spChg>
        <pc:spChg chg="add del mod">
          <ac:chgData name="McCloskey, Ross" userId="b1990487-ee44-4922-b58f-5b2980a02730" providerId="ADAL" clId="{7D443C21-FD7D-4E65-8C72-B41829F67170}" dt="2026-08-06T17:54:48.034" v="4705" actId="478"/>
          <ac:spMkLst>
            <pc:docMk/>
            <pc:sldMk cId="4234093276" sldId="270"/>
            <ac:spMk id="5" creationId="{6905D32F-4633-2632-6AE9-871C20CAEB68}"/>
          </ac:spMkLst>
        </pc:spChg>
        <pc:spChg chg="add mod">
          <ac:chgData name="McCloskey, Ross" userId="b1990487-ee44-4922-b58f-5b2980a02730" providerId="ADAL" clId="{7D443C21-FD7D-4E65-8C72-B41829F67170}" dt="2026-08-06T17:56:45.436" v="4824" actId="20577"/>
          <ac:spMkLst>
            <pc:docMk/>
            <pc:sldMk cId="4234093276" sldId="270"/>
            <ac:spMk id="6" creationId="{7EEF0BA1-2118-D4A1-2E36-931DCD0505BF}"/>
          </ac:spMkLst>
        </pc:spChg>
        <pc:picChg chg="mod">
          <ac:chgData name="McCloskey, Ross" userId="b1990487-ee44-4922-b58f-5b2980a02730" providerId="ADAL" clId="{7D443C21-FD7D-4E65-8C72-B41829F67170}" dt="2026-08-06T17:45:41.155" v="4250" actId="1076"/>
          <ac:picMkLst>
            <pc:docMk/>
            <pc:sldMk cId="4234093276" sldId="270"/>
            <ac:picMk id="3" creationId="{A0EC6F9A-D6EC-D432-F00D-FCD38A874771}"/>
          </ac:picMkLst>
        </pc:picChg>
      </pc:sldChg>
      <pc:sldChg chg="modSp add mod">
        <pc:chgData name="McCloskey, Ross" userId="b1990487-ee44-4922-b58f-5b2980a02730" providerId="ADAL" clId="{7D443C21-FD7D-4E65-8C72-B41829F67170}" dt="2026-08-06T17:54:24.173" v="4700" actId="20577"/>
        <pc:sldMkLst>
          <pc:docMk/>
          <pc:sldMk cId="1627871917" sldId="271"/>
        </pc:sldMkLst>
        <pc:spChg chg="mod">
          <ac:chgData name="McCloskey, Ross" userId="b1990487-ee44-4922-b58f-5b2980a02730" providerId="ADAL" clId="{7D443C21-FD7D-4E65-8C72-B41829F67170}" dt="2026-08-06T17:54:24.173" v="4700" actId="20577"/>
          <ac:spMkLst>
            <pc:docMk/>
            <pc:sldMk cId="1627871917" sldId="271"/>
            <ac:spMk id="4" creationId="{1001BA8A-1EBD-17A7-97C8-3787D27604A8}"/>
          </ac:spMkLst>
        </pc:spChg>
        <pc:picChg chg="mod">
          <ac:chgData name="McCloskey, Ross" userId="b1990487-ee44-4922-b58f-5b2980a02730" providerId="ADAL" clId="{7D443C21-FD7D-4E65-8C72-B41829F67170}" dt="2026-08-06T17:50:04.652" v="4535" actId="14826"/>
          <ac:picMkLst>
            <pc:docMk/>
            <pc:sldMk cId="1627871917" sldId="271"/>
            <ac:picMk id="3" creationId="{75FCD20C-6DBD-D15A-A88B-18AAB7953FA6}"/>
          </ac:picMkLst>
        </pc:picChg>
      </pc:sldChg>
      <pc:sldChg chg="delSp modSp add mod">
        <pc:chgData name="McCloskey, Ross" userId="b1990487-ee44-4922-b58f-5b2980a02730" providerId="ADAL" clId="{7D443C21-FD7D-4E65-8C72-B41829F67170}" dt="2026-08-06T18:07:32.125" v="5095" actId="14100"/>
        <pc:sldMkLst>
          <pc:docMk/>
          <pc:sldMk cId="3364595763" sldId="272"/>
        </pc:sldMkLst>
        <pc:spChg chg="mod">
          <ac:chgData name="McCloskey, Ross" userId="b1990487-ee44-4922-b58f-5b2980a02730" providerId="ADAL" clId="{7D443C21-FD7D-4E65-8C72-B41829F67170}" dt="2026-08-06T18:07:32.125" v="5095" actId="14100"/>
          <ac:spMkLst>
            <pc:docMk/>
            <pc:sldMk cId="3364595763" sldId="272"/>
            <ac:spMk id="4" creationId="{D00ACA70-A2C0-F61A-DC73-D4C722F8DFAA}"/>
          </ac:spMkLst>
        </pc:spChg>
        <pc:picChg chg="del">
          <ac:chgData name="McCloskey, Ross" userId="b1990487-ee44-4922-b58f-5b2980a02730" providerId="ADAL" clId="{7D443C21-FD7D-4E65-8C72-B41829F67170}" dt="2026-08-06T18:06:47.905" v="5001" actId="478"/>
          <ac:picMkLst>
            <pc:docMk/>
            <pc:sldMk cId="3364595763" sldId="272"/>
            <ac:picMk id="6" creationId="{45983463-A6F9-E454-81FB-71D6B41BD4D2}"/>
          </ac:picMkLst>
        </pc:picChg>
      </pc:sldChg>
      <pc:sldChg chg="addSp delSp modSp add mod">
        <pc:chgData name="McCloskey, Ross" userId="b1990487-ee44-4922-b58f-5b2980a02730" providerId="ADAL" clId="{7D443C21-FD7D-4E65-8C72-B41829F67170}" dt="2026-08-06T18:33:02.126" v="6158" actId="1076"/>
        <pc:sldMkLst>
          <pc:docMk/>
          <pc:sldMk cId="3912962035" sldId="273"/>
        </pc:sldMkLst>
        <pc:spChg chg="mod">
          <ac:chgData name="McCloskey, Ross" userId="b1990487-ee44-4922-b58f-5b2980a02730" providerId="ADAL" clId="{7D443C21-FD7D-4E65-8C72-B41829F67170}" dt="2026-08-06T18:08:19.671" v="5103" actId="5793"/>
          <ac:spMkLst>
            <pc:docMk/>
            <pc:sldMk cId="3912962035" sldId="273"/>
            <ac:spMk id="4" creationId="{CB943673-FBCC-BD2E-3210-0E8A8E181104}"/>
          </ac:spMkLst>
        </pc:spChg>
        <pc:picChg chg="del">
          <ac:chgData name="McCloskey, Ross" userId="b1990487-ee44-4922-b58f-5b2980a02730" providerId="ADAL" clId="{7D443C21-FD7D-4E65-8C72-B41829F67170}" dt="2026-08-06T18:08:12.941" v="5097" actId="478"/>
          <ac:picMkLst>
            <pc:docMk/>
            <pc:sldMk cId="3912962035" sldId="273"/>
            <ac:picMk id="3" creationId="{D4D29847-5E2B-B9BC-E5D0-3326C3479434}"/>
          </ac:picMkLst>
        </pc:picChg>
        <pc:picChg chg="add mod">
          <ac:chgData name="McCloskey, Ross" userId="b1990487-ee44-4922-b58f-5b2980a02730" providerId="ADAL" clId="{7D443C21-FD7D-4E65-8C72-B41829F67170}" dt="2026-08-06T18:33:02.126" v="6158" actId="1076"/>
          <ac:picMkLst>
            <pc:docMk/>
            <pc:sldMk cId="3912962035" sldId="273"/>
            <ac:picMk id="5" creationId="{20EACEAD-1A98-A3B0-0E0B-AB61012716B2}"/>
          </ac:picMkLst>
        </pc:picChg>
      </pc:sldChg>
      <pc:sldChg chg="addSp delSp modSp add mod ord">
        <pc:chgData name="McCloskey, Ross" userId="b1990487-ee44-4922-b58f-5b2980a02730" providerId="ADAL" clId="{7D443C21-FD7D-4E65-8C72-B41829F67170}" dt="2026-08-06T18:23:35.371" v="5976" actId="1076"/>
        <pc:sldMkLst>
          <pc:docMk/>
          <pc:sldMk cId="2382660794" sldId="274"/>
        </pc:sldMkLst>
        <pc:spChg chg="mod">
          <ac:chgData name="McCloskey, Ross" userId="b1990487-ee44-4922-b58f-5b2980a02730" providerId="ADAL" clId="{7D443C21-FD7D-4E65-8C72-B41829F67170}" dt="2026-08-06T18:22:36.415" v="5965" actId="1076"/>
          <ac:spMkLst>
            <pc:docMk/>
            <pc:sldMk cId="2382660794" sldId="274"/>
            <ac:spMk id="4" creationId="{85A97ED2-1CCD-E203-57F1-E06601DAEC74}"/>
          </ac:spMkLst>
        </pc:spChg>
        <pc:graphicFrameChg chg="del mod modGraphic">
          <ac:chgData name="McCloskey, Ross" userId="b1990487-ee44-4922-b58f-5b2980a02730" providerId="ADAL" clId="{7D443C21-FD7D-4E65-8C72-B41829F67170}" dt="2026-08-06T18:16:18.100" v="5472" actId="478"/>
          <ac:graphicFrameMkLst>
            <pc:docMk/>
            <pc:sldMk cId="2382660794" sldId="274"/>
            <ac:graphicFrameMk id="2" creationId="{AA62AF56-0528-375B-CAA6-51DC61D32A07}"/>
          </ac:graphicFrameMkLst>
        </pc:graphicFrameChg>
        <pc:graphicFrameChg chg="add mod modGraphic">
          <ac:chgData name="McCloskey, Ross" userId="b1990487-ee44-4922-b58f-5b2980a02730" providerId="ADAL" clId="{7D443C21-FD7D-4E65-8C72-B41829F67170}" dt="2026-08-06T18:23:35.371" v="5976" actId="1076"/>
          <ac:graphicFrameMkLst>
            <pc:docMk/>
            <pc:sldMk cId="2382660794" sldId="274"/>
            <ac:graphicFrameMk id="3" creationId="{B183631E-C341-F610-F6B1-787FACB9DAAF}"/>
          </ac:graphicFrameMkLst>
        </pc:graphicFrameChg>
      </pc:sldChg>
      <pc:sldChg chg="addSp delSp modSp add mod">
        <pc:chgData name="McCloskey, Ross" userId="b1990487-ee44-4922-b58f-5b2980a02730" providerId="ADAL" clId="{7D443C21-FD7D-4E65-8C72-B41829F67170}" dt="2026-08-06T18:16:09.368" v="5469" actId="3680"/>
        <pc:sldMkLst>
          <pc:docMk/>
          <pc:sldMk cId="3428650872" sldId="275"/>
        </pc:sldMkLst>
        <pc:spChg chg="mod">
          <ac:chgData name="McCloskey, Ross" userId="b1990487-ee44-4922-b58f-5b2980a02730" providerId="ADAL" clId="{7D443C21-FD7D-4E65-8C72-B41829F67170}" dt="2026-08-06T18:13:55.097" v="5401" actId="20577"/>
          <ac:spMkLst>
            <pc:docMk/>
            <pc:sldMk cId="3428650872" sldId="275"/>
            <ac:spMk id="4" creationId="{1AFB6C60-8C3A-11C7-5174-7C2C627DB4FC}"/>
          </ac:spMkLst>
        </pc:spChg>
        <pc:graphicFrameChg chg="del modGraphic">
          <ac:chgData name="McCloskey, Ross" userId="b1990487-ee44-4922-b58f-5b2980a02730" providerId="ADAL" clId="{7D443C21-FD7D-4E65-8C72-B41829F67170}" dt="2026-08-06T18:15:09.307" v="5435" actId="478"/>
          <ac:graphicFrameMkLst>
            <pc:docMk/>
            <pc:sldMk cId="3428650872" sldId="275"/>
            <ac:graphicFrameMk id="2" creationId="{B2D4A444-D667-1AF7-4721-4E4F60824973}"/>
          </ac:graphicFrameMkLst>
        </pc:graphicFrameChg>
        <pc:graphicFrameChg chg="add del mod modGraphic">
          <ac:chgData name="McCloskey, Ross" userId="b1990487-ee44-4922-b58f-5b2980a02730" providerId="ADAL" clId="{7D443C21-FD7D-4E65-8C72-B41829F67170}" dt="2026-08-06T18:16:09.368" v="5469" actId="3680"/>
          <ac:graphicFrameMkLst>
            <pc:docMk/>
            <pc:sldMk cId="3428650872" sldId="275"/>
            <ac:graphicFrameMk id="3" creationId="{6E6E189D-8156-916A-4265-6E901D3ED61C}"/>
          </ac:graphicFrameMkLst>
        </pc:graphicFrameChg>
      </pc:sldChg>
      <pc:sldChg chg="addSp delSp modSp add mod ord">
        <pc:chgData name="McCloskey, Ross" userId="b1990487-ee44-4922-b58f-5b2980a02730" providerId="ADAL" clId="{7D443C21-FD7D-4E65-8C72-B41829F67170}" dt="2026-08-06T18:27:38.188" v="6148"/>
        <pc:sldMkLst>
          <pc:docMk/>
          <pc:sldMk cId="3841745347" sldId="276"/>
        </pc:sldMkLst>
        <pc:spChg chg="mod">
          <ac:chgData name="McCloskey, Ross" userId="b1990487-ee44-4922-b58f-5b2980a02730" providerId="ADAL" clId="{7D443C21-FD7D-4E65-8C72-B41829F67170}" dt="2026-08-06T18:26:00.993" v="6141" actId="20577"/>
          <ac:spMkLst>
            <pc:docMk/>
            <pc:sldMk cId="3841745347" sldId="276"/>
            <ac:spMk id="4" creationId="{0ACB5261-49E8-88CB-ABBE-5EF5A5A64391}"/>
          </ac:spMkLst>
        </pc:spChg>
        <pc:picChg chg="add mod">
          <ac:chgData name="McCloskey, Ross" userId="b1990487-ee44-4922-b58f-5b2980a02730" providerId="ADAL" clId="{7D443C21-FD7D-4E65-8C72-B41829F67170}" dt="2026-08-06T18:27:31.234" v="6145" actId="1076"/>
          <ac:picMkLst>
            <pc:docMk/>
            <pc:sldMk cId="3841745347" sldId="276"/>
            <ac:picMk id="3" creationId="{A62ECEEF-CA1F-794B-9BB8-315B0B92C354}"/>
          </ac:picMkLst>
        </pc:picChg>
        <pc:picChg chg="del">
          <ac:chgData name="McCloskey, Ross" userId="b1990487-ee44-4922-b58f-5b2980a02730" providerId="ADAL" clId="{7D443C21-FD7D-4E65-8C72-B41829F67170}" dt="2026-08-06T18:24:31.285" v="5978" actId="478"/>
          <ac:picMkLst>
            <pc:docMk/>
            <pc:sldMk cId="3841745347" sldId="276"/>
            <ac:picMk id="6" creationId="{DA564E15-080D-E4AC-2867-CFC8F19C283A}"/>
          </ac:picMkLst>
        </pc:picChg>
        <pc:picChg chg="del">
          <ac:chgData name="McCloskey, Ross" userId="b1990487-ee44-4922-b58f-5b2980a02730" providerId="ADAL" clId="{7D443C21-FD7D-4E65-8C72-B41829F67170}" dt="2026-08-06T18:24:42.649" v="5981" actId="478"/>
          <ac:picMkLst>
            <pc:docMk/>
            <pc:sldMk cId="3841745347" sldId="276"/>
            <ac:picMk id="8" creationId="{5800D507-B082-F67B-A784-02D6EC5ED6CF}"/>
          </ac:picMkLst>
        </pc:picChg>
      </pc:sldChg>
      <pc:sldChg chg="delSp modSp add mod">
        <pc:chgData name="McCloskey, Ross" userId="b1990487-ee44-4922-b58f-5b2980a02730" providerId="ADAL" clId="{7D443C21-FD7D-4E65-8C72-B41829F67170}" dt="2026-08-06T18:27:48.979" v="6154" actId="478"/>
        <pc:sldMkLst>
          <pc:docMk/>
          <pc:sldMk cId="3473142146" sldId="277"/>
        </pc:sldMkLst>
        <pc:spChg chg="mod">
          <ac:chgData name="McCloskey, Ross" userId="b1990487-ee44-4922-b58f-5b2980a02730" providerId="ADAL" clId="{7D443C21-FD7D-4E65-8C72-B41829F67170}" dt="2026-08-06T18:27:46.945" v="6153" actId="20577"/>
          <ac:spMkLst>
            <pc:docMk/>
            <pc:sldMk cId="3473142146" sldId="277"/>
            <ac:spMk id="4" creationId="{D1B51D22-66E7-D157-2905-3E0C8D2E7A1E}"/>
          </ac:spMkLst>
        </pc:spChg>
        <pc:picChg chg="del">
          <ac:chgData name="McCloskey, Ross" userId="b1990487-ee44-4922-b58f-5b2980a02730" providerId="ADAL" clId="{7D443C21-FD7D-4E65-8C72-B41829F67170}" dt="2026-08-06T18:27:48.979" v="6154" actId="478"/>
          <ac:picMkLst>
            <pc:docMk/>
            <pc:sldMk cId="3473142146" sldId="277"/>
            <ac:picMk id="3" creationId="{79B9FFC7-98C3-D3C4-F70A-A3B8898A0B72}"/>
          </ac:picMkLst>
        </pc:picChg>
      </pc:sldChg>
      <pc:sldChg chg="addSp delSp modSp add mod">
        <pc:chgData name="McCloskey, Ross" userId="b1990487-ee44-4922-b58f-5b2980a02730" providerId="ADAL" clId="{7D443C21-FD7D-4E65-8C72-B41829F67170}" dt="2026-08-06T18:35:50.337" v="6197" actId="1076"/>
        <pc:sldMkLst>
          <pc:docMk/>
          <pc:sldMk cId="2824560223" sldId="278"/>
        </pc:sldMkLst>
        <pc:spChg chg="mod">
          <ac:chgData name="McCloskey, Ross" userId="b1990487-ee44-4922-b58f-5b2980a02730" providerId="ADAL" clId="{7D443C21-FD7D-4E65-8C72-B41829F67170}" dt="2026-08-06T18:33:12.910" v="6161" actId="20577"/>
          <ac:spMkLst>
            <pc:docMk/>
            <pc:sldMk cId="2824560223" sldId="278"/>
            <ac:spMk id="4" creationId="{4824A791-F98E-4A32-D7F3-982A7AD2F76A}"/>
          </ac:spMkLst>
        </pc:spChg>
        <pc:spChg chg="add mod">
          <ac:chgData name="McCloskey, Ross" userId="b1990487-ee44-4922-b58f-5b2980a02730" providerId="ADAL" clId="{7D443C21-FD7D-4E65-8C72-B41829F67170}" dt="2026-08-06T18:35:50.337" v="6197" actId="1076"/>
          <ac:spMkLst>
            <pc:docMk/>
            <pc:sldMk cId="2824560223" sldId="278"/>
            <ac:spMk id="8" creationId="{395F88B2-0F59-2553-7B52-63827C6DA4C4}"/>
          </ac:spMkLst>
        </pc:spChg>
        <pc:picChg chg="add mod">
          <ac:chgData name="McCloskey, Ross" userId="b1990487-ee44-4922-b58f-5b2980a02730" providerId="ADAL" clId="{7D443C21-FD7D-4E65-8C72-B41829F67170}" dt="2026-08-06T18:35:10.507" v="6175" actId="1076"/>
          <ac:picMkLst>
            <pc:docMk/>
            <pc:sldMk cId="2824560223" sldId="278"/>
            <ac:picMk id="3" creationId="{DB39C7C7-B6D3-7B64-8636-66CF7797ED66}"/>
          </ac:picMkLst>
        </pc:picChg>
        <pc:picChg chg="del">
          <ac:chgData name="McCloskey, Ross" userId="b1990487-ee44-4922-b58f-5b2980a02730" providerId="ADAL" clId="{7D443C21-FD7D-4E65-8C72-B41829F67170}" dt="2026-08-06T18:33:14.296" v="6162" actId="478"/>
          <ac:picMkLst>
            <pc:docMk/>
            <pc:sldMk cId="2824560223" sldId="278"/>
            <ac:picMk id="5" creationId="{557C7BF1-80FB-C632-BAA5-1CAE65D26195}"/>
          </ac:picMkLst>
        </pc:picChg>
        <pc:picChg chg="add mod">
          <ac:chgData name="McCloskey, Ross" userId="b1990487-ee44-4922-b58f-5b2980a02730" providerId="ADAL" clId="{7D443C21-FD7D-4E65-8C72-B41829F67170}" dt="2026-08-06T18:35:14.107" v="6176" actId="1076"/>
          <ac:picMkLst>
            <pc:docMk/>
            <pc:sldMk cId="2824560223" sldId="278"/>
            <ac:picMk id="7" creationId="{A63B4062-CD78-E598-1804-4CBFFA399822}"/>
          </ac:picMkLst>
        </pc:picChg>
      </pc:sldChg>
      <pc:sldChg chg="addSp delSp modSp add mod">
        <pc:chgData name="McCloskey, Ross" userId="b1990487-ee44-4922-b58f-5b2980a02730" providerId="ADAL" clId="{7D443C21-FD7D-4E65-8C72-B41829F67170}" dt="2026-08-06T18:37:04.960" v="6208" actId="20577"/>
        <pc:sldMkLst>
          <pc:docMk/>
          <pc:sldMk cId="1970612841" sldId="279"/>
        </pc:sldMkLst>
        <pc:spChg chg="mod">
          <ac:chgData name="McCloskey, Ross" userId="b1990487-ee44-4922-b58f-5b2980a02730" providerId="ADAL" clId="{7D443C21-FD7D-4E65-8C72-B41829F67170}" dt="2026-08-06T18:37:04.960" v="6208" actId="20577"/>
          <ac:spMkLst>
            <pc:docMk/>
            <pc:sldMk cId="1970612841" sldId="279"/>
            <ac:spMk id="4" creationId="{EEE883F7-0F6A-4852-AC54-1C2B6F01E2FF}"/>
          </ac:spMkLst>
        </pc:spChg>
        <pc:spChg chg="del">
          <ac:chgData name="McCloskey, Ross" userId="b1990487-ee44-4922-b58f-5b2980a02730" providerId="ADAL" clId="{7D443C21-FD7D-4E65-8C72-B41829F67170}" dt="2026-08-06T18:36:49.903" v="6203" actId="478"/>
          <ac:spMkLst>
            <pc:docMk/>
            <pc:sldMk cId="1970612841" sldId="279"/>
            <ac:spMk id="8" creationId="{3DDF45AC-0D88-A00C-78B8-B61EA56FCB3E}"/>
          </ac:spMkLst>
        </pc:spChg>
        <pc:picChg chg="del">
          <ac:chgData name="McCloskey, Ross" userId="b1990487-ee44-4922-b58f-5b2980a02730" providerId="ADAL" clId="{7D443C21-FD7D-4E65-8C72-B41829F67170}" dt="2026-08-06T18:36:01.071" v="6199" actId="478"/>
          <ac:picMkLst>
            <pc:docMk/>
            <pc:sldMk cId="1970612841" sldId="279"/>
            <ac:picMk id="3" creationId="{895C57EB-9C45-70E5-723F-4AC3BB2D9070}"/>
          </ac:picMkLst>
        </pc:picChg>
        <pc:picChg chg="add mod">
          <ac:chgData name="McCloskey, Ross" userId="b1990487-ee44-4922-b58f-5b2980a02730" providerId="ADAL" clId="{7D443C21-FD7D-4E65-8C72-B41829F67170}" dt="2026-08-06T18:37:02.606" v="6206" actId="1076"/>
          <ac:picMkLst>
            <pc:docMk/>
            <pc:sldMk cId="1970612841" sldId="279"/>
            <ac:picMk id="5" creationId="{BD30AC31-9252-B8FA-1E28-2C0B1CFD811D}"/>
          </ac:picMkLst>
        </pc:picChg>
        <pc:picChg chg="del">
          <ac:chgData name="McCloskey, Ross" userId="b1990487-ee44-4922-b58f-5b2980a02730" providerId="ADAL" clId="{7D443C21-FD7D-4E65-8C72-B41829F67170}" dt="2026-08-06T18:36:02.144" v="6200" actId="478"/>
          <ac:picMkLst>
            <pc:docMk/>
            <pc:sldMk cId="1970612841" sldId="279"/>
            <ac:picMk id="7" creationId="{CADF5909-E49D-9582-2326-3949D92BB7D8}"/>
          </ac:picMkLst>
        </pc:picChg>
      </pc:sldChg>
      <pc:sldChg chg="modSp add mod">
        <pc:chgData name="McCloskey, Ross" userId="b1990487-ee44-4922-b58f-5b2980a02730" providerId="ADAL" clId="{7D443C21-FD7D-4E65-8C72-B41829F67170}" dt="2026-08-06T18:39:09.371" v="6215" actId="20577"/>
        <pc:sldMkLst>
          <pc:docMk/>
          <pc:sldMk cId="3296296591" sldId="280"/>
        </pc:sldMkLst>
        <pc:spChg chg="mod">
          <ac:chgData name="McCloskey, Ross" userId="b1990487-ee44-4922-b58f-5b2980a02730" providerId="ADAL" clId="{7D443C21-FD7D-4E65-8C72-B41829F67170}" dt="2026-08-06T18:39:09.371" v="6215" actId="20577"/>
          <ac:spMkLst>
            <pc:docMk/>
            <pc:sldMk cId="3296296591" sldId="280"/>
            <ac:spMk id="4" creationId="{9C4D8E2F-F80D-D189-0F43-62C72AA3358E}"/>
          </ac:spMkLst>
        </pc:spChg>
        <pc:picChg chg="mod">
          <ac:chgData name="McCloskey, Ross" userId="b1990487-ee44-4922-b58f-5b2980a02730" providerId="ADAL" clId="{7D443C21-FD7D-4E65-8C72-B41829F67170}" dt="2026-08-06T18:39:00.929" v="6213" actId="1076"/>
          <ac:picMkLst>
            <pc:docMk/>
            <pc:sldMk cId="3296296591" sldId="280"/>
            <ac:picMk id="5" creationId="{286623E9-72C2-0189-F750-364765262E3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BF7636-2C8E-41E2-872B-0E93E5DDB2DA}" type="datetimeFigureOut">
              <a:rPr lang="en-US" smtClean="0"/>
              <a:t>8/6/2026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D820BE-AC4B-42B1-9591-F2FD6B4F3CB9}" type="slidenum">
              <a:rPr lang="en-US" smtClean="0"/>
              <a:t>‹#›</a:t>
            </a:fld>
            <a:endParaRPr lang="en-US"/>
          </a:p>
        </p:txBody>
      </p:sp>
    </p:spTree>
    <p:extLst>
      <p:ext uri="{BB962C8B-B14F-4D97-AF65-F5344CB8AC3E}">
        <p14:creationId xmlns:p14="http://schemas.microsoft.com/office/powerpoint/2010/main" val="2307278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these are in supplemental materials, perhaps we can add separate frames maybe by year so they’re easier to look at than in this format?</a:t>
            </a:r>
          </a:p>
        </p:txBody>
      </p:sp>
      <p:sp>
        <p:nvSpPr>
          <p:cNvPr id="4" name="Slide Number Placeholder 3"/>
          <p:cNvSpPr>
            <a:spLocks noGrp="1"/>
          </p:cNvSpPr>
          <p:nvPr>
            <p:ph type="sldNum" sz="quarter" idx="5"/>
          </p:nvPr>
        </p:nvSpPr>
        <p:spPr/>
        <p:txBody>
          <a:bodyPr/>
          <a:lstStyle/>
          <a:p>
            <a:fld id="{43D820BE-AC4B-42B1-9591-F2FD6B4F3CB9}" type="slidenum">
              <a:rPr lang="en-US" smtClean="0"/>
              <a:t>20</a:t>
            </a:fld>
            <a:endParaRPr lang="en-US"/>
          </a:p>
        </p:txBody>
      </p:sp>
    </p:spTree>
    <p:extLst>
      <p:ext uri="{BB962C8B-B14F-4D97-AF65-F5344CB8AC3E}">
        <p14:creationId xmlns:p14="http://schemas.microsoft.com/office/powerpoint/2010/main" val="26496233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E0C9A-DDEF-499C-DF8C-72DEAA8FAC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D7D32D-5CD9-40E9-725D-65B944AE41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A0C6C0-5EFE-460B-8E34-CAA4E74F5EF9}"/>
              </a:ext>
            </a:extLst>
          </p:cNvPr>
          <p:cNvSpPr>
            <a:spLocks noGrp="1"/>
          </p:cNvSpPr>
          <p:nvPr>
            <p:ph type="body" idx="1"/>
          </p:nvPr>
        </p:nvSpPr>
        <p:spPr/>
        <p:txBody>
          <a:bodyPr/>
          <a:lstStyle/>
          <a:p>
            <a:r>
              <a:rPr lang="en-US" dirty="0"/>
              <a:t>If these are in supplemental materials, perhaps we can add separate frames maybe by year so they’re easier to look at than in this format?</a:t>
            </a:r>
          </a:p>
        </p:txBody>
      </p:sp>
      <p:sp>
        <p:nvSpPr>
          <p:cNvPr id="4" name="Slide Number Placeholder 3">
            <a:extLst>
              <a:ext uri="{FF2B5EF4-FFF2-40B4-BE49-F238E27FC236}">
                <a16:creationId xmlns:a16="http://schemas.microsoft.com/office/drawing/2014/main" id="{B76A6CAA-A9DE-0AEC-09CA-D2FF10A27B12}"/>
              </a:ext>
            </a:extLst>
          </p:cNvPr>
          <p:cNvSpPr>
            <a:spLocks noGrp="1"/>
          </p:cNvSpPr>
          <p:nvPr>
            <p:ph type="sldNum" sz="quarter" idx="5"/>
          </p:nvPr>
        </p:nvSpPr>
        <p:spPr/>
        <p:txBody>
          <a:bodyPr/>
          <a:lstStyle/>
          <a:p>
            <a:fld id="{43D820BE-AC4B-42B1-9591-F2FD6B4F3CB9}" type="slidenum">
              <a:rPr lang="en-US" smtClean="0"/>
              <a:t>21</a:t>
            </a:fld>
            <a:endParaRPr lang="en-US"/>
          </a:p>
        </p:txBody>
      </p:sp>
    </p:spTree>
    <p:extLst>
      <p:ext uri="{BB962C8B-B14F-4D97-AF65-F5344CB8AC3E}">
        <p14:creationId xmlns:p14="http://schemas.microsoft.com/office/powerpoint/2010/main" val="32395672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46C3E-93DD-8D5D-BDBE-D7CE2497DDA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4477DC-5095-FCD4-B2FD-A88445908A5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3A57604-90BF-DA7E-B4CD-D9A260DE1E53}"/>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CFD735BD-869E-FE01-F1C4-BA265EE69D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960B5F-0088-44B0-CD7E-FD88478674E5}"/>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322590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5C7B2-78AC-593F-469A-9F9CD2DAE7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CA7FF04-7B07-74CC-0B0A-DE1B36025B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67629E-1D1E-85E6-7912-1DDA0A4E6025}"/>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19553A7E-2F1E-6063-CF46-9B521299F6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513BE3-D2AF-5A05-BADD-252937890BE5}"/>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8252818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2834C-CD50-F75F-D430-F3EFEBB062F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65F698-5427-67A3-1D1B-3A34A3E5F0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EC014-8B28-F191-7803-AE067923D08E}"/>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92424F4E-B3C2-C7CE-2FCA-15BC225156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C3FDF5-3BC8-1B1A-B599-328DF69F1643}"/>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249051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C6517-446A-A445-4117-0EC9515DEAD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B70F1D3-DB05-5BC5-8955-5FFF86B045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98B677-029B-E377-2ABE-6FFE1FF9CB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0F8BA20-1AB8-B19C-0ED7-99CED647BC4A}"/>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6" name="Footer Placeholder 5">
            <a:extLst>
              <a:ext uri="{FF2B5EF4-FFF2-40B4-BE49-F238E27FC236}">
                <a16:creationId xmlns:a16="http://schemas.microsoft.com/office/drawing/2014/main" id="{B7CD8FEC-CAEF-05B6-C308-9878CF618A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0326D2-DCA4-FBFD-A2AF-734BD854EFB0}"/>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4300016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515A0-1B1F-9622-79F3-DD14D5A8F52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6E0A3B-F4FE-71EE-EF9C-95E312446D9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7137A32-25DE-1E1C-60E1-8245297745D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0751834-7C43-FD21-3FC4-3742ECEC33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637A9A-FBB3-01D5-08C7-747526B08C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A71BF59-04EE-43A8-131A-05CADF13EA0B}"/>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8" name="Footer Placeholder 7">
            <a:extLst>
              <a:ext uri="{FF2B5EF4-FFF2-40B4-BE49-F238E27FC236}">
                <a16:creationId xmlns:a16="http://schemas.microsoft.com/office/drawing/2014/main" id="{2E0F0CE9-6A84-CDF3-084D-EA6393C6A19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75CD6F5-FDD3-3D13-C451-7EB594EE921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252707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E3707-BF66-0D8E-73AC-BD37EC9E1D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7F7A85-A343-B752-DCE0-9C119E2AF027}"/>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4" name="Footer Placeholder 3">
            <a:extLst>
              <a:ext uri="{FF2B5EF4-FFF2-40B4-BE49-F238E27FC236}">
                <a16:creationId xmlns:a16="http://schemas.microsoft.com/office/drawing/2014/main" id="{4355D72E-581F-111D-C88E-858DCF5A7A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36CAB-E7B5-777F-E972-95808743F3A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4009391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59F6EA-22CB-0FD6-EB82-C7291E96040D}"/>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3" name="Footer Placeholder 2">
            <a:extLst>
              <a:ext uri="{FF2B5EF4-FFF2-40B4-BE49-F238E27FC236}">
                <a16:creationId xmlns:a16="http://schemas.microsoft.com/office/drawing/2014/main" id="{B028554E-5112-E056-9DAE-9764A756CD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7867CD-E68D-37C2-D715-BC98A2E469D3}"/>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6054327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29130-ACCC-E098-8413-9E2FF26F1B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1A58E5B-2647-3017-5874-76320A9E92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1A0697D-D70D-B597-C830-B080F4CF6E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7B8E9B-638D-7F9F-E6FD-9E9282545761}"/>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6" name="Footer Placeholder 5">
            <a:extLst>
              <a:ext uri="{FF2B5EF4-FFF2-40B4-BE49-F238E27FC236}">
                <a16:creationId xmlns:a16="http://schemas.microsoft.com/office/drawing/2014/main" id="{8A78EF5C-02E4-D3F3-8657-36583450D4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EC4677-09B1-130D-9B80-4F229FF016CD}"/>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1132869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B80BB-AB6F-0A6F-6938-FC943A157B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10A8C4D-CC1D-D12C-F2C4-D2F70E1D60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B99A86F-BEBD-9FF3-D141-DDF38F0E2C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F49F97-5AB8-8F62-9E19-93A0FC974FD7}"/>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6" name="Footer Placeholder 5">
            <a:extLst>
              <a:ext uri="{FF2B5EF4-FFF2-40B4-BE49-F238E27FC236}">
                <a16:creationId xmlns:a16="http://schemas.microsoft.com/office/drawing/2014/main" id="{EECDF240-2ED9-EA8C-53FF-7126798BB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5BCCA6-F362-5F25-EC40-4A384B1255E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1838625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0D7C45-13A3-A1B3-55AF-89A4E2B9EA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7A041B3-0F19-4409-104E-31BE916FF0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D54596-4904-201C-2AC3-E7F0CC5DC882}"/>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028D1E3E-A576-1D27-1E46-29B71AB96A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5A1FA9-8CE4-E1A8-EBA3-0176F82E1FC7}"/>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3199384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CB7AD7-66E8-1BEA-B9CE-F755616F0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1AA9826-C574-4F39-A15B-72768D1223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535E2F-AAD9-DAF8-76E6-424D86F689B7}"/>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1844FB27-1A62-E0CF-CAD4-52B1D74679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607EE4-F1A1-1853-0698-945E0E30940C}"/>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34049346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883A71-EA5B-F0CA-5AE5-436B7DDF69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896238-373A-C3DA-33B2-606972C6B0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F5EFC2-BECB-189B-75F5-F9041662A9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FF868EC5-3CDE-9A86-F8AE-F619F7237E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276265-BABB-2AE0-0CEE-9785F666A5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C01F773-E99C-43DE-8666-BEE58FBA66F5}" type="slidenum">
              <a:rPr lang="en-US" smtClean="0"/>
              <a:t>‹#›</a:t>
            </a:fld>
            <a:endParaRPr lang="en-US"/>
          </a:p>
        </p:txBody>
      </p:sp>
    </p:spTree>
    <p:extLst>
      <p:ext uri="{BB962C8B-B14F-4D97-AF65-F5344CB8AC3E}">
        <p14:creationId xmlns:p14="http://schemas.microsoft.com/office/powerpoint/2010/main" val="23136332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86CF2C98-1257-521C-B293-2EE84DB04338}"/>
              </a:ext>
            </a:extLst>
          </p:cNvPr>
          <p:cNvSpPr>
            <a:spLocks noGrp="1"/>
          </p:cNvSpPr>
          <p:nvPr>
            <p:ph type="ctrTitle"/>
          </p:nvPr>
        </p:nvSpPr>
        <p:spPr/>
        <p:txBody>
          <a:bodyPr/>
          <a:lstStyle/>
          <a:p>
            <a:r>
              <a:rPr lang="en-US" dirty="0"/>
              <a:t>Project figures and tables</a:t>
            </a:r>
          </a:p>
        </p:txBody>
      </p:sp>
      <p:sp>
        <p:nvSpPr>
          <p:cNvPr id="11" name="Subtitle 10">
            <a:extLst>
              <a:ext uri="{FF2B5EF4-FFF2-40B4-BE49-F238E27FC236}">
                <a16:creationId xmlns:a16="http://schemas.microsoft.com/office/drawing/2014/main" id="{6ABAB03A-FD40-9D26-1216-57BA4D911184}"/>
              </a:ext>
            </a:extLst>
          </p:cNvPr>
          <p:cNvSpPr>
            <a:spLocks noGrp="1"/>
          </p:cNvSpPr>
          <p:nvPr>
            <p:ph type="subTitle" idx="1"/>
          </p:nvPr>
        </p:nvSpPr>
        <p:spPr/>
        <p:txBody>
          <a:bodyPr/>
          <a:lstStyle/>
          <a:p>
            <a:r>
              <a:rPr lang="en-US" dirty="0"/>
              <a:t>In order of assumed appearance/reference in the manuscript</a:t>
            </a:r>
          </a:p>
        </p:txBody>
      </p:sp>
    </p:spTree>
    <p:extLst>
      <p:ext uri="{BB962C8B-B14F-4D97-AF65-F5344CB8AC3E}">
        <p14:creationId xmlns:p14="http://schemas.microsoft.com/office/powerpoint/2010/main" val="3129493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7327F4C-8CFB-29AB-26AF-8A3F74D52947}"/>
              </a:ext>
            </a:extLst>
          </p:cNvPr>
          <p:cNvSpPr>
            <a:spLocks noGrp="1"/>
          </p:cNvSpPr>
          <p:nvPr>
            <p:ph type="title"/>
          </p:nvPr>
        </p:nvSpPr>
        <p:spPr/>
        <p:txBody>
          <a:bodyPr/>
          <a:lstStyle/>
          <a:p>
            <a:r>
              <a:rPr lang="en-US" dirty="0"/>
              <a:t>Objective 1</a:t>
            </a:r>
          </a:p>
        </p:txBody>
      </p:sp>
      <p:sp>
        <p:nvSpPr>
          <p:cNvPr id="5" name="Text Placeholder 4">
            <a:extLst>
              <a:ext uri="{FF2B5EF4-FFF2-40B4-BE49-F238E27FC236}">
                <a16:creationId xmlns:a16="http://schemas.microsoft.com/office/drawing/2014/main" id="{6D431BD1-EDD7-656F-872B-64AF546E62D1}"/>
              </a:ext>
            </a:extLst>
          </p:cNvPr>
          <p:cNvSpPr>
            <a:spLocks noGrp="1"/>
          </p:cNvSpPr>
          <p:nvPr>
            <p:ph type="body" idx="1"/>
          </p:nvPr>
        </p:nvSpPr>
        <p:spPr/>
        <p:txBody>
          <a:bodyPr/>
          <a:lstStyle/>
          <a:p>
            <a:r>
              <a:rPr lang="en-US" dirty="0"/>
              <a:t>describe patterns in assemblage composition</a:t>
            </a:r>
          </a:p>
          <a:p>
            <a:endParaRPr lang="en-US" dirty="0"/>
          </a:p>
        </p:txBody>
      </p:sp>
    </p:spTree>
    <p:extLst>
      <p:ext uri="{BB962C8B-B14F-4D97-AF65-F5344CB8AC3E}">
        <p14:creationId xmlns:p14="http://schemas.microsoft.com/office/powerpoint/2010/main" val="38551060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87569-9EDF-8C08-C062-B04F5F7A6E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7A37444-75A9-E022-AFD2-E79F94D493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23384" y="0"/>
            <a:ext cx="6945232" cy="5787693"/>
          </a:xfrm>
          <a:prstGeom prst="rect">
            <a:avLst/>
          </a:prstGeom>
        </p:spPr>
      </p:pic>
      <p:sp>
        <p:nvSpPr>
          <p:cNvPr id="9" name="Title 3">
            <a:extLst>
              <a:ext uri="{FF2B5EF4-FFF2-40B4-BE49-F238E27FC236}">
                <a16:creationId xmlns:a16="http://schemas.microsoft.com/office/drawing/2014/main" id="{931FC060-0F15-22F0-8087-8A1D9E74F4C5}"/>
              </a:ext>
            </a:extLst>
          </p:cNvPr>
          <p:cNvSpPr txBox="1">
            <a:spLocks/>
          </p:cNvSpPr>
          <p:nvPr/>
        </p:nvSpPr>
        <p:spPr>
          <a:xfrm>
            <a:off x="475247" y="5765028"/>
            <a:ext cx="11153274" cy="105086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i="1" dirty="0"/>
              <a:t>Figure 1</a:t>
            </a:r>
            <a:r>
              <a:rPr lang="en-US" sz="2000" dirty="0"/>
              <a:t>: NMDS ordination plot of net tows. Points and polygons are colored by cluster to visualize the unconstrained variation in assemblage composition and relationships between and within clusters in ordination space.</a:t>
            </a:r>
            <a:endParaRPr lang="en-US" sz="2000" i="1" dirty="0"/>
          </a:p>
        </p:txBody>
      </p:sp>
    </p:spTree>
    <p:extLst>
      <p:ext uri="{BB962C8B-B14F-4D97-AF65-F5344CB8AC3E}">
        <p14:creationId xmlns:p14="http://schemas.microsoft.com/office/powerpoint/2010/main" val="38845810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D11E1-0025-E21E-0B8D-A9AF7B093F9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0EC6F9A-D6EC-D432-F00D-FCD38A87477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0479" y="0"/>
            <a:ext cx="8071041" cy="5765028"/>
          </a:xfrm>
          <a:prstGeom prst="rect">
            <a:avLst/>
          </a:prstGeom>
        </p:spPr>
      </p:pic>
      <p:sp>
        <p:nvSpPr>
          <p:cNvPr id="6" name="Title 3">
            <a:extLst>
              <a:ext uri="{FF2B5EF4-FFF2-40B4-BE49-F238E27FC236}">
                <a16:creationId xmlns:a16="http://schemas.microsoft.com/office/drawing/2014/main" id="{7EEF0BA1-2118-D4A1-2E36-931DCD0505BF}"/>
              </a:ext>
            </a:extLst>
          </p:cNvPr>
          <p:cNvSpPr txBox="1">
            <a:spLocks/>
          </p:cNvSpPr>
          <p:nvPr/>
        </p:nvSpPr>
        <p:spPr>
          <a:xfrm>
            <a:off x="475247" y="5765028"/>
            <a:ext cx="11153274" cy="105086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i="1" dirty="0"/>
              <a:t>Figure 2</a:t>
            </a:r>
            <a:r>
              <a:rPr lang="en-US" sz="2000" dirty="0"/>
              <a:t>: NMDS ordination plot of net tows with overlaid vectors and ellipses. Points and polygons are colored by cluster to visualize the unconstrained variation in assemblage composition. Overlaid vectors and ellipses visualize correlation between clusters and spatiotemporal covariates in ordination space.</a:t>
            </a:r>
            <a:endParaRPr lang="en-US" sz="2000" i="1" dirty="0"/>
          </a:p>
        </p:txBody>
      </p:sp>
    </p:spTree>
    <p:extLst>
      <p:ext uri="{BB962C8B-B14F-4D97-AF65-F5344CB8AC3E}">
        <p14:creationId xmlns:p14="http://schemas.microsoft.com/office/powerpoint/2010/main" val="42340932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DA782-6831-32E1-4E71-92413708AD5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9B775B-0E8F-EDF0-40D6-0A4CAAE66D8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581977" y="0"/>
            <a:ext cx="7028046" cy="5856705"/>
          </a:xfrm>
          <a:prstGeom prst="rect">
            <a:avLst/>
          </a:prstGeom>
        </p:spPr>
      </p:pic>
      <p:sp>
        <p:nvSpPr>
          <p:cNvPr id="6" name="Title 3">
            <a:extLst>
              <a:ext uri="{FF2B5EF4-FFF2-40B4-BE49-F238E27FC236}">
                <a16:creationId xmlns:a16="http://schemas.microsoft.com/office/drawing/2014/main" id="{4EEF9698-ADA8-F6AA-B627-FB393B67AA1C}"/>
              </a:ext>
            </a:extLst>
          </p:cNvPr>
          <p:cNvSpPr txBox="1">
            <a:spLocks/>
          </p:cNvSpPr>
          <p:nvPr/>
        </p:nvSpPr>
        <p:spPr>
          <a:xfrm>
            <a:off x="475247" y="5765028"/>
            <a:ext cx="11153274" cy="105086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i="1" dirty="0"/>
              <a:t>Figure 3</a:t>
            </a:r>
            <a:r>
              <a:rPr lang="en-US" sz="2000" dirty="0"/>
              <a:t>: NMDS ordination plot of net tows from the four largest clusters (1, 2, 4, and 6, previously). Points and polygons are colored by cluster to visualize the unconstrained variation in assemblage composition and relationships between and within clusters in ordination space.</a:t>
            </a:r>
            <a:endParaRPr lang="en-US" sz="2000" i="1" dirty="0"/>
          </a:p>
        </p:txBody>
      </p:sp>
    </p:spTree>
    <p:extLst>
      <p:ext uri="{BB962C8B-B14F-4D97-AF65-F5344CB8AC3E}">
        <p14:creationId xmlns:p14="http://schemas.microsoft.com/office/powerpoint/2010/main" val="4635590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3E57D-24B7-CD49-7C60-E99710550EE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01BA8A-1EBD-17A7-97C8-3787D27604A8}"/>
              </a:ext>
            </a:extLst>
          </p:cNvPr>
          <p:cNvSpPr>
            <a:spLocks noGrp="1"/>
          </p:cNvSpPr>
          <p:nvPr>
            <p:ph type="title"/>
          </p:nvPr>
        </p:nvSpPr>
        <p:spPr>
          <a:xfrm>
            <a:off x="475247" y="5765028"/>
            <a:ext cx="11153274" cy="1050861"/>
          </a:xfrm>
        </p:spPr>
        <p:txBody>
          <a:bodyPr>
            <a:noAutofit/>
          </a:bodyPr>
          <a:lstStyle/>
          <a:p>
            <a:r>
              <a:rPr lang="en-US" sz="2000" i="1" dirty="0"/>
              <a:t>Figure 4</a:t>
            </a:r>
            <a:r>
              <a:rPr lang="en-US" sz="2000" dirty="0"/>
              <a:t>: NMDS ordination plot of net tows from the four largest clusters (1, 2, 4, and 6, previously) with overlaid vectors and ellipses. Points and polygons are colored by cluster to visualize the unconstrained variation in assemblage composition. Overlaid vectors and ellipses visualize correlation between clusters and spatiotemporal covariates in ordination space.</a:t>
            </a:r>
            <a:endParaRPr lang="en-US" sz="2000" i="1" dirty="0"/>
          </a:p>
        </p:txBody>
      </p:sp>
      <p:pic>
        <p:nvPicPr>
          <p:cNvPr id="3" name="Picture 2">
            <a:extLst>
              <a:ext uri="{FF2B5EF4-FFF2-40B4-BE49-F238E27FC236}">
                <a16:creationId xmlns:a16="http://schemas.microsoft.com/office/drawing/2014/main" id="{75FCD20C-6DBD-D15A-A88B-18AAB7953FA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0480" y="0"/>
            <a:ext cx="8071039" cy="5765028"/>
          </a:xfrm>
          <a:prstGeom prst="rect">
            <a:avLst/>
          </a:prstGeom>
        </p:spPr>
      </p:pic>
    </p:spTree>
    <p:extLst>
      <p:ext uri="{BB962C8B-B14F-4D97-AF65-F5344CB8AC3E}">
        <p14:creationId xmlns:p14="http://schemas.microsoft.com/office/powerpoint/2010/main" val="16278719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22ABA-C215-5271-A2A3-045BC7A1628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D71206-5DEB-59B9-58B9-E3E8535388C6}"/>
              </a:ext>
            </a:extLst>
          </p:cNvPr>
          <p:cNvSpPr>
            <a:spLocks noGrp="1"/>
          </p:cNvSpPr>
          <p:nvPr>
            <p:ph type="title"/>
          </p:nvPr>
        </p:nvSpPr>
        <p:spPr/>
        <p:txBody>
          <a:bodyPr/>
          <a:lstStyle/>
          <a:p>
            <a:r>
              <a:rPr lang="en-US" dirty="0"/>
              <a:t>Objective 2</a:t>
            </a:r>
          </a:p>
        </p:txBody>
      </p:sp>
      <p:sp>
        <p:nvSpPr>
          <p:cNvPr id="5" name="Text Placeholder 4">
            <a:extLst>
              <a:ext uri="{FF2B5EF4-FFF2-40B4-BE49-F238E27FC236}">
                <a16:creationId xmlns:a16="http://schemas.microsoft.com/office/drawing/2014/main" id="{6D82CA60-3EAB-EE79-1D86-2021B3B5417A}"/>
              </a:ext>
            </a:extLst>
          </p:cNvPr>
          <p:cNvSpPr>
            <a:spLocks noGrp="1"/>
          </p:cNvSpPr>
          <p:nvPr>
            <p:ph type="body" idx="1"/>
          </p:nvPr>
        </p:nvSpPr>
        <p:spPr/>
        <p:txBody>
          <a:bodyPr/>
          <a:lstStyle/>
          <a:p>
            <a:r>
              <a:rPr lang="en-US" dirty="0"/>
              <a:t>Quantify the effects of spatiotemporal and environmental variables on assemblage composition</a:t>
            </a:r>
          </a:p>
          <a:p>
            <a:endParaRPr lang="en-US" dirty="0"/>
          </a:p>
        </p:txBody>
      </p:sp>
    </p:spTree>
    <p:extLst>
      <p:ext uri="{BB962C8B-B14F-4D97-AF65-F5344CB8AC3E}">
        <p14:creationId xmlns:p14="http://schemas.microsoft.com/office/powerpoint/2010/main" val="40105634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0F828-63B0-C71F-1C4F-14702D50C1F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B943673-FBCC-BD2E-3210-0E8A8E181104}"/>
              </a:ext>
            </a:extLst>
          </p:cNvPr>
          <p:cNvSpPr>
            <a:spLocks noGrp="1"/>
          </p:cNvSpPr>
          <p:nvPr>
            <p:ph type="title"/>
          </p:nvPr>
        </p:nvSpPr>
        <p:spPr>
          <a:xfrm>
            <a:off x="475247" y="5765028"/>
            <a:ext cx="11153274" cy="1050861"/>
          </a:xfrm>
        </p:spPr>
        <p:txBody>
          <a:bodyPr>
            <a:noAutofit/>
          </a:bodyPr>
          <a:lstStyle/>
          <a:p>
            <a:r>
              <a:rPr lang="en-US" sz="2000" i="1" dirty="0"/>
              <a:t>Figure 5</a:t>
            </a:r>
            <a:r>
              <a:rPr lang="en-US" sz="2000" dirty="0"/>
              <a:t>: …</a:t>
            </a:r>
            <a:endParaRPr lang="en-US" sz="2000" i="1" dirty="0"/>
          </a:p>
        </p:txBody>
      </p:sp>
      <p:pic>
        <p:nvPicPr>
          <p:cNvPr id="5" name="Picture 4">
            <a:extLst>
              <a:ext uri="{FF2B5EF4-FFF2-40B4-BE49-F238E27FC236}">
                <a16:creationId xmlns:a16="http://schemas.microsoft.com/office/drawing/2014/main" id="{20EACEAD-1A98-A3B0-0E0B-AB61012716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22763" y="0"/>
            <a:ext cx="8146473" cy="5818909"/>
          </a:xfrm>
          <a:prstGeom prst="rect">
            <a:avLst/>
          </a:prstGeom>
        </p:spPr>
      </p:pic>
    </p:spTree>
    <p:extLst>
      <p:ext uri="{BB962C8B-B14F-4D97-AF65-F5344CB8AC3E}">
        <p14:creationId xmlns:p14="http://schemas.microsoft.com/office/powerpoint/2010/main" val="3912962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A26DD-F1D0-9B07-C1B3-8A0FA2A40C3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50304E-E4A7-EF2C-3D5C-CB8F9AA1E942}"/>
              </a:ext>
            </a:extLst>
          </p:cNvPr>
          <p:cNvSpPr>
            <a:spLocks noGrp="1"/>
          </p:cNvSpPr>
          <p:nvPr>
            <p:ph type="title"/>
          </p:nvPr>
        </p:nvSpPr>
        <p:spPr/>
        <p:txBody>
          <a:bodyPr/>
          <a:lstStyle/>
          <a:p>
            <a:r>
              <a:rPr lang="en-US" dirty="0"/>
              <a:t>Objective 3</a:t>
            </a:r>
          </a:p>
        </p:txBody>
      </p:sp>
      <p:sp>
        <p:nvSpPr>
          <p:cNvPr id="5" name="Text Placeholder 4">
            <a:extLst>
              <a:ext uri="{FF2B5EF4-FFF2-40B4-BE49-F238E27FC236}">
                <a16:creationId xmlns:a16="http://schemas.microsoft.com/office/drawing/2014/main" id="{96598701-C0E7-8830-851B-70B89A3BCD13}"/>
              </a:ext>
            </a:extLst>
          </p:cNvPr>
          <p:cNvSpPr>
            <a:spLocks noGrp="1"/>
          </p:cNvSpPr>
          <p:nvPr>
            <p:ph type="body" idx="1"/>
          </p:nvPr>
        </p:nvSpPr>
        <p:spPr/>
        <p:txBody>
          <a:bodyPr/>
          <a:lstStyle/>
          <a:p>
            <a:r>
              <a:rPr lang="en-US" dirty="0"/>
              <a:t>Assess how vertical position of larvae differs between day and night</a:t>
            </a:r>
          </a:p>
          <a:p>
            <a:endParaRPr lang="en-US" dirty="0"/>
          </a:p>
        </p:txBody>
      </p:sp>
    </p:spTree>
    <p:extLst>
      <p:ext uri="{BB962C8B-B14F-4D97-AF65-F5344CB8AC3E}">
        <p14:creationId xmlns:p14="http://schemas.microsoft.com/office/powerpoint/2010/main" val="2827154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22DA3-981B-D4C4-E2EB-020E632870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824A791-F98E-4A32-D7F3-982A7AD2F76A}"/>
              </a:ext>
            </a:extLst>
          </p:cNvPr>
          <p:cNvSpPr>
            <a:spLocks noGrp="1"/>
          </p:cNvSpPr>
          <p:nvPr>
            <p:ph type="title"/>
          </p:nvPr>
        </p:nvSpPr>
        <p:spPr>
          <a:xfrm>
            <a:off x="475247" y="5765028"/>
            <a:ext cx="11153274" cy="1050861"/>
          </a:xfrm>
        </p:spPr>
        <p:txBody>
          <a:bodyPr>
            <a:noAutofit/>
          </a:bodyPr>
          <a:lstStyle/>
          <a:p>
            <a:r>
              <a:rPr lang="en-US" sz="2000" i="1" dirty="0"/>
              <a:t>Figure 6</a:t>
            </a:r>
            <a:r>
              <a:rPr lang="en-US" sz="2000" dirty="0"/>
              <a:t>: …</a:t>
            </a:r>
            <a:endParaRPr lang="en-US" sz="2000" i="1" dirty="0"/>
          </a:p>
        </p:txBody>
      </p:sp>
      <p:pic>
        <p:nvPicPr>
          <p:cNvPr id="3" name="Picture 2">
            <a:extLst>
              <a:ext uri="{FF2B5EF4-FFF2-40B4-BE49-F238E27FC236}">
                <a16:creationId xmlns:a16="http://schemas.microsoft.com/office/drawing/2014/main" id="{DB39C7C7-B6D3-7B64-8636-66CF7797ED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332509"/>
            <a:ext cx="5934266" cy="4238761"/>
          </a:xfrm>
          <a:prstGeom prst="rect">
            <a:avLst/>
          </a:prstGeom>
        </p:spPr>
      </p:pic>
      <p:pic>
        <p:nvPicPr>
          <p:cNvPr id="7" name="Picture 6">
            <a:extLst>
              <a:ext uri="{FF2B5EF4-FFF2-40B4-BE49-F238E27FC236}">
                <a16:creationId xmlns:a16="http://schemas.microsoft.com/office/drawing/2014/main" id="{A63B4062-CD78-E598-1804-4CBFFA3998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34267" y="332509"/>
            <a:ext cx="5801615" cy="4238761"/>
          </a:xfrm>
          <a:prstGeom prst="rect">
            <a:avLst/>
          </a:prstGeom>
        </p:spPr>
      </p:pic>
      <p:sp>
        <p:nvSpPr>
          <p:cNvPr id="8" name="TextBox 7">
            <a:extLst>
              <a:ext uri="{FF2B5EF4-FFF2-40B4-BE49-F238E27FC236}">
                <a16:creationId xmlns:a16="http://schemas.microsoft.com/office/drawing/2014/main" id="{395F88B2-0F59-2553-7B52-63827C6DA4C4}"/>
              </a:ext>
            </a:extLst>
          </p:cNvPr>
          <p:cNvSpPr txBox="1"/>
          <p:nvPr/>
        </p:nvSpPr>
        <p:spPr>
          <a:xfrm>
            <a:off x="5209309" y="4267201"/>
            <a:ext cx="962890" cy="369332"/>
          </a:xfrm>
          <a:prstGeom prst="rect">
            <a:avLst/>
          </a:prstGeom>
          <a:noFill/>
        </p:spPr>
        <p:txBody>
          <a:bodyPr wrap="square" rtlCol="0">
            <a:spAutoFit/>
          </a:bodyPr>
          <a:lstStyle/>
          <a:p>
            <a:pPr algn="ctr"/>
            <a:r>
              <a:rPr lang="en-US" dirty="0"/>
              <a:t>&lt;- or -&gt;</a:t>
            </a:r>
          </a:p>
        </p:txBody>
      </p:sp>
    </p:spTree>
    <p:extLst>
      <p:ext uri="{BB962C8B-B14F-4D97-AF65-F5344CB8AC3E}">
        <p14:creationId xmlns:p14="http://schemas.microsoft.com/office/powerpoint/2010/main" val="28245602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0F994-E759-C202-35BA-E9738029849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E883F7-0F6A-4852-AC54-1C2B6F01E2FF}"/>
              </a:ext>
            </a:extLst>
          </p:cNvPr>
          <p:cNvSpPr>
            <a:spLocks noGrp="1"/>
          </p:cNvSpPr>
          <p:nvPr>
            <p:ph type="title"/>
          </p:nvPr>
        </p:nvSpPr>
        <p:spPr>
          <a:xfrm>
            <a:off x="475247" y="5765028"/>
            <a:ext cx="11153274" cy="1050861"/>
          </a:xfrm>
        </p:spPr>
        <p:txBody>
          <a:bodyPr>
            <a:noAutofit/>
          </a:bodyPr>
          <a:lstStyle/>
          <a:p>
            <a:r>
              <a:rPr lang="en-US" sz="2000" i="1" dirty="0"/>
              <a:t>Figure 7</a:t>
            </a:r>
            <a:r>
              <a:rPr lang="en-US" sz="2000" dirty="0"/>
              <a:t>: …</a:t>
            </a:r>
            <a:endParaRPr lang="en-US" sz="2000" i="1" dirty="0"/>
          </a:p>
        </p:txBody>
      </p:sp>
      <p:pic>
        <p:nvPicPr>
          <p:cNvPr id="5" name="Picture 4">
            <a:extLst>
              <a:ext uri="{FF2B5EF4-FFF2-40B4-BE49-F238E27FC236}">
                <a16:creationId xmlns:a16="http://schemas.microsoft.com/office/drawing/2014/main" id="{BD30AC31-9252-B8FA-1E28-2C0B1CFD81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2562" y="0"/>
            <a:ext cx="7786875" cy="5562053"/>
          </a:xfrm>
          <a:prstGeom prst="rect">
            <a:avLst/>
          </a:prstGeom>
        </p:spPr>
      </p:pic>
    </p:spTree>
    <p:extLst>
      <p:ext uri="{BB962C8B-B14F-4D97-AF65-F5344CB8AC3E}">
        <p14:creationId xmlns:p14="http://schemas.microsoft.com/office/powerpoint/2010/main" val="1970612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05A6-F562-8081-A5D4-3336D2C255E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C4D8E2F-F80D-D189-0F43-62C72AA3358E}"/>
              </a:ext>
            </a:extLst>
          </p:cNvPr>
          <p:cNvSpPr>
            <a:spLocks noGrp="1"/>
          </p:cNvSpPr>
          <p:nvPr>
            <p:ph type="title"/>
          </p:nvPr>
        </p:nvSpPr>
        <p:spPr>
          <a:xfrm>
            <a:off x="475247" y="5765028"/>
            <a:ext cx="11153274" cy="1050861"/>
          </a:xfrm>
        </p:spPr>
        <p:txBody>
          <a:bodyPr>
            <a:noAutofit/>
          </a:bodyPr>
          <a:lstStyle/>
          <a:p>
            <a:r>
              <a:rPr lang="en-US" sz="2000" i="1"/>
              <a:t>Figure 8</a:t>
            </a:r>
            <a:r>
              <a:rPr lang="en-US" sz="2000"/>
              <a:t>: </a:t>
            </a:r>
            <a:r>
              <a:rPr lang="en-US" sz="2000" dirty="0"/>
              <a:t>…</a:t>
            </a:r>
            <a:endParaRPr lang="en-US" sz="2000" i="1" dirty="0"/>
          </a:p>
        </p:txBody>
      </p:sp>
      <p:pic>
        <p:nvPicPr>
          <p:cNvPr id="5" name="Picture 4">
            <a:extLst>
              <a:ext uri="{FF2B5EF4-FFF2-40B4-BE49-F238E27FC236}">
                <a16:creationId xmlns:a16="http://schemas.microsoft.com/office/drawing/2014/main" id="{286623E9-72C2-0189-F750-364765262E3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43580" y="0"/>
            <a:ext cx="9608382" cy="5765028"/>
          </a:xfrm>
          <a:prstGeom prst="rect">
            <a:avLst/>
          </a:prstGeom>
        </p:spPr>
      </p:pic>
    </p:spTree>
    <p:extLst>
      <p:ext uri="{BB962C8B-B14F-4D97-AF65-F5344CB8AC3E}">
        <p14:creationId xmlns:p14="http://schemas.microsoft.com/office/powerpoint/2010/main" val="32962965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0EDCA6-D3C7-70FE-0875-F42EDD39F4A9}"/>
              </a:ext>
            </a:extLst>
          </p:cNvPr>
          <p:cNvSpPr>
            <a:spLocks noGrp="1"/>
          </p:cNvSpPr>
          <p:nvPr>
            <p:ph type="ctrTitle"/>
          </p:nvPr>
        </p:nvSpPr>
        <p:spPr/>
        <p:txBody>
          <a:bodyPr/>
          <a:lstStyle/>
          <a:p>
            <a:r>
              <a:rPr lang="en-US" dirty="0"/>
              <a:t>Figures and Tables to appear in supplemental materials</a:t>
            </a:r>
          </a:p>
        </p:txBody>
      </p:sp>
    </p:spTree>
    <p:extLst>
      <p:ext uri="{BB962C8B-B14F-4D97-AF65-F5344CB8AC3E}">
        <p14:creationId xmlns:p14="http://schemas.microsoft.com/office/powerpoint/2010/main" val="37047138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DB168F-090B-8349-E312-F69F26946C3F}"/>
              </a:ext>
            </a:extLst>
          </p:cNvPr>
          <p:cNvSpPr>
            <a:spLocks noGrp="1"/>
          </p:cNvSpPr>
          <p:nvPr>
            <p:ph type="title"/>
          </p:nvPr>
        </p:nvSpPr>
        <p:spPr>
          <a:xfrm>
            <a:off x="838200" y="5765028"/>
            <a:ext cx="10515600" cy="759339"/>
          </a:xfrm>
        </p:spPr>
        <p:txBody>
          <a:bodyPr>
            <a:normAutofit/>
          </a:bodyPr>
          <a:lstStyle/>
          <a:p>
            <a:r>
              <a:rPr lang="en-US" sz="2000" i="1" dirty="0"/>
              <a:t>Supplemental Figure 1</a:t>
            </a:r>
            <a:r>
              <a:rPr lang="en-US" sz="2000" dirty="0"/>
              <a:t>: Dendrogram of net tows clustered by agglomerative hierarchical clustering. Number of clusters determined as the fewest necessary to yield expected groups (k = 10).</a:t>
            </a:r>
            <a:endParaRPr lang="en-US" sz="2000" i="1" dirty="0"/>
          </a:p>
        </p:txBody>
      </p:sp>
      <p:pic>
        <p:nvPicPr>
          <p:cNvPr id="6" name="Picture 5">
            <a:extLst>
              <a:ext uri="{FF2B5EF4-FFF2-40B4-BE49-F238E27FC236}">
                <a16:creationId xmlns:a16="http://schemas.microsoft.com/office/drawing/2014/main" id="{B5968C40-8389-8F68-939C-DEB8F1E376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333633"/>
            <a:ext cx="10972822" cy="5486411"/>
          </a:xfrm>
          <a:prstGeom prst="rect">
            <a:avLst/>
          </a:prstGeom>
        </p:spPr>
      </p:pic>
    </p:spTree>
    <p:extLst>
      <p:ext uri="{BB962C8B-B14F-4D97-AF65-F5344CB8AC3E}">
        <p14:creationId xmlns:p14="http://schemas.microsoft.com/office/powerpoint/2010/main" val="26781854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52386-D28B-63AF-5C13-D86AAFF6542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3343693-B3FA-A565-EB07-9C12C768B2F8}"/>
              </a:ext>
            </a:extLst>
          </p:cNvPr>
          <p:cNvSpPr>
            <a:spLocks noGrp="1"/>
          </p:cNvSpPr>
          <p:nvPr>
            <p:ph type="title"/>
          </p:nvPr>
        </p:nvSpPr>
        <p:spPr>
          <a:xfrm>
            <a:off x="838200" y="5765028"/>
            <a:ext cx="10515600" cy="759339"/>
          </a:xfrm>
        </p:spPr>
        <p:txBody>
          <a:bodyPr>
            <a:noAutofit/>
          </a:bodyPr>
          <a:lstStyle/>
          <a:p>
            <a:r>
              <a:rPr lang="en-US" sz="2000" i="1" dirty="0"/>
              <a:t>(alternative?) Supplemental Figure 1</a:t>
            </a:r>
            <a:r>
              <a:rPr lang="en-US" sz="2000" dirty="0"/>
              <a:t>: Dendrogram of net tows belonging to the four largest clusters resulting from agglomerative hierarchical clustering (AHC) of the entire data set. AHC was ran on the filtered net tows to yield the resultant dendrogram with four cluster rectangles (k = 4).</a:t>
            </a:r>
            <a:endParaRPr lang="en-US" sz="2000" i="1" dirty="0"/>
          </a:p>
        </p:txBody>
      </p:sp>
      <p:pic>
        <p:nvPicPr>
          <p:cNvPr id="3" name="Picture 2">
            <a:extLst>
              <a:ext uri="{FF2B5EF4-FFF2-40B4-BE49-F238E27FC236}">
                <a16:creationId xmlns:a16="http://schemas.microsoft.com/office/drawing/2014/main" id="{9137BD2B-CCA5-A589-559E-B0961F839F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204531"/>
            <a:ext cx="10972822" cy="5486411"/>
          </a:xfrm>
          <a:prstGeom prst="rect">
            <a:avLst/>
          </a:prstGeom>
        </p:spPr>
      </p:pic>
    </p:spTree>
    <p:extLst>
      <p:ext uri="{BB962C8B-B14F-4D97-AF65-F5344CB8AC3E}">
        <p14:creationId xmlns:p14="http://schemas.microsoft.com/office/powerpoint/2010/main" val="5772902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36537-340B-0304-D8B5-519306DABB2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915F585-4BB4-5F27-9541-63B76984517E}"/>
              </a:ext>
            </a:extLst>
          </p:cNvPr>
          <p:cNvSpPr>
            <a:spLocks noGrp="1"/>
          </p:cNvSpPr>
          <p:nvPr>
            <p:ph type="title"/>
          </p:nvPr>
        </p:nvSpPr>
        <p:spPr>
          <a:xfrm>
            <a:off x="838200" y="5765028"/>
            <a:ext cx="10515600" cy="759339"/>
          </a:xfrm>
        </p:spPr>
        <p:txBody>
          <a:bodyPr>
            <a:normAutofit/>
          </a:bodyPr>
          <a:lstStyle/>
          <a:p>
            <a:r>
              <a:rPr lang="en-US" sz="2000" i="1" dirty="0"/>
              <a:t>Supplemental Figure 2</a:t>
            </a:r>
            <a:r>
              <a:rPr lang="en-US" sz="2000" dirty="0"/>
              <a:t>: Bar plot of taxa concentrations (individuals per m3) in each net tow. Tows are organized by cluster to show the approximate composition of each cluster.</a:t>
            </a:r>
            <a:endParaRPr lang="en-US" sz="2000" i="1" dirty="0"/>
          </a:p>
        </p:txBody>
      </p:sp>
      <p:pic>
        <p:nvPicPr>
          <p:cNvPr id="12" name="Picture 11">
            <a:extLst>
              <a:ext uri="{FF2B5EF4-FFF2-40B4-BE49-F238E27FC236}">
                <a16:creationId xmlns:a16="http://schemas.microsoft.com/office/drawing/2014/main" id="{75358480-967E-EB28-E15E-D655C65A74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956" y="434634"/>
            <a:ext cx="10187753" cy="5093876"/>
          </a:xfrm>
          <a:prstGeom prst="rect">
            <a:avLst/>
          </a:prstGeom>
        </p:spPr>
      </p:pic>
      <p:pic>
        <p:nvPicPr>
          <p:cNvPr id="10" name="Picture 9">
            <a:extLst>
              <a:ext uri="{FF2B5EF4-FFF2-40B4-BE49-F238E27FC236}">
                <a16:creationId xmlns:a16="http://schemas.microsoft.com/office/drawing/2014/main" id="{9C6A8FAE-3197-53DB-081A-9F9B8B47FD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29240" y="333633"/>
            <a:ext cx="1828804" cy="5486411"/>
          </a:xfrm>
          <a:prstGeom prst="rect">
            <a:avLst/>
          </a:prstGeom>
        </p:spPr>
      </p:pic>
    </p:spTree>
    <p:extLst>
      <p:ext uri="{BB962C8B-B14F-4D97-AF65-F5344CB8AC3E}">
        <p14:creationId xmlns:p14="http://schemas.microsoft.com/office/powerpoint/2010/main" val="3258157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949C2-7A32-2526-6573-05CC113694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FCAC89D-0816-F188-BFEB-DE08AFA05A8D}"/>
              </a:ext>
            </a:extLst>
          </p:cNvPr>
          <p:cNvSpPr>
            <a:spLocks noGrp="1"/>
          </p:cNvSpPr>
          <p:nvPr>
            <p:ph type="title"/>
          </p:nvPr>
        </p:nvSpPr>
        <p:spPr>
          <a:xfrm>
            <a:off x="838200" y="5765028"/>
            <a:ext cx="10515600" cy="759339"/>
          </a:xfrm>
        </p:spPr>
        <p:txBody>
          <a:bodyPr>
            <a:noAutofit/>
          </a:bodyPr>
          <a:lstStyle/>
          <a:p>
            <a:r>
              <a:rPr lang="en-US" sz="2000" i="1" dirty="0"/>
              <a:t>(alternative?) Supplemental Figure 2</a:t>
            </a:r>
            <a:r>
              <a:rPr lang="en-US" sz="2000" dirty="0"/>
              <a:t>: Bar plot of taxa concentrations (individuals per m3) in each net tow belonging to the four main clusters. Tows are organized by cluster to show the approximate composition of each cluster of interest.</a:t>
            </a:r>
            <a:endParaRPr lang="en-US" sz="2000" i="1" dirty="0"/>
          </a:p>
        </p:txBody>
      </p:sp>
      <p:pic>
        <p:nvPicPr>
          <p:cNvPr id="6" name="Picture 5">
            <a:extLst>
              <a:ext uri="{FF2B5EF4-FFF2-40B4-BE49-F238E27FC236}">
                <a16:creationId xmlns:a16="http://schemas.microsoft.com/office/drawing/2014/main" id="{4B26AA83-1CB4-189B-1A11-1A9E458DE7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33633"/>
            <a:ext cx="9998249" cy="4999124"/>
          </a:xfrm>
          <a:prstGeom prst="rect">
            <a:avLst/>
          </a:prstGeom>
        </p:spPr>
      </p:pic>
      <p:pic>
        <p:nvPicPr>
          <p:cNvPr id="8" name="Picture 7">
            <a:extLst>
              <a:ext uri="{FF2B5EF4-FFF2-40B4-BE49-F238E27FC236}">
                <a16:creationId xmlns:a16="http://schemas.microsoft.com/office/drawing/2014/main" id="{FCDC7F1C-0850-D1F0-004B-C25FF84E6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22041" y="89989"/>
            <a:ext cx="1828804" cy="5486411"/>
          </a:xfrm>
          <a:prstGeom prst="rect">
            <a:avLst/>
          </a:prstGeom>
        </p:spPr>
      </p:pic>
    </p:spTree>
    <p:extLst>
      <p:ext uri="{BB962C8B-B14F-4D97-AF65-F5344CB8AC3E}">
        <p14:creationId xmlns:p14="http://schemas.microsoft.com/office/powerpoint/2010/main" val="6697402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4A439-88E8-8DB4-11B1-CBEAB3CB71D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48F083A-692A-C5EF-ED97-F63B76F80265}"/>
              </a:ext>
            </a:extLst>
          </p:cNvPr>
          <p:cNvSpPr>
            <a:spLocks noGrp="1"/>
          </p:cNvSpPr>
          <p:nvPr>
            <p:ph type="title"/>
          </p:nvPr>
        </p:nvSpPr>
        <p:spPr>
          <a:xfrm>
            <a:off x="838200" y="206439"/>
            <a:ext cx="10515600" cy="759339"/>
          </a:xfrm>
        </p:spPr>
        <p:txBody>
          <a:bodyPr>
            <a:noAutofit/>
          </a:bodyPr>
          <a:lstStyle/>
          <a:p>
            <a:r>
              <a:rPr lang="en-US" sz="2000" i="1" dirty="0"/>
              <a:t>Supplemental Table 1</a:t>
            </a:r>
            <a:r>
              <a:rPr lang="en-US" sz="2000" dirty="0"/>
              <a:t>: Results of indicator species analysis (ISA) on net tows clustered by AHC. Max number of clusters that can be indicated together set equal to two. Used to verify the dominant taxa for each cluster and the use of clusters as representatives of taxa assemblages.</a:t>
            </a:r>
            <a:endParaRPr lang="en-US" sz="2000" i="1" dirty="0"/>
          </a:p>
        </p:txBody>
      </p:sp>
      <p:graphicFrame>
        <p:nvGraphicFramePr>
          <p:cNvPr id="2" name="Table 1">
            <a:extLst>
              <a:ext uri="{FF2B5EF4-FFF2-40B4-BE49-F238E27FC236}">
                <a16:creationId xmlns:a16="http://schemas.microsoft.com/office/drawing/2014/main" id="{C8F4AD93-7124-DF47-70F0-EAFA46198C62}"/>
              </a:ext>
            </a:extLst>
          </p:cNvPr>
          <p:cNvGraphicFramePr>
            <a:graphicFrameLocks noGrp="1"/>
          </p:cNvGraphicFramePr>
          <p:nvPr>
            <p:extLst>
              <p:ext uri="{D42A27DB-BD31-4B8C-83A1-F6EECF244321}">
                <p14:modId xmlns:p14="http://schemas.microsoft.com/office/powerpoint/2010/main" val="1595756015"/>
              </p:ext>
            </p:extLst>
          </p:nvPr>
        </p:nvGraphicFramePr>
        <p:xfrm>
          <a:off x="2032000" y="1103100"/>
          <a:ext cx="8127999" cy="416052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dirty="0"/>
                        <a:t>Cluster(s)</a:t>
                      </a:r>
                    </a:p>
                  </a:txBody>
                  <a:tcPr/>
                </a:tc>
                <a:tc>
                  <a:txBody>
                    <a:bodyPr/>
                    <a:lstStyle/>
                    <a:p>
                      <a:r>
                        <a:rPr lang="en-US" sz="1600" dirty="0"/>
                        <a:t>Taxa</a:t>
                      </a:r>
                    </a:p>
                  </a:txBody>
                  <a:tcPr/>
                </a:tc>
                <a:tc>
                  <a:txBody>
                    <a:bodyPr/>
                    <a:lstStyle/>
                    <a:p>
                      <a:r>
                        <a:rPr lang="en-US" sz="1600" dirty="0"/>
                        <a:t>P-value</a:t>
                      </a:r>
                    </a:p>
                  </a:txBody>
                  <a:tcPr/>
                </a:tc>
                <a:extLst>
                  <a:ext uri="{0D108BD9-81ED-4DB2-BD59-A6C34878D82A}">
                    <a16:rowId xmlns:a16="http://schemas.microsoft.com/office/drawing/2014/main" val="3621098174"/>
                  </a:ext>
                </a:extLst>
              </a:tr>
              <a:tr h="370840">
                <a:tc>
                  <a:txBody>
                    <a:bodyPr/>
                    <a:lstStyle/>
                    <a:p>
                      <a:r>
                        <a:rPr lang="en-US" sz="1600" dirty="0"/>
                        <a:t>10</a:t>
                      </a:r>
                    </a:p>
                  </a:txBody>
                  <a:tcPr/>
                </a:tc>
                <a:tc>
                  <a:txBody>
                    <a:bodyPr/>
                    <a:lstStyle/>
                    <a:p>
                      <a:r>
                        <a:rPr lang="en-US" sz="1600" dirty="0" err="1"/>
                        <a:t>Hexagrammidae</a:t>
                      </a:r>
                      <a:endParaRPr lang="en-US" sz="1600" dirty="0"/>
                    </a:p>
                  </a:txBody>
                  <a:tcPr/>
                </a:tc>
                <a:tc>
                  <a:txBody>
                    <a:bodyPr/>
                    <a:lstStyle/>
                    <a:p>
                      <a:r>
                        <a:rPr lang="en-US" sz="1600" dirty="0"/>
                        <a:t>0.005 **</a:t>
                      </a:r>
                    </a:p>
                  </a:txBody>
                  <a:tcPr/>
                </a:tc>
                <a:extLst>
                  <a:ext uri="{0D108BD9-81ED-4DB2-BD59-A6C34878D82A}">
                    <a16:rowId xmlns:a16="http://schemas.microsoft.com/office/drawing/2014/main" val="3145787672"/>
                  </a:ext>
                </a:extLst>
              </a:tr>
              <a:tr h="370840">
                <a:tc>
                  <a:txBody>
                    <a:bodyPr/>
                    <a:lstStyle/>
                    <a:p>
                      <a:r>
                        <a:rPr lang="en-US" sz="1600" dirty="0"/>
                        <a:t>1 + 5</a:t>
                      </a:r>
                    </a:p>
                  </a:txBody>
                  <a:tcPr/>
                </a:tc>
                <a:tc>
                  <a:txBody>
                    <a:bodyPr/>
                    <a:lstStyle/>
                    <a:p>
                      <a:r>
                        <a:rPr lang="en-US" sz="1600" i="1" dirty="0"/>
                        <a:t>Sebastes</a:t>
                      </a:r>
                      <a:r>
                        <a:rPr lang="en-US" sz="1600" i="0" dirty="0"/>
                        <a:t> spp.</a:t>
                      </a:r>
                      <a:endParaRPr lang="en-US" sz="1600" i="1" dirty="0"/>
                    </a:p>
                  </a:txBody>
                  <a:tcPr/>
                </a:tc>
                <a:tc>
                  <a:txBody>
                    <a:bodyPr/>
                    <a:lstStyle/>
                    <a:p>
                      <a:r>
                        <a:rPr lang="en-US" sz="1600" dirty="0"/>
                        <a:t>0.005 **</a:t>
                      </a:r>
                    </a:p>
                  </a:txBody>
                  <a:tcPr/>
                </a:tc>
                <a:extLst>
                  <a:ext uri="{0D108BD9-81ED-4DB2-BD59-A6C34878D82A}">
                    <a16:rowId xmlns:a16="http://schemas.microsoft.com/office/drawing/2014/main" val="1892644640"/>
                  </a:ext>
                </a:extLst>
              </a:tr>
              <a:tr h="370840">
                <a:tc>
                  <a:txBody>
                    <a:bodyPr/>
                    <a:lstStyle/>
                    <a:p>
                      <a:r>
                        <a:rPr lang="en-US" sz="1600" dirty="0"/>
                        <a:t>2 + 6</a:t>
                      </a:r>
                    </a:p>
                  </a:txBody>
                  <a:tcPr/>
                </a:tc>
                <a:tc>
                  <a:txBody>
                    <a:bodyPr/>
                    <a:lstStyle/>
                    <a:p>
                      <a:r>
                        <a:rPr lang="en-US" sz="1600" i="1" dirty="0" err="1"/>
                        <a:t>Parophrys</a:t>
                      </a:r>
                      <a:r>
                        <a:rPr lang="en-US" sz="1600" i="1" dirty="0"/>
                        <a:t> </a:t>
                      </a:r>
                      <a:r>
                        <a:rPr lang="en-US" sz="1600" i="1" dirty="0" err="1"/>
                        <a:t>vetulus</a:t>
                      </a:r>
                      <a:endParaRPr lang="en-US" sz="1600" i="1" dirty="0"/>
                    </a:p>
                  </a:txBody>
                  <a:tcPr/>
                </a:tc>
                <a:tc>
                  <a:txBody>
                    <a:bodyPr/>
                    <a:lstStyle/>
                    <a:p>
                      <a:r>
                        <a:rPr lang="en-US" sz="1600" dirty="0"/>
                        <a:t>0.005 **</a:t>
                      </a:r>
                    </a:p>
                  </a:txBody>
                  <a:tcPr/>
                </a:tc>
                <a:extLst>
                  <a:ext uri="{0D108BD9-81ED-4DB2-BD59-A6C34878D82A}">
                    <a16:rowId xmlns:a16="http://schemas.microsoft.com/office/drawing/2014/main" val="2227666454"/>
                  </a:ext>
                </a:extLst>
              </a:tr>
              <a:tr h="370840">
                <a:tc>
                  <a:txBody>
                    <a:bodyPr/>
                    <a:lstStyle/>
                    <a:p>
                      <a:r>
                        <a:rPr lang="en-US" sz="1600" dirty="0"/>
                        <a:t>3 + 4</a:t>
                      </a:r>
                    </a:p>
                  </a:txBody>
                  <a:tcPr/>
                </a:tc>
                <a:tc>
                  <a:txBody>
                    <a:bodyPr/>
                    <a:lstStyle/>
                    <a:p>
                      <a:r>
                        <a:rPr lang="en-US" sz="1600" i="1" dirty="0" err="1"/>
                        <a:t>Bathylagus</a:t>
                      </a:r>
                      <a:r>
                        <a:rPr lang="en-US" sz="1600" i="1" dirty="0"/>
                        <a:t> </a:t>
                      </a:r>
                      <a:r>
                        <a:rPr lang="en-US" sz="1600" i="1" dirty="0" err="1"/>
                        <a:t>ochotensis</a:t>
                      </a:r>
                      <a:endParaRPr lang="en-US" sz="1600" i="1" dirty="0"/>
                    </a:p>
                  </a:txBody>
                  <a:tcPr/>
                </a:tc>
                <a:tc>
                  <a:txBody>
                    <a:bodyPr/>
                    <a:lstStyle/>
                    <a:p>
                      <a:r>
                        <a:rPr lang="en-US" sz="1600" dirty="0"/>
                        <a:t>0.025 *</a:t>
                      </a:r>
                    </a:p>
                  </a:txBody>
                  <a:tcPr/>
                </a:tc>
                <a:extLst>
                  <a:ext uri="{0D108BD9-81ED-4DB2-BD59-A6C34878D82A}">
                    <a16:rowId xmlns:a16="http://schemas.microsoft.com/office/drawing/2014/main" val="3253798277"/>
                  </a:ext>
                </a:extLst>
              </a:tr>
              <a:tr h="370840">
                <a:tc>
                  <a:txBody>
                    <a:bodyPr/>
                    <a:lstStyle/>
                    <a:p>
                      <a:r>
                        <a:rPr lang="en-US" sz="1600" dirty="0"/>
                        <a:t>4 + 10</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0.01 **</a:t>
                      </a:r>
                    </a:p>
                  </a:txBody>
                  <a:tcPr/>
                </a:tc>
                <a:extLst>
                  <a:ext uri="{0D108BD9-81ED-4DB2-BD59-A6C34878D82A}">
                    <a16:rowId xmlns:a16="http://schemas.microsoft.com/office/drawing/2014/main" val="2364807414"/>
                  </a:ext>
                </a:extLst>
              </a:tr>
              <a:tr h="370840">
                <a:tc>
                  <a:txBody>
                    <a:bodyPr/>
                    <a:lstStyle/>
                    <a:p>
                      <a:r>
                        <a:rPr lang="en-US" sz="1600" dirty="0"/>
                        <a:t>5 + 6</a:t>
                      </a:r>
                    </a:p>
                  </a:txBody>
                  <a:tcPr/>
                </a:tc>
                <a:tc>
                  <a:txBody>
                    <a:bodyPr/>
                    <a:lstStyle/>
                    <a:p>
                      <a:r>
                        <a:rPr lang="en-US" sz="1600" i="1" dirty="0" err="1"/>
                        <a:t>Isopsetta</a:t>
                      </a:r>
                      <a:r>
                        <a:rPr lang="en-US" sz="1600" i="1" dirty="0"/>
                        <a:t> </a:t>
                      </a:r>
                      <a:r>
                        <a:rPr lang="en-US" sz="1600" i="1" dirty="0" err="1"/>
                        <a:t>isolepis</a:t>
                      </a:r>
                      <a:endParaRPr lang="en-US" sz="1600" i="1" dirty="0"/>
                    </a:p>
                  </a:txBody>
                  <a:tcPr/>
                </a:tc>
                <a:tc>
                  <a:txBody>
                    <a:bodyPr/>
                    <a:lstStyle/>
                    <a:p>
                      <a:r>
                        <a:rPr lang="en-US" sz="1600" dirty="0"/>
                        <a:t>0.02 *</a:t>
                      </a:r>
                    </a:p>
                  </a:txBody>
                  <a:tcPr/>
                </a:tc>
                <a:extLst>
                  <a:ext uri="{0D108BD9-81ED-4DB2-BD59-A6C34878D82A}">
                    <a16:rowId xmlns:a16="http://schemas.microsoft.com/office/drawing/2014/main" val="4229098351"/>
                  </a:ext>
                </a:extLst>
              </a:tr>
              <a:tr h="370840">
                <a:tc>
                  <a:txBody>
                    <a:bodyPr/>
                    <a:lstStyle/>
                    <a:p>
                      <a:r>
                        <a:rPr lang="en-US" sz="1600" dirty="0"/>
                        <a:t>5 + 10</a:t>
                      </a:r>
                    </a:p>
                  </a:txBody>
                  <a:tcPr/>
                </a:tc>
                <a:tc>
                  <a:txBody>
                    <a:bodyPr/>
                    <a:lstStyle/>
                    <a:p>
                      <a:r>
                        <a:rPr lang="en-US" sz="1600" i="1" dirty="0"/>
                        <a:t>Liparis</a:t>
                      </a:r>
                      <a:r>
                        <a:rPr lang="en-US" sz="1600" i="0" dirty="0"/>
                        <a:t> spp.</a:t>
                      </a:r>
                      <a:endParaRPr lang="en-US" sz="1600" i="1" dirty="0"/>
                    </a:p>
                  </a:txBody>
                  <a:tcPr/>
                </a:tc>
                <a:tc>
                  <a:txBody>
                    <a:bodyPr/>
                    <a:lstStyle/>
                    <a:p>
                      <a:r>
                        <a:rPr lang="en-US" sz="1600" dirty="0"/>
                        <a:t>0.005 **</a:t>
                      </a:r>
                    </a:p>
                  </a:txBody>
                  <a:tcPr/>
                </a:tc>
                <a:extLst>
                  <a:ext uri="{0D108BD9-81ED-4DB2-BD59-A6C34878D82A}">
                    <a16:rowId xmlns:a16="http://schemas.microsoft.com/office/drawing/2014/main" val="1711312673"/>
                  </a:ext>
                </a:extLst>
              </a:tr>
              <a:tr h="370840">
                <a:tc>
                  <a:txBody>
                    <a:bodyPr/>
                    <a:lstStyle/>
                    <a:p>
                      <a:r>
                        <a:rPr lang="en-US" sz="1600" dirty="0"/>
                        <a:t>6 + 9</a:t>
                      </a:r>
                    </a:p>
                  </a:txBody>
                  <a:tcPr/>
                </a:tc>
                <a:tc>
                  <a:txBody>
                    <a:bodyPr/>
                    <a:lstStyle/>
                    <a:p>
                      <a:r>
                        <a:rPr lang="en-US" sz="1600" dirty="0"/>
                        <a:t>Osmeridae</a:t>
                      </a:r>
                    </a:p>
                    <a:p>
                      <a:r>
                        <a:rPr lang="en-US" sz="1600" i="1" dirty="0" err="1"/>
                        <a:t>Psettichthys</a:t>
                      </a:r>
                      <a:r>
                        <a:rPr lang="en-US" sz="1600" i="1" dirty="0"/>
                        <a:t> </a:t>
                      </a:r>
                      <a:r>
                        <a:rPr lang="en-US" sz="1600" i="1" dirty="0" err="1"/>
                        <a:t>melanostictus</a:t>
                      </a:r>
                      <a:endParaRPr lang="en-US" sz="1600" i="0" dirty="0"/>
                    </a:p>
                    <a:p>
                      <a:r>
                        <a:rPr lang="en-US" sz="1600" i="0" dirty="0" err="1"/>
                        <a:t>Gadidae</a:t>
                      </a:r>
                      <a:endParaRPr lang="en-US" sz="1600" i="1" dirty="0"/>
                    </a:p>
                  </a:txBody>
                  <a:tcPr/>
                </a:tc>
                <a:tc>
                  <a:txBody>
                    <a:bodyPr/>
                    <a:lstStyle/>
                    <a:p>
                      <a:r>
                        <a:rPr lang="en-US" sz="1600" dirty="0"/>
                        <a:t>0.005 **</a:t>
                      </a:r>
                    </a:p>
                    <a:p>
                      <a:r>
                        <a:rPr lang="en-US" sz="1600" dirty="0"/>
                        <a:t>0.005 **</a:t>
                      </a:r>
                    </a:p>
                    <a:p>
                      <a:r>
                        <a:rPr lang="en-US" sz="1600" dirty="0"/>
                        <a:t>0.050 *</a:t>
                      </a:r>
                    </a:p>
                  </a:txBody>
                  <a:tcPr/>
                </a:tc>
                <a:extLst>
                  <a:ext uri="{0D108BD9-81ED-4DB2-BD59-A6C34878D82A}">
                    <a16:rowId xmlns:a16="http://schemas.microsoft.com/office/drawing/2014/main" val="3978542847"/>
                  </a:ext>
                </a:extLst>
              </a:tr>
              <a:tr h="370840">
                <a:tc>
                  <a:txBody>
                    <a:bodyPr/>
                    <a:lstStyle/>
                    <a:p>
                      <a:r>
                        <a:rPr lang="en-US" sz="1600" dirty="0"/>
                        <a:t>6 + 10</a:t>
                      </a:r>
                    </a:p>
                  </a:txBody>
                  <a:tcPr/>
                </a:tc>
                <a:tc>
                  <a:txBody>
                    <a:bodyPr/>
                    <a:lstStyle/>
                    <a:p>
                      <a:r>
                        <a:rPr lang="en-US" sz="1600" dirty="0" err="1"/>
                        <a:t>Ammodytidae</a:t>
                      </a:r>
                      <a:endParaRPr lang="en-US" sz="1600" dirty="0"/>
                    </a:p>
                  </a:txBody>
                  <a:tcPr/>
                </a:tc>
                <a:tc>
                  <a:txBody>
                    <a:bodyPr/>
                    <a:lstStyle/>
                    <a:p>
                      <a:r>
                        <a:rPr lang="en-US" sz="1600" dirty="0"/>
                        <a:t>0.005 **</a:t>
                      </a:r>
                    </a:p>
                  </a:txBody>
                  <a:tcPr/>
                </a:tc>
                <a:extLst>
                  <a:ext uri="{0D108BD9-81ED-4DB2-BD59-A6C34878D82A}">
                    <a16:rowId xmlns:a16="http://schemas.microsoft.com/office/drawing/2014/main" val="4061474650"/>
                  </a:ext>
                </a:extLst>
              </a:tr>
            </a:tbl>
          </a:graphicData>
        </a:graphic>
      </p:graphicFrame>
    </p:spTree>
    <p:extLst>
      <p:ext uri="{BB962C8B-B14F-4D97-AF65-F5344CB8AC3E}">
        <p14:creationId xmlns:p14="http://schemas.microsoft.com/office/powerpoint/2010/main" val="1660356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2358C-3DED-8623-223A-38B520D1542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166C8B-63A5-630A-051D-AED281BA7F24}"/>
              </a:ext>
            </a:extLst>
          </p:cNvPr>
          <p:cNvSpPr>
            <a:spLocks noGrp="1"/>
          </p:cNvSpPr>
          <p:nvPr>
            <p:ph type="title"/>
          </p:nvPr>
        </p:nvSpPr>
        <p:spPr>
          <a:xfrm>
            <a:off x="274938" y="78785"/>
            <a:ext cx="11642124" cy="1092110"/>
          </a:xfrm>
        </p:spPr>
        <p:txBody>
          <a:bodyPr>
            <a:noAutofit/>
          </a:bodyPr>
          <a:lstStyle/>
          <a:p>
            <a:r>
              <a:rPr lang="en-US" sz="2000" i="1" dirty="0"/>
              <a:t>(alternative?) Supplemental Table 1</a:t>
            </a:r>
            <a:r>
              <a:rPr lang="en-US" sz="2000" dirty="0"/>
              <a:t>: Results of indicator species analysis (ISA) on net tows from four main clusters in the overall AHC. Max number of clusters that can be indicated together set equal to two. Used to verify the dominant taxa for each cluster and the use of clusters as representatives of taxa assemblages.</a:t>
            </a:r>
            <a:endParaRPr lang="en-US" sz="2000" i="1" dirty="0"/>
          </a:p>
        </p:txBody>
      </p:sp>
      <p:graphicFrame>
        <p:nvGraphicFramePr>
          <p:cNvPr id="3" name="Table 2">
            <a:extLst>
              <a:ext uri="{FF2B5EF4-FFF2-40B4-BE49-F238E27FC236}">
                <a16:creationId xmlns:a16="http://schemas.microsoft.com/office/drawing/2014/main" id="{30DB109B-E96C-1C40-5475-7D086EA7FA15}"/>
              </a:ext>
            </a:extLst>
          </p:cNvPr>
          <p:cNvGraphicFramePr>
            <a:graphicFrameLocks noGrp="1"/>
          </p:cNvGraphicFramePr>
          <p:nvPr>
            <p:extLst>
              <p:ext uri="{D42A27DB-BD31-4B8C-83A1-F6EECF244321}">
                <p14:modId xmlns:p14="http://schemas.microsoft.com/office/powerpoint/2010/main" val="2821240553"/>
              </p:ext>
            </p:extLst>
          </p:nvPr>
        </p:nvGraphicFramePr>
        <p:xfrm>
          <a:off x="2032000" y="1064215"/>
          <a:ext cx="8127999" cy="571500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dirty="0"/>
                        <a:t>Cluster(s)</a:t>
                      </a:r>
                    </a:p>
                  </a:txBody>
                  <a:tcPr/>
                </a:tc>
                <a:tc>
                  <a:txBody>
                    <a:bodyPr/>
                    <a:lstStyle/>
                    <a:p>
                      <a:r>
                        <a:rPr lang="en-US" sz="1600" dirty="0"/>
                        <a:t>Taxa</a:t>
                      </a:r>
                    </a:p>
                  </a:txBody>
                  <a:tcPr/>
                </a:tc>
                <a:tc>
                  <a:txBody>
                    <a:bodyPr/>
                    <a:lstStyle/>
                    <a:p>
                      <a:r>
                        <a:rPr lang="en-US" sz="1600" dirty="0"/>
                        <a:t>P-value</a:t>
                      </a:r>
                    </a:p>
                  </a:txBody>
                  <a:tcPr/>
                </a:tc>
                <a:extLst>
                  <a:ext uri="{0D108BD9-81ED-4DB2-BD59-A6C34878D82A}">
                    <a16:rowId xmlns:a16="http://schemas.microsoft.com/office/drawing/2014/main" val="3621098174"/>
                  </a:ext>
                </a:extLst>
              </a:tr>
              <a:tr h="370840">
                <a:tc>
                  <a:txBody>
                    <a:bodyPr/>
                    <a:lstStyle/>
                    <a:p>
                      <a:r>
                        <a:rPr lang="en-US" sz="1600" dirty="0"/>
                        <a:t>2</a:t>
                      </a:r>
                    </a:p>
                  </a:txBody>
                  <a:tcPr/>
                </a:tc>
                <a:tc>
                  <a:txBody>
                    <a:bodyPr/>
                    <a:lstStyle/>
                    <a:p>
                      <a:r>
                        <a:rPr lang="en-US" sz="1600" dirty="0" err="1"/>
                        <a:t>Cyclopsettidae</a:t>
                      </a:r>
                      <a:endParaRPr lang="en-US" sz="1600" dirty="0"/>
                    </a:p>
                  </a:txBody>
                  <a:tcPr/>
                </a:tc>
                <a:tc>
                  <a:txBody>
                    <a:bodyPr/>
                    <a:lstStyle/>
                    <a:p>
                      <a:r>
                        <a:rPr lang="en-US" sz="1600" dirty="0"/>
                        <a:t>0.005 **</a:t>
                      </a:r>
                    </a:p>
                  </a:txBody>
                  <a:tcPr/>
                </a:tc>
                <a:extLst>
                  <a:ext uri="{0D108BD9-81ED-4DB2-BD59-A6C34878D82A}">
                    <a16:rowId xmlns:a16="http://schemas.microsoft.com/office/drawing/2014/main" val="3145787672"/>
                  </a:ext>
                </a:extLst>
              </a:tr>
              <a:tr h="370840">
                <a:tc>
                  <a:txBody>
                    <a:bodyPr/>
                    <a:lstStyle/>
                    <a:p>
                      <a:r>
                        <a:rPr lang="en-US" sz="1600" dirty="0"/>
                        <a:t>3</a:t>
                      </a:r>
                    </a:p>
                  </a:txBody>
                  <a:tcPr/>
                </a:tc>
                <a:tc>
                  <a:txBody>
                    <a:bodyPr/>
                    <a:lstStyle/>
                    <a:p>
                      <a:r>
                        <a:rPr lang="en-US" sz="1600" i="1" dirty="0" err="1"/>
                        <a:t>Bathylagus</a:t>
                      </a:r>
                      <a:r>
                        <a:rPr lang="en-US" sz="1600" i="1" dirty="0"/>
                        <a:t> </a:t>
                      </a:r>
                      <a:r>
                        <a:rPr lang="en-US" sz="1600" i="1" dirty="0" err="1"/>
                        <a:t>ochotensis</a:t>
                      </a:r>
                      <a:endParaRPr lang="en-US" sz="1600" i="0" dirty="0"/>
                    </a:p>
                    <a:p>
                      <a:r>
                        <a:rPr lang="en-US" sz="1600" i="1" dirty="0" err="1"/>
                        <a:t>Protomyctophum</a:t>
                      </a:r>
                      <a:r>
                        <a:rPr lang="en-US" sz="1600" i="0" dirty="0"/>
                        <a:t> spp.</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1892644640"/>
                  </a:ext>
                </a:extLst>
              </a:tr>
              <a:tr h="370840">
                <a:tc>
                  <a:txBody>
                    <a:bodyPr/>
                    <a:lstStyle/>
                    <a:p>
                      <a:r>
                        <a:rPr lang="en-US" sz="1600" dirty="0"/>
                        <a:t>4</a:t>
                      </a:r>
                    </a:p>
                  </a:txBody>
                  <a:tcPr/>
                </a:tc>
                <a:tc>
                  <a:txBody>
                    <a:bodyPr/>
                    <a:lstStyle/>
                    <a:p>
                      <a:r>
                        <a:rPr lang="en-US" sz="1600" i="0" dirty="0"/>
                        <a:t>Osmeridae</a:t>
                      </a:r>
                    </a:p>
                    <a:p>
                      <a:r>
                        <a:rPr lang="en-US" sz="1600" i="1" dirty="0" err="1"/>
                        <a:t>Isopsetta</a:t>
                      </a:r>
                      <a:r>
                        <a:rPr lang="en-US" sz="1600" i="1" dirty="0"/>
                        <a:t> </a:t>
                      </a:r>
                      <a:r>
                        <a:rPr lang="en-US" sz="1600" i="1" dirty="0" err="1"/>
                        <a:t>isolepis</a:t>
                      </a:r>
                      <a:endParaRPr lang="en-US" sz="1600" i="1" dirty="0"/>
                    </a:p>
                    <a:p>
                      <a:r>
                        <a:rPr lang="en-US" sz="1600" i="1" dirty="0" err="1"/>
                        <a:t>Psettichthys</a:t>
                      </a:r>
                      <a:r>
                        <a:rPr lang="en-US" sz="1600" i="1" dirty="0"/>
                        <a:t> </a:t>
                      </a:r>
                      <a:r>
                        <a:rPr lang="en-US" sz="1600" i="1" dirty="0" err="1"/>
                        <a:t>melanostictus</a:t>
                      </a:r>
                      <a:endParaRPr lang="en-US" sz="1600" i="1" dirty="0"/>
                    </a:p>
                    <a:p>
                      <a:r>
                        <a:rPr lang="en-US" sz="1600" i="0" dirty="0"/>
                        <a:t>Cottidae</a:t>
                      </a:r>
                    </a:p>
                    <a:p>
                      <a:r>
                        <a:rPr lang="en-US" sz="1600" i="0" dirty="0" err="1"/>
                        <a:t>Gadidae</a:t>
                      </a:r>
                      <a:endParaRPr lang="en-US" sz="1600" i="0" dirty="0"/>
                    </a:p>
                  </a:txBody>
                  <a:tcPr/>
                </a:tc>
                <a:tc>
                  <a:txBody>
                    <a:bodyPr/>
                    <a:lstStyle/>
                    <a:p>
                      <a:r>
                        <a:rPr lang="en-US" sz="1600" dirty="0"/>
                        <a:t>0.005 **</a:t>
                      </a:r>
                    </a:p>
                    <a:p>
                      <a:r>
                        <a:rPr lang="en-US" sz="1600" dirty="0"/>
                        <a:t>0.005 **</a:t>
                      </a:r>
                    </a:p>
                    <a:p>
                      <a:r>
                        <a:rPr lang="en-US" sz="1600" dirty="0"/>
                        <a:t>0.005 **</a:t>
                      </a:r>
                    </a:p>
                    <a:p>
                      <a:r>
                        <a:rPr lang="en-US" sz="1600" dirty="0"/>
                        <a:t>0.005 **</a:t>
                      </a:r>
                    </a:p>
                    <a:p>
                      <a:r>
                        <a:rPr lang="en-US" sz="1600" dirty="0"/>
                        <a:t>0.005 **</a:t>
                      </a:r>
                    </a:p>
                  </a:txBody>
                  <a:tcPr/>
                </a:tc>
                <a:extLst>
                  <a:ext uri="{0D108BD9-81ED-4DB2-BD59-A6C34878D82A}">
                    <a16:rowId xmlns:a16="http://schemas.microsoft.com/office/drawing/2014/main" val="2227666454"/>
                  </a:ext>
                </a:extLst>
              </a:tr>
              <a:tr h="370840">
                <a:tc>
                  <a:txBody>
                    <a:bodyPr/>
                    <a:lstStyle/>
                    <a:p>
                      <a:r>
                        <a:rPr lang="en-US" sz="1600" dirty="0"/>
                        <a:t>1 + 2</a:t>
                      </a:r>
                    </a:p>
                  </a:txBody>
                  <a:tcPr/>
                </a:tc>
                <a:tc>
                  <a:txBody>
                    <a:bodyPr/>
                    <a:lstStyle/>
                    <a:p>
                      <a:r>
                        <a:rPr lang="en-US" sz="1600" i="1" dirty="0"/>
                        <a:t>Sebastes </a:t>
                      </a:r>
                      <a:r>
                        <a:rPr lang="en-US" sz="1600" i="0" dirty="0"/>
                        <a:t>spp.</a:t>
                      </a:r>
                    </a:p>
                    <a:p>
                      <a:r>
                        <a:rPr lang="en-US" sz="1600" i="1" dirty="0" err="1"/>
                        <a:t>Glyptocephalus</a:t>
                      </a:r>
                      <a:r>
                        <a:rPr lang="en-US" sz="1600" i="1" dirty="0"/>
                        <a:t> </a:t>
                      </a:r>
                      <a:r>
                        <a:rPr lang="en-US" sz="1600" i="1" dirty="0" err="1"/>
                        <a:t>zachirus</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3253798277"/>
                  </a:ext>
                </a:extLst>
              </a:tr>
              <a:tr h="370840">
                <a:tc>
                  <a:txBody>
                    <a:bodyPr/>
                    <a:lstStyle/>
                    <a:p>
                      <a:r>
                        <a:rPr lang="en-US" sz="1600" dirty="0"/>
                        <a:t>1 + 3</a:t>
                      </a:r>
                    </a:p>
                  </a:txBody>
                  <a:tcPr/>
                </a:tc>
                <a:tc>
                  <a:txBody>
                    <a:bodyPr/>
                    <a:lstStyle/>
                    <a:p>
                      <a:r>
                        <a:rPr lang="en-US" sz="1600" i="1" dirty="0" err="1"/>
                        <a:t>Stenobrachius</a:t>
                      </a:r>
                      <a:r>
                        <a:rPr lang="en-US" sz="1600" i="1" dirty="0"/>
                        <a:t> </a:t>
                      </a:r>
                      <a:r>
                        <a:rPr lang="en-US" sz="1600" i="1" dirty="0" err="1"/>
                        <a:t>leucopsarus</a:t>
                      </a:r>
                      <a:endParaRPr lang="en-US" sz="1600" i="1" dirty="0"/>
                    </a:p>
                    <a:p>
                      <a:r>
                        <a:rPr lang="en-US" sz="1600" i="1" dirty="0" err="1"/>
                        <a:t>Tarletonbenia</a:t>
                      </a:r>
                      <a:r>
                        <a:rPr lang="en-US" sz="1600" i="1" dirty="0"/>
                        <a:t> </a:t>
                      </a:r>
                      <a:r>
                        <a:rPr lang="en-US" sz="1600" i="1" dirty="0" err="1"/>
                        <a:t>crenularis</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2364807414"/>
                  </a:ext>
                </a:extLst>
              </a:tr>
              <a:tr h="370840">
                <a:tc>
                  <a:txBody>
                    <a:bodyPr/>
                    <a:lstStyle/>
                    <a:p>
                      <a:r>
                        <a:rPr lang="en-US" sz="1600" dirty="0"/>
                        <a:t>1 + 4</a:t>
                      </a:r>
                    </a:p>
                  </a:txBody>
                  <a:tcPr/>
                </a:tc>
                <a:tc>
                  <a:txBody>
                    <a:bodyPr/>
                    <a:lstStyle/>
                    <a:p>
                      <a:r>
                        <a:rPr lang="en-US" sz="1600" i="1" dirty="0" err="1"/>
                        <a:t>Hemilepidotus</a:t>
                      </a:r>
                      <a:r>
                        <a:rPr lang="en-US" sz="1600" i="1" dirty="0"/>
                        <a:t> </a:t>
                      </a:r>
                      <a:r>
                        <a:rPr lang="en-US" sz="1600" i="0" dirty="0"/>
                        <a:t>spp.</a:t>
                      </a:r>
                      <a:endParaRPr lang="en-US" sz="1600" i="1" dirty="0"/>
                    </a:p>
                  </a:txBody>
                  <a:tcPr/>
                </a:tc>
                <a:tc>
                  <a:txBody>
                    <a:bodyPr/>
                    <a:lstStyle/>
                    <a:p>
                      <a:r>
                        <a:rPr lang="en-US" sz="1600" dirty="0"/>
                        <a:t>0.02 *</a:t>
                      </a:r>
                    </a:p>
                  </a:txBody>
                  <a:tcPr/>
                </a:tc>
                <a:extLst>
                  <a:ext uri="{0D108BD9-81ED-4DB2-BD59-A6C34878D82A}">
                    <a16:rowId xmlns:a16="http://schemas.microsoft.com/office/drawing/2014/main" val="4229098351"/>
                  </a:ext>
                </a:extLst>
              </a:tr>
              <a:tr h="370840">
                <a:tc>
                  <a:txBody>
                    <a:bodyPr/>
                    <a:lstStyle/>
                    <a:p>
                      <a:r>
                        <a:rPr lang="en-US" sz="1600" dirty="0"/>
                        <a:t>2 + 4</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0" dirty="0" err="1"/>
                        <a:t>Ammodytidae</a:t>
                      </a:r>
                      <a:endParaRPr lang="en-US" sz="1600" i="0" dirty="0"/>
                    </a:p>
                    <a:p>
                      <a:r>
                        <a:rPr lang="en-US" sz="1600" i="1" dirty="0"/>
                        <a:t>Liparis</a:t>
                      </a:r>
                      <a:r>
                        <a:rPr lang="en-US" sz="1600" i="0" dirty="0"/>
                        <a:t> spp.</a:t>
                      </a:r>
                    </a:p>
                    <a:p>
                      <a:r>
                        <a:rPr lang="en-US" sz="1600" i="0" dirty="0" err="1"/>
                        <a:t>Hexagrammidae</a:t>
                      </a:r>
                      <a:endParaRPr lang="en-US" sz="1600" i="0" dirty="0"/>
                    </a:p>
                    <a:p>
                      <a:r>
                        <a:rPr lang="en-US" sz="1600" i="0" dirty="0" err="1"/>
                        <a:t>Psychrolutidae</a:t>
                      </a:r>
                      <a:endParaRPr lang="en-US" sz="1600" i="0" dirty="0"/>
                    </a:p>
                    <a:p>
                      <a:r>
                        <a:rPr lang="en-US" sz="1600" i="1" dirty="0" err="1"/>
                        <a:t>Scropaenichthys</a:t>
                      </a:r>
                      <a:r>
                        <a:rPr lang="en-US" sz="1600" i="1" dirty="0"/>
                        <a:t> marmoratus</a:t>
                      </a:r>
                    </a:p>
                  </a:txBody>
                  <a:tcPr/>
                </a:tc>
                <a:tc>
                  <a:txBody>
                    <a:bodyPr/>
                    <a:lstStyle/>
                    <a:p>
                      <a:r>
                        <a:rPr lang="en-US" sz="1600" dirty="0"/>
                        <a:t>0.005 **</a:t>
                      </a:r>
                    </a:p>
                    <a:p>
                      <a:r>
                        <a:rPr lang="en-US" sz="1600" dirty="0"/>
                        <a:t>0.005 **</a:t>
                      </a:r>
                    </a:p>
                    <a:p>
                      <a:r>
                        <a:rPr lang="en-US" sz="1600" dirty="0"/>
                        <a:t>0.005 **</a:t>
                      </a:r>
                    </a:p>
                    <a:p>
                      <a:r>
                        <a:rPr lang="en-US" sz="1600" dirty="0"/>
                        <a:t>0.005 **</a:t>
                      </a:r>
                    </a:p>
                    <a:p>
                      <a:r>
                        <a:rPr lang="en-US" sz="1600" dirty="0"/>
                        <a:t>0.010 **</a:t>
                      </a:r>
                    </a:p>
                    <a:p>
                      <a:r>
                        <a:rPr lang="en-US" sz="1600" dirty="0"/>
                        <a:t>0.050 **</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6465122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2D393-2834-41E5-D35A-B2AE1946B4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1810874-F6CD-271A-95D0-412424B52466}"/>
              </a:ext>
            </a:extLst>
          </p:cNvPr>
          <p:cNvSpPr>
            <a:spLocks noGrp="1"/>
          </p:cNvSpPr>
          <p:nvPr>
            <p:ph type="title"/>
          </p:nvPr>
        </p:nvSpPr>
        <p:spPr>
          <a:xfrm>
            <a:off x="838200" y="5704870"/>
            <a:ext cx="10515600" cy="1092972"/>
          </a:xfrm>
        </p:spPr>
        <p:txBody>
          <a:bodyPr>
            <a:noAutofit/>
          </a:bodyPr>
          <a:lstStyle/>
          <a:p>
            <a:r>
              <a:rPr lang="en-US" sz="2000" i="1" dirty="0"/>
              <a:t>Supplemental Figure 3</a:t>
            </a:r>
            <a:r>
              <a:rPr lang="en-US" sz="2000" dirty="0"/>
              <a:t>: Map of sampling events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a:t>
            </a:r>
            <a:endParaRPr lang="en-US" sz="2000" i="1" dirty="0"/>
          </a:p>
        </p:txBody>
      </p:sp>
      <p:pic>
        <p:nvPicPr>
          <p:cNvPr id="6" name="Picture 5">
            <a:extLst>
              <a:ext uri="{FF2B5EF4-FFF2-40B4-BE49-F238E27FC236}">
                <a16:creationId xmlns:a16="http://schemas.microsoft.com/office/drawing/2014/main" id="{946A4565-A6A7-3A5C-1C1C-69D7C68A2E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25579" y="102269"/>
            <a:ext cx="8095247" cy="5396831"/>
          </a:xfrm>
          <a:prstGeom prst="rect">
            <a:avLst/>
          </a:prstGeom>
        </p:spPr>
      </p:pic>
    </p:spTree>
    <p:extLst>
      <p:ext uri="{BB962C8B-B14F-4D97-AF65-F5344CB8AC3E}">
        <p14:creationId xmlns:p14="http://schemas.microsoft.com/office/powerpoint/2010/main" val="33920813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63229-B64E-B610-7A37-8110BE555A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0ACA70-A2C0-F61A-DC73-D4C722F8DFAA}"/>
              </a:ext>
            </a:extLst>
          </p:cNvPr>
          <p:cNvSpPr>
            <a:spLocks noGrp="1"/>
          </p:cNvSpPr>
          <p:nvPr>
            <p:ph type="title"/>
          </p:nvPr>
        </p:nvSpPr>
        <p:spPr>
          <a:xfrm>
            <a:off x="838200" y="5389418"/>
            <a:ext cx="10515600" cy="1408424"/>
          </a:xfrm>
        </p:spPr>
        <p:txBody>
          <a:bodyPr>
            <a:noAutofit/>
          </a:bodyPr>
          <a:lstStyle/>
          <a:p>
            <a:r>
              <a:rPr lang="en-US" sz="2000" i="1" dirty="0"/>
              <a:t>(alternative?) Supplemental Figure 3</a:t>
            </a:r>
            <a:r>
              <a:rPr lang="en-US" sz="2000" dirty="0"/>
              <a:t>: Map of sampling events belonging to the four largest clusters (1, 2, 4, and 6, previously)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a:t>
            </a:r>
            <a:endParaRPr lang="en-US" sz="2000" i="1" dirty="0"/>
          </a:p>
        </p:txBody>
      </p:sp>
    </p:spTree>
    <p:extLst>
      <p:ext uri="{BB962C8B-B14F-4D97-AF65-F5344CB8AC3E}">
        <p14:creationId xmlns:p14="http://schemas.microsoft.com/office/powerpoint/2010/main" val="3364595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629A7-DEDB-22B4-779A-70A82554128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FB6C60-8C3A-11C7-5174-7C2C627DB4FC}"/>
              </a:ext>
            </a:extLst>
          </p:cNvPr>
          <p:cNvSpPr>
            <a:spLocks noGrp="1"/>
          </p:cNvSpPr>
          <p:nvPr>
            <p:ph type="title"/>
          </p:nvPr>
        </p:nvSpPr>
        <p:spPr>
          <a:xfrm>
            <a:off x="838200" y="206439"/>
            <a:ext cx="10515600" cy="759339"/>
          </a:xfrm>
        </p:spPr>
        <p:txBody>
          <a:bodyPr>
            <a:noAutofit/>
          </a:bodyPr>
          <a:lstStyle/>
          <a:p>
            <a:r>
              <a:rPr lang="en-US" sz="2000" i="1" dirty="0"/>
              <a:t>Supplemental Table 2</a:t>
            </a:r>
            <a:r>
              <a:rPr lang="en-US" sz="2000" dirty="0"/>
              <a:t>: Results of NMDS stress null model to assess the fit of the NMDS of net tows based on methodology from Dexter et al. (2018). </a:t>
            </a:r>
            <a:endParaRPr lang="en-US" sz="2000" i="1" dirty="0"/>
          </a:p>
        </p:txBody>
      </p:sp>
    </p:spTree>
    <p:extLst>
      <p:ext uri="{BB962C8B-B14F-4D97-AF65-F5344CB8AC3E}">
        <p14:creationId xmlns:p14="http://schemas.microsoft.com/office/powerpoint/2010/main" val="34286508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93B8E-908C-6610-B410-48E220BD2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5A97ED2-1CCD-E203-57F1-E06601DAEC74}"/>
              </a:ext>
            </a:extLst>
          </p:cNvPr>
          <p:cNvSpPr>
            <a:spLocks noGrp="1"/>
          </p:cNvSpPr>
          <p:nvPr>
            <p:ph type="title"/>
          </p:nvPr>
        </p:nvSpPr>
        <p:spPr>
          <a:xfrm>
            <a:off x="838200" y="206439"/>
            <a:ext cx="10515600" cy="759339"/>
          </a:xfrm>
        </p:spPr>
        <p:txBody>
          <a:bodyPr>
            <a:noAutofit/>
          </a:bodyPr>
          <a:lstStyle/>
          <a:p>
            <a:r>
              <a:rPr lang="en-US" sz="2000" i="1" dirty="0"/>
              <a:t>(alternative?) Supplemental Table 2</a:t>
            </a:r>
            <a:r>
              <a:rPr lang="en-US" sz="2000" dirty="0"/>
              <a:t>: Results of NMDS stress null model to assess the fit of the NMDS of net tows from the main four clusters based on methodology from Dexter et al. (2018). Values rounded to the nearest ten-thousandth place</a:t>
            </a:r>
            <a:endParaRPr lang="en-US" sz="2000" i="1" dirty="0"/>
          </a:p>
        </p:txBody>
      </p:sp>
      <p:graphicFrame>
        <p:nvGraphicFramePr>
          <p:cNvPr id="3" name="Table 2">
            <a:extLst>
              <a:ext uri="{FF2B5EF4-FFF2-40B4-BE49-F238E27FC236}">
                <a16:creationId xmlns:a16="http://schemas.microsoft.com/office/drawing/2014/main" id="{B183631E-C341-F610-F6B1-787FACB9DAAF}"/>
              </a:ext>
            </a:extLst>
          </p:cNvPr>
          <p:cNvGraphicFramePr>
            <a:graphicFrameLocks noGrp="1"/>
          </p:cNvGraphicFramePr>
          <p:nvPr>
            <p:extLst>
              <p:ext uri="{D42A27DB-BD31-4B8C-83A1-F6EECF244321}">
                <p14:modId xmlns:p14="http://schemas.microsoft.com/office/powerpoint/2010/main" val="4088388416"/>
              </p:ext>
            </p:extLst>
          </p:nvPr>
        </p:nvGraphicFramePr>
        <p:xfrm>
          <a:off x="24249" y="1079884"/>
          <a:ext cx="12143502" cy="1437640"/>
        </p:xfrm>
        <a:graphic>
          <a:graphicData uri="http://schemas.openxmlformats.org/drawingml/2006/table">
            <a:tbl>
              <a:tblPr firstRow="1" bandRow="1">
                <a:tableStyleId>{5940675A-B579-460E-94D1-54222C63F5DA}</a:tableStyleId>
              </a:tblPr>
              <a:tblGrid>
                <a:gridCol w="1239981">
                  <a:extLst>
                    <a:ext uri="{9D8B030D-6E8A-4147-A177-3AD203B41FA5}">
                      <a16:colId xmlns:a16="http://schemas.microsoft.com/office/drawing/2014/main" val="3252661369"/>
                    </a:ext>
                  </a:extLst>
                </a:gridCol>
                <a:gridCol w="1607127">
                  <a:extLst>
                    <a:ext uri="{9D8B030D-6E8A-4147-A177-3AD203B41FA5}">
                      <a16:colId xmlns:a16="http://schemas.microsoft.com/office/drawing/2014/main" val="3057692444"/>
                    </a:ext>
                  </a:extLst>
                </a:gridCol>
                <a:gridCol w="1200726">
                  <a:extLst>
                    <a:ext uri="{9D8B030D-6E8A-4147-A177-3AD203B41FA5}">
                      <a16:colId xmlns:a16="http://schemas.microsoft.com/office/drawing/2014/main" val="3014634039"/>
                    </a:ext>
                  </a:extLst>
                </a:gridCol>
                <a:gridCol w="1349278">
                  <a:extLst>
                    <a:ext uri="{9D8B030D-6E8A-4147-A177-3AD203B41FA5}">
                      <a16:colId xmlns:a16="http://schemas.microsoft.com/office/drawing/2014/main" val="3167690223"/>
                    </a:ext>
                  </a:extLst>
                </a:gridCol>
                <a:gridCol w="1349278">
                  <a:extLst>
                    <a:ext uri="{9D8B030D-6E8A-4147-A177-3AD203B41FA5}">
                      <a16:colId xmlns:a16="http://schemas.microsoft.com/office/drawing/2014/main" val="3335115264"/>
                    </a:ext>
                  </a:extLst>
                </a:gridCol>
                <a:gridCol w="1349278">
                  <a:extLst>
                    <a:ext uri="{9D8B030D-6E8A-4147-A177-3AD203B41FA5}">
                      <a16:colId xmlns:a16="http://schemas.microsoft.com/office/drawing/2014/main" val="285005039"/>
                    </a:ext>
                  </a:extLst>
                </a:gridCol>
                <a:gridCol w="1207658">
                  <a:extLst>
                    <a:ext uri="{9D8B030D-6E8A-4147-A177-3AD203B41FA5}">
                      <a16:colId xmlns:a16="http://schemas.microsoft.com/office/drawing/2014/main" val="2222833909"/>
                    </a:ext>
                  </a:extLst>
                </a:gridCol>
                <a:gridCol w="1316182">
                  <a:extLst>
                    <a:ext uri="{9D8B030D-6E8A-4147-A177-3AD203B41FA5}">
                      <a16:colId xmlns:a16="http://schemas.microsoft.com/office/drawing/2014/main" val="165350313"/>
                    </a:ext>
                  </a:extLst>
                </a:gridCol>
                <a:gridCol w="1523994">
                  <a:extLst>
                    <a:ext uri="{9D8B030D-6E8A-4147-A177-3AD203B41FA5}">
                      <a16:colId xmlns:a16="http://schemas.microsoft.com/office/drawing/2014/main" val="2372715728"/>
                    </a:ext>
                  </a:extLst>
                </a:gridCol>
              </a:tblGrid>
              <a:tr h="370840">
                <a:tc>
                  <a:txBody>
                    <a:bodyPr/>
                    <a:lstStyle/>
                    <a:p>
                      <a:r>
                        <a:rPr lang="en-US" sz="1600" dirty="0"/>
                        <a:t>Observed stress null pipeline</a:t>
                      </a:r>
                    </a:p>
                  </a:txBody>
                  <a:tcPr/>
                </a:tc>
                <a:tc>
                  <a:txBody>
                    <a:bodyPr/>
                    <a:lstStyle/>
                    <a:p>
                      <a:r>
                        <a:rPr lang="en-US" sz="1600" dirty="0"/>
                        <a:t>Observed stress sqrt concentration</a:t>
                      </a:r>
                    </a:p>
                  </a:txBody>
                  <a:tcPr/>
                </a:tc>
                <a:tc>
                  <a:txBody>
                    <a:bodyPr/>
                    <a:lstStyle/>
                    <a:p>
                      <a:r>
                        <a:rPr lang="en-US" sz="1600" dirty="0"/>
                        <a:t>Null pipeline mean stress</a:t>
                      </a:r>
                    </a:p>
                  </a:txBody>
                  <a:tcPr/>
                </a:tc>
                <a:tc>
                  <a:txBody>
                    <a:bodyPr/>
                    <a:lstStyle/>
                    <a:p>
                      <a:r>
                        <a:rPr lang="en-US" sz="1600" dirty="0"/>
                        <a:t>Null pipeline stress standard deviation</a:t>
                      </a:r>
                    </a:p>
                  </a:txBody>
                  <a:tcPr/>
                </a:tc>
                <a:tc>
                  <a:txBody>
                    <a:bodyPr/>
                    <a:lstStyle/>
                    <a:p>
                      <a:r>
                        <a:rPr lang="en-US" sz="1600" dirty="0"/>
                        <a:t>Null pipeline stress lower quantile</a:t>
                      </a:r>
                    </a:p>
                  </a:txBody>
                  <a:tcPr/>
                </a:tc>
                <a:tc>
                  <a:txBody>
                    <a:bodyPr/>
                    <a:lstStyle/>
                    <a:p>
                      <a:r>
                        <a:rPr lang="en-US" sz="1600" dirty="0"/>
                        <a:t>Null pipeline stress upper quantile</a:t>
                      </a:r>
                    </a:p>
                  </a:txBody>
                  <a:tcPr/>
                </a:tc>
                <a:tc>
                  <a:txBody>
                    <a:bodyPr/>
                    <a:lstStyle/>
                    <a:p>
                      <a:r>
                        <a:rPr lang="en-US" sz="1600" dirty="0"/>
                        <a:t>Z-statistic</a:t>
                      </a:r>
                    </a:p>
                  </a:txBody>
                  <a:tcPr/>
                </a:tc>
                <a:tc>
                  <a:txBody>
                    <a:bodyPr/>
                    <a:lstStyle/>
                    <a:p>
                      <a:r>
                        <a:rPr lang="en-US" sz="1600" dirty="0"/>
                        <a:t>Two-tailed p-value</a:t>
                      </a:r>
                    </a:p>
                  </a:txBody>
                  <a:tcPr/>
                </a:tc>
                <a:tc>
                  <a:txBody>
                    <a:bodyPr/>
                    <a:lstStyle/>
                    <a:p>
                      <a:r>
                        <a:rPr lang="en-US" sz="1600" dirty="0"/>
                        <a:t>Number of permutations</a:t>
                      </a:r>
                    </a:p>
                  </a:txBody>
                  <a:tcPr/>
                </a:tc>
                <a:extLst>
                  <a:ext uri="{0D108BD9-81ED-4DB2-BD59-A6C34878D82A}">
                    <a16:rowId xmlns:a16="http://schemas.microsoft.com/office/drawing/2014/main" val="932235647"/>
                  </a:ext>
                </a:extLst>
              </a:tr>
              <a:tr h="370840">
                <a:tc>
                  <a:txBody>
                    <a:bodyPr/>
                    <a:lstStyle/>
                    <a:p>
                      <a:r>
                        <a:rPr lang="en-US" sz="1600" dirty="0"/>
                        <a:t>0.1852</a:t>
                      </a:r>
                    </a:p>
                  </a:txBody>
                  <a:tcPr/>
                </a:tc>
                <a:tc>
                  <a:txBody>
                    <a:bodyPr/>
                    <a:lstStyle/>
                    <a:p>
                      <a:r>
                        <a:rPr lang="en-US" sz="1600" dirty="0"/>
                        <a:t>0.1852</a:t>
                      </a:r>
                    </a:p>
                  </a:txBody>
                  <a:tcPr/>
                </a:tc>
                <a:tc>
                  <a:txBody>
                    <a:bodyPr/>
                    <a:lstStyle/>
                    <a:p>
                      <a:r>
                        <a:rPr lang="en-US" sz="1600" dirty="0"/>
                        <a:t>0.2842</a:t>
                      </a:r>
                    </a:p>
                  </a:txBody>
                  <a:tcPr/>
                </a:tc>
                <a:tc>
                  <a:txBody>
                    <a:bodyPr/>
                    <a:lstStyle/>
                    <a:p>
                      <a:r>
                        <a:rPr lang="en-US" sz="1600" dirty="0"/>
                        <a:t>0.0048</a:t>
                      </a:r>
                    </a:p>
                  </a:txBody>
                  <a:tcPr/>
                </a:tc>
                <a:tc>
                  <a:txBody>
                    <a:bodyPr/>
                    <a:lstStyle/>
                    <a:p>
                      <a:r>
                        <a:rPr lang="en-US" sz="1600" dirty="0"/>
                        <a:t>0.02747</a:t>
                      </a:r>
                    </a:p>
                  </a:txBody>
                  <a:tcPr/>
                </a:tc>
                <a:tc>
                  <a:txBody>
                    <a:bodyPr/>
                    <a:lstStyle/>
                    <a:p>
                      <a:r>
                        <a:rPr lang="en-US" sz="1600" dirty="0"/>
                        <a:t>0.2930</a:t>
                      </a:r>
                    </a:p>
                  </a:txBody>
                  <a:tcPr/>
                </a:tc>
                <a:tc>
                  <a:txBody>
                    <a:bodyPr/>
                    <a:lstStyle/>
                    <a:p>
                      <a:r>
                        <a:rPr lang="en-US" sz="1600" dirty="0"/>
                        <a:t>-20.7859</a:t>
                      </a:r>
                    </a:p>
                  </a:txBody>
                  <a:tcPr/>
                </a:tc>
                <a:tc>
                  <a:txBody>
                    <a:bodyPr/>
                    <a:lstStyle/>
                    <a:p>
                      <a:r>
                        <a:rPr lang="en-US" sz="1600" dirty="0"/>
                        <a:t>5.8121e-96</a:t>
                      </a:r>
                    </a:p>
                  </a:txBody>
                  <a:tcPr/>
                </a:tc>
                <a:tc>
                  <a:txBody>
                    <a:bodyPr/>
                    <a:lstStyle/>
                    <a:p>
                      <a:r>
                        <a:rPr lang="en-US" sz="1600" dirty="0"/>
                        <a:t>1000</a:t>
                      </a:r>
                    </a:p>
                  </a:txBody>
                  <a:tcPr/>
                </a:tc>
                <a:extLst>
                  <a:ext uri="{0D108BD9-81ED-4DB2-BD59-A6C34878D82A}">
                    <a16:rowId xmlns:a16="http://schemas.microsoft.com/office/drawing/2014/main" val="3969670186"/>
                  </a:ext>
                </a:extLst>
              </a:tr>
            </a:tbl>
          </a:graphicData>
        </a:graphic>
      </p:graphicFrame>
    </p:spTree>
    <p:extLst>
      <p:ext uri="{BB962C8B-B14F-4D97-AF65-F5344CB8AC3E}">
        <p14:creationId xmlns:p14="http://schemas.microsoft.com/office/powerpoint/2010/main" val="23826607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1D9B1-E34E-2147-9CB9-76E7F2E069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1B51D22-66E7-D157-2905-3E0C8D2E7A1E}"/>
              </a:ext>
            </a:extLst>
          </p:cNvPr>
          <p:cNvSpPr>
            <a:spLocks noGrp="1"/>
          </p:cNvSpPr>
          <p:nvPr>
            <p:ph type="title"/>
          </p:nvPr>
        </p:nvSpPr>
        <p:spPr>
          <a:xfrm>
            <a:off x="838200" y="5765028"/>
            <a:ext cx="10515600" cy="759339"/>
          </a:xfrm>
        </p:spPr>
        <p:txBody>
          <a:bodyPr>
            <a:noAutofit/>
          </a:bodyPr>
          <a:lstStyle/>
          <a:p>
            <a:r>
              <a:rPr lang="en-US" sz="2000" i="1" dirty="0"/>
              <a:t>Supplemental Figure 4</a:t>
            </a:r>
            <a:r>
              <a:rPr lang="en-US" sz="2000" dirty="0"/>
              <a:t>: Distribution of stress values from the NMDS stress null model of net tows based on methodology from Dexter et al. (2018). </a:t>
            </a:r>
            <a:endParaRPr lang="en-US" sz="2000" i="1" dirty="0"/>
          </a:p>
        </p:txBody>
      </p:sp>
    </p:spTree>
    <p:extLst>
      <p:ext uri="{BB962C8B-B14F-4D97-AF65-F5344CB8AC3E}">
        <p14:creationId xmlns:p14="http://schemas.microsoft.com/office/powerpoint/2010/main" val="34731421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DED23-D124-CC6A-E593-0F9F080C15D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ACB5261-49E8-88CB-ABBE-5EF5A5A64391}"/>
              </a:ext>
            </a:extLst>
          </p:cNvPr>
          <p:cNvSpPr>
            <a:spLocks noGrp="1"/>
          </p:cNvSpPr>
          <p:nvPr>
            <p:ph type="title"/>
          </p:nvPr>
        </p:nvSpPr>
        <p:spPr>
          <a:xfrm>
            <a:off x="838200" y="5765028"/>
            <a:ext cx="10515600" cy="759339"/>
          </a:xfrm>
        </p:spPr>
        <p:txBody>
          <a:bodyPr>
            <a:noAutofit/>
          </a:bodyPr>
          <a:lstStyle/>
          <a:p>
            <a:r>
              <a:rPr lang="en-US" sz="2000" i="1" dirty="0"/>
              <a:t>(alternative?) Supplemental Figure 4</a:t>
            </a:r>
            <a:r>
              <a:rPr lang="en-US" sz="2000" dirty="0"/>
              <a:t>: Distribution of stress values from the NMDS stress null model of net tows from the four main clusters based on methodology from Dexter et al. (2018). </a:t>
            </a:r>
            <a:endParaRPr lang="en-US" sz="2000" i="1" dirty="0"/>
          </a:p>
        </p:txBody>
      </p:sp>
      <p:pic>
        <p:nvPicPr>
          <p:cNvPr id="3" name="Picture 2">
            <a:extLst>
              <a:ext uri="{FF2B5EF4-FFF2-40B4-BE49-F238E27FC236}">
                <a16:creationId xmlns:a16="http://schemas.microsoft.com/office/drawing/2014/main" id="{A62ECEEF-CA1F-794B-9BB8-315B0B92C3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0860" y="543"/>
            <a:ext cx="8070280" cy="5764485"/>
          </a:xfrm>
          <a:prstGeom prst="rect">
            <a:avLst/>
          </a:prstGeom>
        </p:spPr>
      </p:pic>
    </p:spTree>
    <p:extLst>
      <p:ext uri="{BB962C8B-B14F-4D97-AF65-F5344CB8AC3E}">
        <p14:creationId xmlns:p14="http://schemas.microsoft.com/office/powerpoint/2010/main" val="38417453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1552</TotalTime>
  <Words>1102</Words>
  <Application>Microsoft Office PowerPoint</Application>
  <PresentationFormat>Widescreen</PresentationFormat>
  <Paragraphs>134</Paragraphs>
  <Slides>25</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Aptos</vt:lpstr>
      <vt:lpstr>Aptos Display</vt:lpstr>
      <vt:lpstr>Arial</vt:lpstr>
      <vt:lpstr>Office Theme</vt:lpstr>
      <vt:lpstr>Project figures and tables</vt:lpstr>
      <vt:lpstr>Objective 1</vt:lpstr>
      <vt:lpstr>PowerPoint Presentation</vt:lpstr>
      <vt:lpstr>PowerPoint Presentation</vt:lpstr>
      <vt:lpstr>PowerPoint Presentation</vt:lpstr>
      <vt:lpstr>Figure 4: NMDS ordination plot of net tows from the four largest clusters (1, 2, 4, and 6, previously) with overlaid vectors and ellipses. Points and polygons are colored by cluster to visualize the unconstrained variation in assemblage composition. Overlaid vectors and ellipses visualize correlation between clusters and spatiotemporal covariates in ordination space.</vt:lpstr>
      <vt:lpstr>Objective 2</vt:lpstr>
      <vt:lpstr>Figure 5: …</vt:lpstr>
      <vt:lpstr>Objective 3</vt:lpstr>
      <vt:lpstr>Figure 6: …</vt:lpstr>
      <vt:lpstr>Figure 7: …</vt:lpstr>
      <vt:lpstr>Figure 8: …</vt:lpstr>
      <vt:lpstr>Figures and Tables to appear in supplemental materials</vt:lpstr>
      <vt:lpstr>Supplemental Figure 1: Dendrogram of net tows clustered by agglomerative hierarchical clustering. Number of clusters determined as the fewest necessary to yield expected groups (k = 10).</vt:lpstr>
      <vt:lpstr>(alternative?) Supplemental Figure 1: Dendrogram of net tows belonging to the four largest clusters resulting from agglomerative hierarchical clustering (AHC) of the entire data set. AHC was ran on the filtered net tows to yield the resultant dendrogram with four cluster rectangles (k = 4).</vt:lpstr>
      <vt:lpstr>Supplemental Figure 2: Bar plot of taxa concentrations (individuals per m3) in each net tow. Tows are organized by cluster to show the approximate composition of each cluster.</vt:lpstr>
      <vt:lpstr>(alternative?) Supplemental Figure 2: Bar plot of taxa concentrations (individuals per m3) in each net tow belonging to the four main clusters. Tows are organized by cluster to show the approximate composition of each cluster of interest.</vt:lpstr>
      <vt:lpstr>Supplemental Table 1: Results of indicator species analysis (ISA) on net tows clustered by AHC. Max number of clusters that can be indicated together set equal to two. Used to verify the dominant taxa for each cluster and the use of clusters as representatives of taxa assemblages.</vt:lpstr>
      <vt:lpstr>(alternative?) Supplemental Table 1: Results of indicator species analysis (ISA) on net tows from four main clusters in the overall AHC. Max number of clusters that can be indicated together set equal to two. Used to verify the dominant taxa for each cluster and the use of clusters as representatives of taxa assemblages.</vt:lpstr>
      <vt:lpstr>Supplemental Figure 3: Map of sampling events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vt:lpstr>
      <vt:lpstr>(alternative?) Supplemental Figure 3: Map of sampling events belonging to the four largest clusters (1, 2, 4, and 6, previously)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vt:lpstr>
      <vt:lpstr>Supplemental Table 2: Results of NMDS stress null model to assess the fit of the NMDS of net tows based on methodology from Dexter et al. (2018). </vt:lpstr>
      <vt:lpstr>(alternative?) Supplemental Table 2: Results of NMDS stress null model to assess the fit of the NMDS of net tows from the main four clusters based on methodology from Dexter et al. (2018). Values rounded to the nearest ten-thousandth place</vt:lpstr>
      <vt:lpstr>Supplemental Figure 4: Distribution of stress values from the NMDS stress null model of net tows based on methodology from Dexter et al. (2018). </vt:lpstr>
      <vt:lpstr>(alternative?) Supplemental Figure 4: Distribution of stress values from the NMDS stress null model of net tows from the four main clusters based on methodology from Dexter et al. (2018).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McCloskey, Ross</dc:creator>
  <cp:lastModifiedBy>McCloskey, Ross</cp:lastModifiedBy>
  <cp:revision>1</cp:revision>
  <dcterms:created xsi:type="dcterms:W3CDTF">2026-07-20T15:41:17Z</dcterms:created>
  <dcterms:modified xsi:type="dcterms:W3CDTF">2026-08-06T18:39:10Z</dcterms:modified>
</cp:coreProperties>
</file>